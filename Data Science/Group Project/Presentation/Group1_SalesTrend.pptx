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5143500" cx="9144000"/>
  <p:notesSz cx="6858000" cy="9144000"/>
  <p:embeddedFontLst>
    <p:embeddedFont>
      <p:font typeface="Poppins"/>
      <p:regular r:id="rId19"/>
      <p:bold r:id="rId20"/>
      <p:italic r:id="rId21"/>
      <p:boldItalic r:id="rId22"/>
    </p:embeddedFont>
    <p:embeddedFont>
      <p:font typeface="Source Code Pro"/>
      <p:regular r:id="rId23"/>
      <p:bold r:id="rId24"/>
      <p:italic r:id="rId25"/>
      <p:boldItalic r:id="rId26"/>
    </p:embeddedFont>
    <p:embeddedFont>
      <p:font typeface="PT Sans"/>
      <p:regular r:id="rId27"/>
      <p:bold r:id="rId28"/>
      <p:italic r:id="rId29"/>
      <p:boldItalic r:id="rId30"/>
    </p:embeddedFont>
    <p:embeddedFont>
      <p:font typeface="IBM Plex Mono"/>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7EC563D-CBE6-438E-8976-97A8BA21C386}">
  <a:tblStyle styleId="{F7EC563D-CBE6-438E-8976-97A8BA21C386}"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font" Target="fonts/Poppins-bold.fntdata"/><Relationship Id="rId22" Type="http://schemas.openxmlformats.org/officeDocument/2006/relationships/font" Target="fonts/Poppins-boldItalic.fntdata"/><Relationship Id="rId21" Type="http://schemas.openxmlformats.org/officeDocument/2006/relationships/font" Target="fonts/Poppins-italic.fntdata"/><Relationship Id="rId24" Type="http://schemas.openxmlformats.org/officeDocument/2006/relationships/font" Target="fonts/SourceCodePro-bold.fntdata"/><Relationship Id="rId23" Type="http://schemas.openxmlformats.org/officeDocument/2006/relationships/font" Target="fonts/SourceCodePro-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SourceCodePro-boldItalic.fntdata"/><Relationship Id="rId25" Type="http://schemas.openxmlformats.org/officeDocument/2006/relationships/font" Target="fonts/SourceCodePro-italic.fntdata"/><Relationship Id="rId28" Type="http://schemas.openxmlformats.org/officeDocument/2006/relationships/font" Target="fonts/PTSans-bold.fntdata"/><Relationship Id="rId27" Type="http://schemas.openxmlformats.org/officeDocument/2006/relationships/font" Target="fonts/PTSans-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PTSans-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IBMPlexMono-regular.fntdata"/><Relationship Id="rId30" Type="http://schemas.openxmlformats.org/officeDocument/2006/relationships/font" Target="fonts/PTSans-boldItalic.fntdata"/><Relationship Id="rId11" Type="http://schemas.openxmlformats.org/officeDocument/2006/relationships/slide" Target="slides/slide6.xml"/><Relationship Id="rId33" Type="http://schemas.openxmlformats.org/officeDocument/2006/relationships/font" Target="fonts/IBMPlexMono-italic.fntdata"/><Relationship Id="rId10" Type="http://schemas.openxmlformats.org/officeDocument/2006/relationships/slide" Target="slides/slide5.xml"/><Relationship Id="rId32" Type="http://schemas.openxmlformats.org/officeDocument/2006/relationships/font" Target="fonts/IBMPlexMono-bold.fntdata"/><Relationship Id="rId13" Type="http://schemas.openxmlformats.org/officeDocument/2006/relationships/slide" Target="slides/slide8.xml"/><Relationship Id="rId12" Type="http://schemas.openxmlformats.org/officeDocument/2006/relationships/slide" Target="slides/slide7.xml"/><Relationship Id="rId34" Type="http://schemas.openxmlformats.org/officeDocument/2006/relationships/font" Target="fonts/IBMPlexMono-bold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Poppins-regular.fntdata"/><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0" name="Shape 1420"/>
        <p:cNvGrpSpPr/>
        <p:nvPr/>
      </p:nvGrpSpPr>
      <p:grpSpPr>
        <a:xfrm>
          <a:off x="0" y="0"/>
          <a:ext cx="0" cy="0"/>
          <a:chOff x="0" y="0"/>
          <a:chExt cx="0" cy="0"/>
        </a:xfrm>
      </p:grpSpPr>
      <p:sp>
        <p:nvSpPr>
          <p:cNvPr id="1421" name="Google Shape;1421;gd1bf8d60a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2" name="Google Shape;1422;gd1bf8d60a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7" name="Shape 1447"/>
        <p:cNvGrpSpPr/>
        <p:nvPr/>
      </p:nvGrpSpPr>
      <p:grpSpPr>
        <a:xfrm>
          <a:off x="0" y="0"/>
          <a:ext cx="0" cy="0"/>
          <a:chOff x="0" y="0"/>
          <a:chExt cx="0" cy="0"/>
        </a:xfrm>
      </p:grpSpPr>
      <p:sp>
        <p:nvSpPr>
          <p:cNvPr id="1448" name="Google Shape;1448;g24ef22aa1ac_0_1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9" name="Google Shape;1449;g24ef22aa1ac_0_1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Marikit</a:t>
            </a:r>
            <a:endParaRPr/>
          </a:p>
          <a:p>
            <a:pPr indent="0" lvl="0" marL="0" rtl="0" algn="l">
              <a:spcBef>
                <a:spcPts val="0"/>
              </a:spcBef>
              <a:spcAft>
                <a:spcPts val="0"/>
              </a:spcAft>
              <a:buNone/>
            </a:pPr>
            <a:r>
              <a:rPr lang="en"/>
              <a:t>Business analytics</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6" name="Shape 1456"/>
        <p:cNvGrpSpPr/>
        <p:nvPr/>
      </p:nvGrpSpPr>
      <p:grpSpPr>
        <a:xfrm>
          <a:off x="0" y="0"/>
          <a:ext cx="0" cy="0"/>
          <a:chOff x="0" y="0"/>
          <a:chExt cx="0" cy="0"/>
        </a:xfrm>
      </p:grpSpPr>
      <p:sp>
        <p:nvSpPr>
          <p:cNvPr id="1457" name="Google Shape;1457;g34198a28323_1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8" name="Google Shape;1458;g34198a28323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Kayah</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5" name="Shape 1465"/>
        <p:cNvGrpSpPr/>
        <p:nvPr/>
      </p:nvGrpSpPr>
      <p:grpSpPr>
        <a:xfrm>
          <a:off x="0" y="0"/>
          <a:ext cx="0" cy="0"/>
          <a:chOff x="0" y="0"/>
          <a:chExt cx="0" cy="0"/>
        </a:xfrm>
      </p:grpSpPr>
      <p:sp>
        <p:nvSpPr>
          <p:cNvPr id="1466" name="Google Shape;1466;g3843c951adbe22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7" name="Google Shape;1467;g3843c951adbe22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Kayah</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2" name="Shape 1472"/>
        <p:cNvGrpSpPr/>
        <p:nvPr/>
      </p:nvGrpSpPr>
      <p:grpSpPr>
        <a:xfrm>
          <a:off x="0" y="0"/>
          <a:ext cx="0" cy="0"/>
          <a:chOff x="0" y="0"/>
          <a:chExt cx="0" cy="0"/>
        </a:xfrm>
      </p:grpSpPr>
      <p:sp>
        <p:nvSpPr>
          <p:cNvPr id="1473" name="Google Shape;1473;g230976353b2f1cda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4" name="Google Shape;1474;g230976353b2f1cda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Kayah</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8" name="Shape 1478"/>
        <p:cNvGrpSpPr/>
        <p:nvPr/>
      </p:nvGrpSpPr>
      <p:grpSpPr>
        <a:xfrm>
          <a:off x="0" y="0"/>
          <a:ext cx="0" cy="0"/>
          <a:chOff x="0" y="0"/>
          <a:chExt cx="0" cy="0"/>
        </a:xfrm>
      </p:grpSpPr>
      <p:sp>
        <p:nvSpPr>
          <p:cNvPr id="1479" name="Google Shape;1479;g356d27d446aee47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0" name="Google Shape;1480;g356d27d446aee47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Kayah</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5" name="Shape 1485"/>
        <p:cNvGrpSpPr/>
        <p:nvPr/>
      </p:nvGrpSpPr>
      <p:grpSpPr>
        <a:xfrm>
          <a:off x="0" y="0"/>
          <a:ext cx="0" cy="0"/>
          <a:chOff x="0" y="0"/>
          <a:chExt cx="0" cy="0"/>
        </a:xfrm>
      </p:grpSpPr>
      <p:sp>
        <p:nvSpPr>
          <p:cNvPr id="1486" name="Google Shape;1486;g24ed99bf1a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7" name="Google Shape;1487;g24ed99bf1a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Marikit</a:t>
            </a:r>
            <a:endParaRPr/>
          </a:p>
          <a:p>
            <a:pPr indent="-298450" lvl="0" marL="457200" rtl="0" algn="l">
              <a:spcBef>
                <a:spcPts val="0"/>
              </a:spcBef>
              <a:spcAft>
                <a:spcPts val="0"/>
              </a:spcAft>
              <a:buSzPts val="1100"/>
              <a:buChar char="-"/>
            </a:pPr>
            <a:r>
              <a:rPr lang="en"/>
              <a:t>Took many hours and a lot of trial and error</a:t>
            </a:r>
            <a:endParaRPr/>
          </a:p>
          <a:p>
            <a:pPr indent="-298450" lvl="0" marL="457200" rtl="0" algn="l">
              <a:spcBef>
                <a:spcPts val="0"/>
              </a:spcBef>
              <a:spcAft>
                <a:spcPts val="0"/>
              </a:spcAft>
              <a:buSzPts val="1100"/>
              <a:buChar char="-"/>
            </a:pPr>
            <a:r>
              <a:rPr lang="en"/>
              <a:t>Experimented with learning rate decay, different optimizers, and different neuron sizes.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1" name="Shape 1491"/>
        <p:cNvGrpSpPr/>
        <p:nvPr/>
      </p:nvGrpSpPr>
      <p:grpSpPr>
        <a:xfrm>
          <a:off x="0" y="0"/>
          <a:ext cx="0" cy="0"/>
          <a:chOff x="0" y="0"/>
          <a:chExt cx="0" cy="0"/>
        </a:xfrm>
      </p:grpSpPr>
      <p:sp>
        <p:nvSpPr>
          <p:cNvPr id="1492" name="Google Shape;1492;g34198a28323_1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3" name="Google Shape;1493;g34198a28323_1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7" name="Shape 1497"/>
        <p:cNvGrpSpPr/>
        <p:nvPr/>
      </p:nvGrpSpPr>
      <p:grpSpPr>
        <a:xfrm>
          <a:off x="0" y="0"/>
          <a:ext cx="0" cy="0"/>
          <a:chOff x="0" y="0"/>
          <a:chExt cx="0" cy="0"/>
        </a:xfrm>
      </p:grpSpPr>
      <p:sp>
        <p:nvSpPr>
          <p:cNvPr id="1498" name="Google Shape;1498;g230976353b2f1cda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9" name="Google Shape;1499;g230976353b2f1cda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Marikit</a:t>
            </a:r>
            <a:endParaRPr/>
          </a:p>
          <a:p>
            <a:pPr indent="-298450" lvl="0" marL="457200" rtl="0" algn="l">
              <a:spcBef>
                <a:spcPts val="0"/>
              </a:spcBef>
              <a:spcAft>
                <a:spcPts val="0"/>
              </a:spcAft>
              <a:buSzPts val="1100"/>
              <a:buChar char="-"/>
            </a:pPr>
            <a:r>
              <a:rPr lang="en"/>
              <a:t>Benchmark test: </a:t>
            </a:r>
            <a:r>
              <a:rPr lang="en" sz="1400">
                <a:solidFill>
                  <a:schemeClr val="dk1"/>
                </a:solidFill>
              </a:rPr>
              <a:t>0.930</a:t>
            </a:r>
            <a:endParaRPr sz="1400">
              <a:solidFill>
                <a:schemeClr val="dk1"/>
              </a:solidFill>
            </a:endParaRPr>
          </a:p>
          <a:p>
            <a:pPr indent="-298450" lvl="0" marL="457200" rtl="0" algn="l">
              <a:spcBef>
                <a:spcPts val="0"/>
              </a:spcBef>
              <a:spcAft>
                <a:spcPts val="0"/>
              </a:spcAft>
              <a:buSzPts val="1100"/>
              <a:buChar char="-"/>
            </a:pPr>
            <a:r>
              <a:t/>
            </a:r>
            <a:endParaRPr/>
          </a:p>
          <a:p>
            <a:pPr indent="-298450" lvl="0" marL="457200" rtl="0" algn="l">
              <a:spcBef>
                <a:spcPts val="0"/>
              </a:spcBef>
              <a:spcAft>
                <a:spcPts val="0"/>
              </a:spcAft>
              <a:buSzPts val="1100"/>
              <a:buChar char="-"/>
            </a:pPr>
            <a:r>
              <a:rPr lang="en"/>
              <a:t>Ideal range we got through research (see below)</a:t>
            </a:r>
            <a:endParaRPr/>
          </a:p>
          <a:p>
            <a:pPr indent="-298450" lvl="0" marL="457200" rtl="0" algn="l">
              <a:spcBef>
                <a:spcPts val="0"/>
              </a:spcBef>
              <a:spcAft>
                <a:spcPts val="0"/>
              </a:spcAft>
              <a:buSzPts val="1100"/>
              <a:buChar char="-"/>
            </a:pPr>
            <a:r>
              <a:rPr lang="en"/>
              <a:t>Results differ between runs, but this is from our best run</a:t>
            </a:r>
            <a:endParaRPr/>
          </a:p>
          <a:p>
            <a:pPr indent="-298450" lvl="0" marL="457200" rtl="0" algn="l">
              <a:spcBef>
                <a:spcPts val="0"/>
              </a:spcBef>
              <a:spcAft>
                <a:spcPts val="0"/>
              </a:spcAft>
              <a:buSzPts val="1100"/>
              <a:buChar char="-"/>
            </a:pPr>
            <a:r>
              <a:rPr lang="en"/>
              <a:t>Our goal was to get the test r^2 higher so that the predictions can be more accurate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“Ideal” MSE depends on the dataset, but generally:</a:t>
            </a:r>
            <a:endParaRPr/>
          </a:p>
          <a:p>
            <a:pPr indent="0" lvl="0" marL="0" rtl="0" algn="l">
              <a:spcBef>
                <a:spcPts val="0"/>
              </a:spcBef>
              <a:spcAft>
                <a:spcPts val="0"/>
              </a:spcAft>
              <a:buNone/>
            </a:pPr>
            <a:r>
              <a:rPr lang="en"/>
              <a:t>	•	Test RMSE should be lower than the naive baseline RMSE.</a:t>
            </a:r>
            <a:endParaRPr/>
          </a:p>
          <a:p>
            <a:pPr indent="0" lvl="0" marL="0" rtl="0" algn="l">
              <a:spcBef>
                <a:spcPts val="0"/>
              </a:spcBef>
              <a:spcAft>
                <a:spcPts val="0"/>
              </a:spcAft>
              <a:buNone/>
            </a:pPr>
            <a:r>
              <a:rPr lang="en"/>
              <a:t>	•	Test RMSE should be in proportion to the standard deviation of sales.</a:t>
            </a:r>
            <a:endParaRPr/>
          </a:p>
          <a:p>
            <a:pPr indent="0" lvl="0" marL="0" rtl="0" algn="l">
              <a:spcBef>
                <a:spcPts val="0"/>
              </a:spcBef>
              <a:spcAft>
                <a:spcPts val="0"/>
              </a:spcAft>
              <a:buNone/>
            </a:pPr>
            <a:r>
              <a:rPr lang="en"/>
              <a:t>	•	RMSE should be ~10-30% of average sales for a strong model.</a:t>
            </a:r>
            <a:endParaRPr/>
          </a:p>
          <a:p>
            <a:pPr indent="0" lvl="0" marL="0" rtl="0" algn="l">
              <a:spcBef>
                <a:spcPts val="0"/>
              </a:spcBef>
              <a:spcAft>
                <a:spcPts val="0"/>
              </a:spcAft>
              <a:buNone/>
            </a:pPr>
            <a:r>
              <a:rPr lang="en"/>
              <a:t>	•	Test RMSE should be close to Training RMSE to ensure generalization.</a:t>
            </a:r>
            <a:endParaRPr/>
          </a:p>
          <a:p>
            <a:pPr indent="0" lvl="0" marL="0" rtl="0" algn="l">
              <a:spcBef>
                <a:spcPts val="0"/>
              </a:spcBef>
              <a:spcAft>
                <a:spcPts val="0"/>
              </a:spcAft>
              <a:buNone/>
            </a:pPr>
            <a:r>
              <a:rPr lang="en"/>
              <a:t>	•	Deep learning should outperform simple models like Linear Regression.</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4" name="Shape 1504"/>
        <p:cNvGrpSpPr/>
        <p:nvPr/>
      </p:nvGrpSpPr>
      <p:grpSpPr>
        <a:xfrm>
          <a:off x="0" y="0"/>
          <a:ext cx="0" cy="0"/>
          <a:chOff x="0" y="0"/>
          <a:chExt cx="0" cy="0"/>
        </a:xfrm>
      </p:grpSpPr>
      <p:sp>
        <p:nvSpPr>
          <p:cNvPr id="1505" name="Google Shape;1505;g6d5e601ff557084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6" name="Google Shape;1506;g6d5e601ff557084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Marikit</a:t>
            </a:r>
            <a:endParaRPr/>
          </a:p>
          <a:p>
            <a:pPr indent="-298450" lvl="0" marL="457200" rtl="0" algn="l">
              <a:spcBef>
                <a:spcPts val="0"/>
              </a:spcBef>
              <a:spcAft>
                <a:spcPts val="0"/>
              </a:spcAft>
              <a:buSzPts val="1100"/>
              <a:buChar char="-"/>
            </a:pPr>
            <a:r>
              <a:rPr lang="en"/>
              <a:t>Our best predictions, showing that our model is able to predict sales well</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9" name="Shape 1509"/>
        <p:cNvGrpSpPr/>
        <p:nvPr/>
      </p:nvGrpSpPr>
      <p:grpSpPr>
        <a:xfrm>
          <a:off x="0" y="0"/>
          <a:ext cx="0" cy="0"/>
          <a:chOff x="0" y="0"/>
          <a:chExt cx="0" cy="0"/>
        </a:xfrm>
      </p:grpSpPr>
      <p:sp>
        <p:nvSpPr>
          <p:cNvPr id="1510" name="Google Shape;1510;g34198a28323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1" name="Google Shape;1511;g34198a28323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Marikit</a:t>
            </a:r>
            <a:endParaRPr/>
          </a:p>
          <a:p>
            <a:pPr indent="-298450" lvl="0" marL="457200" rtl="0" algn="l">
              <a:spcBef>
                <a:spcPts val="0"/>
              </a:spcBef>
              <a:spcAft>
                <a:spcPts val="0"/>
              </a:spcAft>
              <a:buSzPts val="1100"/>
              <a:buChar char="-"/>
            </a:pPr>
            <a:r>
              <a:rPr lang="en"/>
              <a:t>Heatmaps from a different run</a:t>
            </a:r>
            <a:endParaRPr/>
          </a:p>
          <a:p>
            <a:pPr indent="-298450" lvl="0" marL="457200" rtl="0" algn="l">
              <a:spcBef>
                <a:spcPts val="0"/>
              </a:spcBef>
              <a:spcAft>
                <a:spcPts val="0"/>
              </a:spcAft>
              <a:buSzPts val="1100"/>
              <a:buChar char="-"/>
            </a:pPr>
            <a:r>
              <a:rPr lang="en"/>
              <a:t>The heatmaps are in the same range, proving that our model has the right idea. However it does display an excess of negative growth, meaning that our model needs to be improved</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6" name="Shape 1516"/>
        <p:cNvGrpSpPr/>
        <p:nvPr/>
      </p:nvGrpSpPr>
      <p:grpSpPr>
        <a:xfrm>
          <a:off x="0" y="0"/>
          <a:ext cx="0" cy="0"/>
          <a:chOff x="0" y="0"/>
          <a:chExt cx="0" cy="0"/>
        </a:xfrm>
      </p:grpSpPr>
      <p:sp>
        <p:nvSpPr>
          <p:cNvPr id="1517" name="Google Shape;1517;g230976353b2f1cda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8" name="Google Shape;1518;g230976353b2f1cda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Kayah</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complex models:</a:t>
            </a:r>
            <a:endParaRPr/>
          </a:p>
          <a:p>
            <a:pPr indent="0" lvl="0" marL="0" rtl="0" algn="l">
              <a:spcBef>
                <a:spcPts val="0"/>
              </a:spcBef>
              <a:spcAft>
                <a:spcPts val="0"/>
              </a:spcAft>
              <a:buNone/>
            </a:pPr>
            <a:r>
              <a:rPr lang="en"/>
              <a:t>Long Short-Term Memory Networks - if sales forecasting depends on long-term patterns</a:t>
            </a:r>
            <a:endParaRPr/>
          </a:p>
          <a:p>
            <a:pPr indent="0" lvl="0" marL="0" rtl="0" algn="l">
              <a:spcBef>
                <a:spcPts val="0"/>
              </a:spcBef>
              <a:spcAft>
                <a:spcPts val="0"/>
              </a:spcAft>
              <a:buNone/>
            </a:pPr>
            <a:r>
              <a:rPr lang="en"/>
              <a:t>Transformer-Based Models - if sales forecasting depends on many interacting features</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2" name="Shape 1522"/>
        <p:cNvGrpSpPr/>
        <p:nvPr/>
      </p:nvGrpSpPr>
      <p:grpSpPr>
        <a:xfrm>
          <a:off x="0" y="0"/>
          <a:ext cx="0" cy="0"/>
          <a:chOff x="0" y="0"/>
          <a:chExt cx="0" cy="0"/>
        </a:xfrm>
      </p:grpSpPr>
      <p:sp>
        <p:nvSpPr>
          <p:cNvPr id="1523" name="Google Shape;1523;g24ef22aa1ac_0_17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4" name="Google Shape;1524;g24ef22aa1ac_0_17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hyperlink" Target="https://bit.ly/3A1uf1Q" TargetMode="External"/><Relationship Id="rId4" Type="http://schemas.openxmlformats.org/officeDocument/2006/relationships/hyperlink" Target="http://bit.ly/2TtBDfr" TargetMode="Externa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grpSp>
        <p:nvGrpSpPr>
          <p:cNvPr id="9" name="Google Shape;9;p2"/>
          <p:cNvGrpSpPr/>
          <p:nvPr/>
        </p:nvGrpSpPr>
        <p:grpSpPr>
          <a:xfrm>
            <a:off x="-3255180" y="-2900775"/>
            <a:ext cx="10039930" cy="6871129"/>
            <a:chOff x="-3102780" y="-2727750"/>
            <a:chExt cx="10039930" cy="6871129"/>
          </a:xfrm>
        </p:grpSpPr>
        <p:grpSp>
          <p:nvGrpSpPr>
            <p:cNvPr id="10" name="Google Shape;10;p2"/>
            <p:cNvGrpSpPr/>
            <p:nvPr/>
          </p:nvGrpSpPr>
          <p:grpSpPr>
            <a:xfrm rot="-7778255">
              <a:off x="-2414440" y="-1445047"/>
              <a:ext cx="5355679" cy="4305724"/>
              <a:chOff x="7103825" y="-713112"/>
              <a:chExt cx="3785226" cy="3043150"/>
            </a:xfrm>
          </p:grpSpPr>
          <p:sp>
            <p:nvSpPr>
              <p:cNvPr id="11" name="Google Shape;11;p2"/>
              <p:cNvSpPr/>
              <p:nvPr/>
            </p:nvSpPr>
            <p:spPr>
              <a:xfrm rot="-3600017">
                <a:off x="7761095" y="-21"/>
                <a:ext cx="2152450" cy="1864030"/>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 name="Google Shape;12;p2"/>
              <p:cNvPicPr preferRelativeResize="0"/>
              <p:nvPr/>
            </p:nvPicPr>
            <p:blipFill rotWithShape="1">
              <a:blip r:embed="rId2">
                <a:alphaModFix/>
              </a:blip>
              <a:srcRect b="17663" l="0" r="0" t="17657"/>
              <a:stretch/>
            </p:blipFill>
            <p:spPr>
              <a:xfrm>
                <a:off x="7103825" y="-713112"/>
                <a:ext cx="3785226" cy="2888974"/>
              </a:xfrm>
              <a:prstGeom prst="rect">
                <a:avLst/>
              </a:prstGeom>
              <a:noFill/>
              <a:ln>
                <a:noFill/>
              </a:ln>
            </p:spPr>
          </p:pic>
        </p:grpSp>
        <p:sp>
          <p:nvSpPr>
            <p:cNvPr id="13" name="Google Shape;13;p2"/>
            <p:cNvSpPr/>
            <p:nvPr/>
          </p:nvSpPr>
          <p:spPr>
            <a:xfrm>
              <a:off x="-289323" y="-166742"/>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2700000">
              <a:off x="917817" y="-2200499"/>
              <a:ext cx="3153371" cy="5119296"/>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a:off x="-201475" y="-361175"/>
              <a:ext cx="7138625" cy="819350"/>
            </a:xfrm>
            <a:custGeom>
              <a:rect b="b" l="l" r="r" t="t"/>
              <a:pathLst>
                <a:path extrusionOk="0" h="32774" w="285545">
                  <a:moveTo>
                    <a:pt x="0" y="32774"/>
                  </a:moveTo>
                  <a:lnTo>
                    <a:pt x="188861" y="32774"/>
                  </a:lnTo>
                  <a:lnTo>
                    <a:pt x="221636" y="0"/>
                  </a:lnTo>
                  <a:lnTo>
                    <a:pt x="285545" y="0"/>
                  </a:lnTo>
                </a:path>
              </a:pathLst>
            </a:custGeom>
            <a:noFill/>
            <a:ln cap="flat" cmpd="sng" w="9525">
              <a:solidFill>
                <a:schemeClr val="dk2"/>
              </a:solidFill>
              <a:prstDash val="solid"/>
              <a:round/>
              <a:headEnd len="med" w="med" type="none"/>
              <a:tailEnd len="med" w="med" type="none"/>
            </a:ln>
          </p:spPr>
        </p:sp>
        <p:sp>
          <p:nvSpPr>
            <p:cNvPr id="16" name="Google Shape;16;p2"/>
            <p:cNvSpPr/>
            <p:nvPr/>
          </p:nvSpPr>
          <p:spPr>
            <a:xfrm rot="5400000">
              <a:off x="1110859" y="-1245788"/>
              <a:ext cx="577450" cy="3045475"/>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rot="5400000">
              <a:off x="654013" y="-781254"/>
              <a:ext cx="687411" cy="2731351"/>
            </a:xfrm>
            <a:custGeom>
              <a:rect b="b" l="l" r="r" t="t"/>
              <a:pathLst>
                <a:path extrusionOk="0" h="43180" w="1676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 name="Google Shape;18;p2"/>
            <p:cNvGrpSpPr/>
            <p:nvPr/>
          </p:nvGrpSpPr>
          <p:grpSpPr>
            <a:xfrm flipH="1">
              <a:off x="4446909" y="391151"/>
              <a:ext cx="134044" cy="134013"/>
              <a:chOff x="1101075" y="2142375"/>
              <a:chExt cx="439200" cy="439100"/>
            </a:xfrm>
          </p:grpSpPr>
          <p:sp>
            <p:nvSpPr>
              <p:cNvPr id="19" name="Google Shape;19;p2"/>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 name="Google Shape;21;p2"/>
            <p:cNvGrpSpPr/>
            <p:nvPr/>
          </p:nvGrpSpPr>
          <p:grpSpPr>
            <a:xfrm flipH="1">
              <a:off x="1373609" y="694563"/>
              <a:ext cx="134044" cy="134013"/>
              <a:chOff x="1101075" y="2142375"/>
              <a:chExt cx="439200" cy="439100"/>
            </a:xfrm>
          </p:grpSpPr>
          <p:sp>
            <p:nvSpPr>
              <p:cNvPr id="22" name="Google Shape;22;p2"/>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2"/>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 name="Google Shape;24;p2"/>
            <p:cNvGrpSpPr/>
            <p:nvPr/>
          </p:nvGrpSpPr>
          <p:grpSpPr>
            <a:xfrm flipH="1">
              <a:off x="1086834" y="957463"/>
              <a:ext cx="134044" cy="134013"/>
              <a:chOff x="1101075" y="2142375"/>
              <a:chExt cx="439200" cy="439100"/>
            </a:xfrm>
          </p:grpSpPr>
          <p:sp>
            <p:nvSpPr>
              <p:cNvPr id="25" name="Google Shape;25;p2"/>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 name="Google Shape;27;p2"/>
            <p:cNvGrpSpPr/>
            <p:nvPr/>
          </p:nvGrpSpPr>
          <p:grpSpPr>
            <a:xfrm flipH="1">
              <a:off x="277709" y="957463"/>
              <a:ext cx="134044" cy="134013"/>
              <a:chOff x="1101075" y="2142375"/>
              <a:chExt cx="439200" cy="439100"/>
            </a:xfrm>
          </p:grpSpPr>
          <p:sp>
            <p:nvSpPr>
              <p:cNvPr id="28" name="Google Shape;28;p2"/>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 name="Google Shape;30;p2"/>
            <p:cNvGrpSpPr/>
            <p:nvPr/>
          </p:nvGrpSpPr>
          <p:grpSpPr>
            <a:xfrm flipH="1">
              <a:off x="277709" y="640813"/>
              <a:ext cx="134044" cy="134013"/>
              <a:chOff x="1101075" y="2142375"/>
              <a:chExt cx="439200" cy="439100"/>
            </a:xfrm>
          </p:grpSpPr>
          <p:sp>
            <p:nvSpPr>
              <p:cNvPr id="31" name="Google Shape;31;p2"/>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3" name="Google Shape;33;p2"/>
          <p:cNvGrpSpPr/>
          <p:nvPr/>
        </p:nvGrpSpPr>
        <p:grpSpPr>
          <a:xfrm>
            <a:off x="6385735" y="3039700"/>
            <a:ext cx="3920501" cy="3213899"/>
            <a:chOff x="6309535" y="2842975"/>
            <a:chExt cx="3920501" cy="3213899"/>
          </a:xfrm>
        </p:grpSpPr>
        <p:pic>
          <p:nvPicPr>
            <p:cNvPr id="34" name="Google Shape;34;p2"/>
            <p:cNvPicPr preferRelativeResize="0"/>
            <p:nvPr/>
          </p:nvPicPr>
          <p:blipFill rotWithShape="1">
            <a:blip r:embed="rId3">
              <a:alphaModFix/>
            </a:blip>
            <a:srcRect b="26177" l="16960" r="7121" t="24718"/>
            <a:stretch/>
          </p:blipFill>
          <p:spPr>
            <a:xfrm>
              <a:off x="6309535" y="3064650"/>
              <a:ext cx="3920501" cy="2992224"/>
            </a:xfrm>
            <a:prstGeom prst="rect">
              <a:avLst/>
            </a:prstGeom>
            <a:noFill/>
            <a:ln>
              <a:noFill/>
            </a:ln>
          </p:spPr>
        </p:pic>
        <p:sp>
          <p:nvSpPr>
            <p:cNvPr id="35" name="Google Shape;35;p2"/>
            <p:cNvSpPr/>
            <p:nvPr/>
          </p:nvSpPr>
          <p:spPr>
            <a:xfrm rot="10800000">
              <a:off x="7535449" y="2941132"/>
              <a:ext cx="981776" cy="2307791"/>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
            <p:cNvSpPr/>
            <p:nvPr/>
          </p:nvSpPr>
          <p:spPr>
            <a:xfrm rot="10800000">
              <a:off x="7694795" y="2941747"/>
              <a:ext cx="981776" cy="2307791"/>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 name="Google Shape;37;p2"/>
            <p:cNvGrpSpPr/>
            <p:nvPr/>
          </p:nvGrpSpPr>
          <p:grpSpPr>
            <a:xfrm>
              <a:off x="7280400" y="3719575"/>
              <a:ext cx="582050" cy="582425"/>
              <a:chOff x="959750" y="3039275"/>
              <a:chExt cx="582050" cy="582425"/>
            </a:xfrm>
          </p:grpSpPr>
          <p:sp>
            <p:nvSpPr>
              <p:cNvPr id="38" name="Google Shape;38;p2"/>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2"/>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2"/>
            <p:cNvSpPr/>
            <p:nvPr/>
          </p:nvSpPr>
          <p:spPr>
            <a:xfrm>
              <a:off x="8430775" y="2842975"/>
              <a:ext cx="480893" cy="475828"/>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6" name="Google Shape;46;p2"/>
            <p:cNvGrpSpPr/>
            <p:nvPr/>
          </p:nvGrpSpPr>
          <p:grpSpPr>
            <a:xfrm>
              <a:off x="8337812" y="3492483"/>
              <a:ext cx="699928" cy="1651024"/>
              <a:chOff x="8337812" y="3492483"/>
              <a:chExt cx="699928" cy="1651024"/>
            </a:xfrm>
          </p:grpSpPr>
          <p:sp>
            <p:nvSpPr>
              <p:cNvPr id="47" name="Google Shape;47;p2"/>
              <p:cNvSpPr/>
              <p:nvPr/>
            </p:nvSpPr>
            <p:spPr>
              <a:xfrm>
                <a:off x="8337812" y="3492483"/>
                <a:ext cx="483116" cy="1013645"/>
              </a:xfrm>
              <a:custGeom>
                <a:rect b="b" l="l" r="r" t="t"/>
                <a:pathLst>
                  <a:path extrusionOk="0" h="24714" w="11779">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4"/>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2"/>
              <p:cNvSpPr/>
              <p:nvPr/>
            </p:nvSpPr>
            <p:spPr>
              <a:xfrm>
                <a:off x="8698380" y="3916789"/>
                <a:ext cx="246869" cy="1226718"/>
              </a:xfrm>
              <a:custGeom>
                <a:rect b="b" l="l" r="r" t="t"/>
                <a:pathLst>
                  <a:path extrusionOk="0" h="29909" w="6019">
                    <a:moveTo>
                      <a:pt x="1" y="1"/>
                    </a:moveTo>
                    <a:lnTo>
                      <a:pt x="1" y="306"/>
                    </a:lnTo>
                    <a:lnTo>
                      <a:pt x="5699" y="306"/>
                    </a:lnTo>
                    <a:lnTo>
                      <a:pt x="5699"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2"/>
              <p:cNvSpPr/>
              <p:nvPr/>
            </p:nvSpPr>
            <p:spPr>
              <a:xfrm>
                <a:off x="8790871" y="3823684"/>
                <a:ext cx="246869" cy="1226718"/>
              </a:xfrm>
              <a:custGeom>
                <a:rect b="b" l="l" r="r" t="t"/>
                <a:pathLst>
                  <a:path extrusionOk="0" h="29909" w="6019">
                    <a:moveTo>
                      <a:pt x="1" y="1"/>
                    </a:moveTo>
                    <a:lnTo>
                      <a:pt x="1" y="305"/>
                    </a:lnTo>
                    <a:lnTo>
                      <a:pt x="5714" y="305"/>
                    </a:lnTo>
                    <a:lnTo>
                      <a:pt x="5714"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 name="Google Shape;50;p2"/>
            <p:cNvGrpSpPr/>
            <p:nvPr/>
          </p:nvGrpSpPr>
          <p:grpSpPr>
            <a:xfrm>
              <a:off x="7945225" y="4302000"/>
              <a:ext cx="904666" cy="726121"/>
              <a:chOff x="7945225" y="4302000"/>
              <a:chExt cx="904666" cy="726121"/>
            </a:xfrm>
          </p:grpSpPr>
          <p:sp>
            <p:nvSpPr>
              <p:cNvPr id="51" name="Google Shape;51;p2"/>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2"/>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2"/>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4" name="Google Shape;54;p2"/>
          <p:cNvSpPr txBox="1"/>
          <p:nvPr>
            <p:ph type="ctrTitle"/>
          </p:nvPr>
        </p:nvSpPr>
        <p:spPr>
          <a:xfrm>
            <a:off x="1096850" y="816324"/>
            <a:ext cx="6974700" cy="23265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Clr>
                <a:srgbClr val="191919"/>
              </a:buClr>
              <a:buSzPts val="5200"/>
              <a:buNone/>
              <a:defRPr sz="45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55" name="Google Shape;55;p2"/>
          <p:cNvSpPr txBox="1"/>
          <p:nvPr>
            <p:ph idx="1" type="subTitle"/>
          </p:nvPr>
        </p:nvSpPr>
        <p:spPr>
          <a:xfrm>
            <a:off x="1096850" y="3456250"/>
            <a:ext cx="4882500" cy="4758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56" name="Google Shape;56;p2"/>
          <p:cNvGrpSpPr/>
          <p:nvPr/>
        </p:nvGrpSpPr>
        <p:grpSpPr>
          <a:xfrm>
            <a:off x="-309885" y="3617406"/>
            <a:ext cx="1448824" cy="2238804"/>
            <a:chOff x="-309885" y="3617406"/>
            <a:chExt cx="1448824" cy="2238804"/>
          </a:xfrm>
        </p:grpSpPr>
        <p:grpSp>
          <p:nvGrpSpPr>
            <p:cNvPr id="57" name="Google Shape;57;p2"/>
            <p:cNvGrpSpPr/>
            <p:nvPr/>
          </p:nvGrpSpPr>
          <p:grpSpPr>
            <a:xfrm>
              <a:off x="-277007" y="3870159"/>
              <a:ext cx="981772" cy="1986051"/>
              <a:chOff x="-293545" y="3454371"/>
              <a:chExt cx="981772" cy="1986051"/>
            </a:xfrm>
          </p:grpSpPr>
          <p:sp>
            <p:nvSpPr>
              <p:cNvPr id="58" name="Google Shape;58;p2"/>
              <p:cNvSpPr/>
              <p:nvPr/>
            </p:nvSpPr>
            <p:spPr>
              <a:xfrm rot="10800000">
                <a:off x="-293545" y="3454371"/>
                <a:ext cx="844677" cy="1985522"/>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2"/>
              <p:cNvSpPr/>
              <p:nvPr/>
            </p:nvSpPr>
            <p:spPr>
              <a:xfrm rot="10800000">
                <a:off x="-156450" y="3454901"/>
                <a:ext cx="844677" cy="1985522"/>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 name="Google Shape;60;p2"/>
            <p:cNvGrpSpPr/>
            <p:nvPr/>
          </p:nvGrpSpPr>
          <p:grpSpPr>
            <a:xfrm>
              <a:off x="363249" y="4906873"/>
              <a:ext cx="699940" cy="478601"/>
              <a:chOff x="39722" y="4349021"/>
              <a:chExt cx="1061964" cy="726143"/>
            </a:xfrm>
          </p:grpSpPr>
          <p:grpSp>
            <p:nvGrpSpPr>
              <p:cNvPr id="61" name="Google Shape;61;p2"/>
              <p:cNvGrpSpPr/>
              <p:nvPr/>
            </p:nvGrpSpPr>
            <p:grpSpPr>
              <a:xfrm rot="2700000">
                <a:off x="140502" y="4460924"/>
                <a:ext cx="524584" cy="502337"/>
                <a:chOff x="1189791" y="-1767331"/>
                <a:chExt cx="904284" cy="865933"/>
              </a:xfrm>
            </p:grpSpPr>
            <p:sp>
              <p:nvSpPr>
                <p:cNvPr id="62" name="Google Shape;62;p2"/>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r="100%"/>
                  </a:path>
                  <a:tileRect l="-10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2"/>
                <p:cNvGrpSpPr/>
                <p:nvPr/>
              </p:nvGrpSpPr>
              <p:grpSpPr>
                <a:xfrm>
                  <a:off x="1232795" y="-1740829"/>
                  <a:ext cx="717621" cy="717392"/>
                  <a:chOff x="1483457" y="3953671"/>
                  <a:chExt cx="717621" cy="717392"/>
                </a:xfrm>
              </p:grpSpPr>
              <p:sp>
                <p:nvSpPr>
                  <p:cNvPr id="64" name="Google Shape;64;p2"/>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2"/>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2"/>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2"/>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2"/>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69" name="Google Shape;69;p2"/>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 name="Google Shape;70;p2"/>
            <p:cNvGrpSpPr/>
            <p:nvPr/>
          </p:nvGrpSpPr>
          <p:grpSpPr>
            <a:xfrm rot="-5400000">
              <a:off x="-461873" y="3769393"/>
              <a:ext cx="1351491" cy="1047516"/>
              <a:chOff x="-2460210" y="2758493"/>
              <a:chExt cx="1351491" cy="1047516"/>
            </a:xfrm>
          </p:grpSpPr>
          <p:sp>
            <p:nvSpPr>
              <p:cNvPr id="71" name="Google Shape;71;p2"/>
              <p:cNvSpPr/>
              <p:nvPr/>
            </p:nvSpPr>
            <p:spPr>
              <a:xfrm rot="-2700000">
                <a:off x="-2341816" y="31085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2"/>
              <p:cNvSpPr/>
              <p:nvPr/>
            </p:nvSpPr>
            <p:spPr>
              <a:xfrm rot="-2700000">
                <a:off x="-2157466" y="30323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2"/>
              <p:cNvSpPr/>
              <p:nvPr/>
            </p:nvSpPr>
            <p:spPr>
              <a:xfrm rot="-2700000">
                <a:off x="-1993591" y="29561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2"/>
              <p:cNvSpPr/>
              <p:nvPr/>
            </p:nvSpPr>
            <p:spPr>
              <a:xfrm rot="-2700000">
                <a:off x="-1809241" y="28799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 name="Google Shape;75;p2"/>
            <p:cNvGrpSpPr/>
            <p:nvPr/>
          </p:nvGrpSpPr>
          <p:grpSpPr>
            <a:xfrm>
              <a:off x="438999" y="4567398"/>
              <a:ext cx="699940" cy="478601"/>
              <a:chOff x="39722" y="4349021"/>
              <a:chExt cx="1061964" cy="726143"/>
            </a:xfrm>
          </p:grpSpPr>
          <p:grpSp>
            <p:nvGrpSpPr>
              <p:cNvPr id="76" name="Google Shape;76;p2"/>
              <p:cNvGrpSpPr/>
              <p:nvPr/>
            </p:nvGrpSpPr>
            <p:grpSpPr>
              <a:xfrm rot="2700000">
                <a:off x="140502" y="4460924"/>
                <a:ext cx="524584" cy="502337"/>
                <a:chOff x="1189791" y="-1767331"/>
                <a:chExt cx="904284" cy="865933"/>
              </a:xfrm>
            </p:grpSpPr>
            <p:sp>
              <p:nvSpPr>
                <p:cNvPr id="77" name="Google Shape;77;p2"/>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r="100%"/>
                  </a:path>
                  <a:tileRect l="-10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8" name="Google Shape;78;p2"/>
                <p:cNvGrpSpPr/>
                <p:nvPr/>
              </p:nvGrpSpPr>
              <p:grpSpPr>
                <a:xfrm>
                  <a:off x="1232795" y="-1740829"/>
                  <a:ext cx="717621" cy="717392"/>
                  <a:chOff x="1483457" y="3953671"/>
                  <a:chExt cx="717621" cy="717392"/>
                </a:xfrm>
              </p:grpSpPr>
              <p:sp>
                <p:nvSpPr>
                  <p:cNvPr id="79" name="Google Shape;79;p2"/>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2"/>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2"/>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2"/>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2"/>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4" name="Google Shape;84;p2"/>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5" name="Google Shape;85;p2"/>
            <p:cNvGrpSpPr/>
            <p:nvPr/>
          </p:nvGrpSpPr>
          <p:grpSpPr>
            <a:xfrm>
              <a:off x="-65076" y="4623886"/>
              <a:ext cx="699940" cy="478601"/>
              <a:chOff x="39722" y="4349021"/>
              <a:chExt cx="1061964" cy="726143"/>
            </a:xfrm>
          </p:grpSpPr>
          <p:grpSp>
            <p:nvGrpSpPr>
              <p:cNvPr id="86" name="Google Shape;86;p2"/>
              <p:cNvGrpSpPr/>
              <p:nvPr/>
            </p:nvGrpSpPr>
            <p:grpSpPr>
              <a:xfrm rot="2700000">
                <a:off x="140502" y="4460924"/>
                <a:ext cx="524584" cy="502337"/>
                <a:chOff x="1189791" y="-1767331"/>
                <a:chExt cx="904284" cy="865933"/>
              </a:xfrm>
            </p:grpSpPr>
            <p:sp>
              <p:nvSpPr>
                <p:cNvPr id="87" name="Google Shape;87;p2"/>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r="100%"/>
                  </a:path>
                  <a:tileRect l="-10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8" name="Google Shape;88;p2"/>
                <p:cNvGrpSpPr/>
                <p:nvPr/>
              </p:nvGrpSpPr>
              <p:grpSpPr>
                <a:xfrm>
                  <a:off x="1232795" y="-1740829"/>
                  <a:ext cx="717621" cy="717392"/>
                  <a:chOff x="1483457" y="3953671"/>
                  <a:chExt cx="717621" cy="717392"/>
                </a:xfrm>
              </p:grpSpPr>
              <p:sp>
                <p:nvSpPr>
                  <p:cNvPr id="89" name="Google Shape;89;p2"/>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2"/>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2"/>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2"/>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2"/>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94" name="Google Shape;94;p2"/>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5" name="Shape 95"/>
        <p:cNvGrpSpPr/>
        <p:nvPr/>
      </p:nvGrpSpPr>
      <p:grpSpPr>
        <a:xfrm>
          <a:off x="0" y="0"/>
          <a:ext cx="0" cy="0"/>
          <a:chOff x="0" y="0"/>
          <a:chExt cx="0" cy="0"/>
        </a:xfrm>
      </p:grpSpPr>
      <p:sp>
        <p:nvSpPr>
          <p:cNvPr id="96" name="Google Shape;96;p3"/>
          <p:cNvSpPr txBox="1"/>
          <p:nvPr>
            <p:ph type="title"/>
          </p:nvPr>
        </p:nvSpPr>
        <p:spPr>
          <a:xfrm>
            <a:off x="720000" y="2079325"/>
            <a:ext cx="55980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97" name="Google Shape;97;p3"/>
          <p:cNvSpPr txBox="1"/>
          <p:nvPr>
            <p:ph hasCustomPrompt="1" idx="2" type="title"/>
          </p:nvPr>
        </p:nvSpPr>
        <p:spPr>
          <a:xfrm>
            <a:off x="720000" y="1025725"/>
            <a:ext cx="1702500" cy="993600"/>
          </a:xfrm>
          <a:prstGeom prst="rect">
            <a:avLst/>
          </a:prstGeom>
        </p:spPr>
        <p:txBody>
          <a:bodyPr anchorCtr="0" anchor="ctr" bIns="91425" lIns="91425" spcFirstLastPara="1" rIns="91425" wrap="square" tIns="91425">
            <a:noAutofit/>
          </a:bodyPr>
          <a:lstStyle>
            <a:lvl1pPr lvl="0" rtl="0">
              <a:spcBef>
                <a:spcPts val="0"/>
              </a:spcBef>
              <a:spcAft>
                <a:spcPts val="0"/>
              </a:spcAft>
              <a:buSzPts val="6000"/>
              <a:buNone/>
              <a:defRPr sz="6200">
                <a:latin typeface="Poppins"/>
                <a:ea typeface="Poppins"/>
                <a:cs typeface="Poppins"/>
                <a:sym typeface="Poppins"/>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98" name="Google Shape;98;p3"/>
          <p:cNvSpPr txBox="1"/>
          <p:nvPr>
            <p:ph idx="1" type="subTitle"/>
          </p:nvPr>
        </p:nvSpPr>
        <p:spPr>
          <a:xfrm>
            <a:off x="720000" y="3252375"/>
            <a:ext cx="5598000" cy="457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99" name="Google Shape;99;p3"/>
          <p:cNvGrpSpPr/>
          <p:nvPr/>
        </p:nvGrpSpPr>
        <p:grpSpPr>
          <a:xfrm>
            <a:off x="-539206" y="-1717975"/>
            <a:ext cx="4397193" cy="4171657"/>
            <a:chOff x="-494406" y="-1584825"/>
            <a:chExt cx="4397193" cy="4171657"/>
          </a:xfrm>
        </p:grpSpPr>
        <p:grpSp>
          <p:nvGrpSpPr>
            <p:cNvPr id="100" name="Google Shape;100;p3"/>
            <p:cNvGrpSpPr/>
            <p:nvPr/>
          </p:nvGrpSpPr>
          <p:grpSpPr>
            <a:xfrm>
              <a:off x="-494406" y="-252396"/>
              <a:ext cx="1741563" cy="1288563"/>
              <a:chOff x="-494406" y="-252396"/>
              <a:chExt cx="1741563" cy="1288563"/>
            </a:xfrm>
          </p:grpSpPr>
          <p:sp>
            <p:nvSpPr>
              <p:cNvPr id="101" name="Google Shape;101;p3"/>
              <p:cNvSpPr/>
              <p:nvPr/>
            </p:nvSpPr>
            <p:spPr>
              <a:xfrm rot="2700000">
                <a:off x="-315569"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r="100%"/>
                </a:path>
                <a:tileRect l="-10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3"/>
              <p:cNvSpPr/>
              <p:nvPr/>
            </p:nvSpPr>
            <p:spPr>
              <a:xfrm rot="2700000">
                <a:off x="137431"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r="100%"/>
                </a:path>
                <a:tileRect l="-10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3" name="Google Shape;103;p3"/>
            <p:cNvGrpSpPr/>
            <p:nvPr/>
          </p:nvGrpSpPr>
          <p:grpSpPr>
            <a:xfrm>
              <a:off x="245875" y="-51824"/>
              <a:ext cx="208200" cy="1824700"/>
              <a:chOff x="1040050" y="3812126"/>
              <a:chExt cx="208200" cy="1824700"/>
            </a:xfrm>
          </p:grpSpPr>
          <p:sp>
            <p:nvSpPr>
              <p:cNvPr id="104" name="Google Shape;104;p3"/>
              <p:cNvSpPr/>
              <p:nvPr/>
            </p:nvSpPr>
            <p:spPr>
              <a:xfrm>
                <a:off x="1040050" y="3812126"/>
                <a:ext cx="12550" cy="1824700"/>
              </a:xfrm>
              <a:custGeom>
                <a:rect b="b" l="l" r="r" t="t"/>
                <a:pathLst>
                  <a:path extrusionOk="0" h="27731" w="306">
                    <a:moveTo>
                      <a:pt x="1" y="1"/>
                    </a:moveTo>
                    <a:lnTo>
                      <a:pt x="1"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3"/>
              <p:cNvSpPr/>
              <p:nvPr/>
            </p:nvSpPr>
            <p:spPr>
              <a:xfrm>
                <a:off x="1235741" y="3812126"/>
                <a:ext cx="12509" cy="1824700"/>
              </a:xfrm>
              <a:custGeom>
                <a:rect b="b" l="l" r="r" t="t"/>
                <a:pathLst>
                  <a:path extrusionOk="0" h="27731" w="305">
                    <a:moveTo>
                      <a:pt x="0" y="1"/>
                    </a:moveTo>
                    <a:lnTo>
                      <a:pt x="0"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6" name="Google Shape;106;p3"/>
            <p:cNvGrpSpPr/>
            <p:nvPr/>
          </p:nvGrpSpPr>
          <p:grpSpPr>
            <a:xfrm>
              <a:off x="441574" y="-36652"/>
              <a:ext cx="699940" cy="478601"/>
              <a:chOff x="39722" y="4349021"/>
              <a:chExt cx="1061964" cy="726143"/>
            </a:xfrm>
          </p:grpSpPr>
          <p:grpSp>
            <p:nvGrpSpPr>
              <p:cNvPr id="107" name="Google Shape;107;p3"/>
              <p:cNvGrpSpPr/>
              <p:nvPr/>
            </p:nvGrpSpPr>
            <p:grpSpPr>
              <a:xfrm rot="2700000">
                <a:off x="140502" y="4460924"/>
                <a:ext cx="524584" cy="502337"/>
                <a:chOff x="1189791" y="-1767331"/>
                <a:chExt cx="904284" cy="865933"/>
              </a:xfrm>
            </p:grpSpPr>
            <p:sp>
              <p:nvSpPr>
                <p:cNvPr id="108" name="Google Shape;108;p3"/>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r="100%"/>
                  </a:path>
                  <a:tileRect l="-10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9" name="Google Shape;109;p3"/>
                <p:cNvGrpSpPr/>
                <p:nvPr/>
              </p:nvGrpSpPr>
              <p:grpSpPr>
                <a:xfrm>
                  <a:off x="1232795" y="-1740829"/>
                  <a:ext cx="717621" cy="717392"/>
                  <a:chOff x="1483457" y="3953671"/>
                  <a:chExt cx="717621" cy="717392"/>
                </a:xfrm>
              </p:grpSpPr>
              <p:sp>
                <p:nvSpPr>
                  <p:cNvPr id="110" name="Google Shape;110;p3"/>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3"/>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3"/>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3"/>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3"/>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15" name="Google Shape;115;p3"/>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6" name="Google Shape;116;p3"/>
            <p:cNvGrpSpPr/>
            <p:nvPr/>
          </p:nvGrpSpPr>
          <p:grpSpPr>
            <a:xfrm>
              <a:off x="955673" y="11"/>
              <a:ext cx="592576" cy="405260"/>
              <a:chOff x="39722" y="4349021"/>
              <a:chExt cx="1061964" cy="726143"/>
            </a:xfrm>
          </p:grpSpPr>
          <p:grpSp>
            <p:nvGrpSpPr>
              <p:cNvPr id="117" name="Google Shape;117;p3"/>
              <p:cNvGrpSpPr/>
              <p:nvPr/>
            </p:nvGrpSpPr>
            <p:grpSpPr>
              <a:xfrm rot="2700000">
                <a:off x="140502" y="4460924"/>
                <a:ext cx="524584" cy="502337"/>
                <a:chOff x="1189791" y="-1767331"/>
                <a:chExt cx="904284" cy="865933"/>
              </a:xfrm>
            </p:grpSpPr>
            <p:sp>
              <p:nvSpPr>
                <p:cNvPr id="118" name="Google Shape;118;p3"/>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r="100%"/>
                  </a:path>
                  <a:tileRect l="-10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9" name="Google Shape;119;p3"/>
                <p:cNvGrpSpPr/>
                <p:nvPr/>
              </p:nvGrpSpPr>
              <p:grpSpPr>
                <a:xfrm>
                  <a:off x="1232795" y="-1740829"/>
                  <a:ext cx="717621" cy="717392"/>
                  <a:chOff x="1483457" y="3953671"/>
                  <a:chExt cx="717621" cy="717392"/>
                </a:xfrm>
              </p:grpSpPr>
              <p:sp>
                <p:nvSpPr>
                  <p:cNvPr id="120" name="Google Shape;120;p3"/>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3"/>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3"/>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3"/>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3"/>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5" name="Google Shape;125;p3"/>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6" name="Google Shape;126;p3"/>
            <p:cNvGrpSpPr/>
            <p:nvPr/>
          </p:nvGrpSpPr>
          <p:grpSpPr>
            <a:xfrm>
              <a:off x="-1" y="621223"/>
              <a:ext cx="699940" cy="478601"/>
              <a:chOff x="39722" y="4349021"/>
              <a:chExt cx="1061964" cy="726143"/>
            </a:xfrm>
          </p:grpSpPr>
          <p:grpSp>
            <p:nvGrpSpPr>
              <p:cNvPr id="127" name="Google Shape;127;p3"/>
              <p:cNvGrpSpPr/>
              <p:nvPr/>
            </p:nvGrpSpPr>
            <p:grpSpPr>
              <a:xfrm rot="2700000">
                <a:off x="140502" y="4460924"/>
                <a:ext cx="524584" cy="502337"/>
                <a:chOff x="1189791" y="-1767331"/>
                <a:chExt cx="904284" cy="865933"/>
              </a:xfrm>
            </p:grpSpPr>
            <p:sp>
              <p:nvSpPr>
                <p:cNvPr id="128" name="Google Shape;128;p3"/>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r="100%"/>
                  </a:path>
                  <a:tileRect l="-10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9" name="Google Shape;129;p3"/>
                <p:cNvGrpSpPr/>
                <p:nvPr/>
              </p:nvGrpSpPr>
              <p:grpSpPr>
                <a:xfrm>
                  <a:off x="1232795" y="-1740829"/>
                  <a:ext cx="717621" cy="717392"/>
                  <a:chOff x="1483457" y="3953671"/>
                  <a:chExt cx="717621" cy="717392"/>
                </a:xfrm>
              </p:grpSpPr>
              <p:sp>
                <p:nvSpPr>
                  <p:cNvPr id="130" name="Google Shape;130;p3"/>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3"/>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3"/>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3"/>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3"/>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35" name="Google Shape;135;p3"/>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6" name="Google Shape;136;p3"/>
            <p:cNvGrpSpPr/>
            <p:nvPr/>
          </p:nvGrpSpPr>
          <p:grpSpPr>
            <a:xfrm rot="-8100000">
              <a:off x="540898" y="-1172741"/>
              <a:ext cx="2552124" cy="3347490"/>
              <a:chOff x="2976325" y="908175"/>
              <a:chExt cx="4028179" cy="5283555"/>
            </a:xfrm>
          </p:grpSpPr>
          <p:sp>
            <p:nvSpPr>
              <p:cNvPr id="137" name="Google Shape;137;p3"/>
              <p:cNvSpPr/>
              <p:nvPr/>
            </p:nvSpPr>
            <p:spPr>
              <a:xfrm>
                <a:off x="3851189" y="107252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3"/>
              <p:cNvSpPr/>
              <p:nvPr/>
            </p:nvSpPr>
            <p:spPr>
              <a:xfrm>
                <a:off x="3934943" y="90817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3"/>
              <p:cNvSpPr/>
              <p:nvPr/>
            </p:nvSpPr>
            <p:spPr>
              <a:xfrm>
                <a:off x="2976325" y="93003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0" name="Shape 140"/>
        <p:cNvGrpSpPr/>
        <p:nvPr/>
      </p:nvGrpSpPr>
      <p:grpSpPr>
        <a:xfrm>
          <a:off x="0" y="0"/>
          <a:ext cx="0" cy="0"/>
          <a:chOff x="0" y="0"/>
          <a:chExt cx="0" cy="0"/>
        </a:xfrm>
      </p:grpSpPr>
      <p:sp>
        <p:nvSpPr>
          <p:cNvPr id="141" name="Google Shape;141;p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42" name="Google Shape;142;p4"/>
          <p:cNvSpPr txBox="1"/>
          <p:nvPr>
            <p:ph idx="1" type="body"/>
          </p:nvPr>
        </p:nvSpPr>
        <p:spPr>
          <a:xfrm>
            <a:off x="720000" y="1139551"/>
            <a:ext cx="7704000" cy="411300"/>
          </a:xfrm>
          <a:prstGeom prst="rect">
            <a:avLst/>
          </a:prstGeom>
        </p:spPr>
        <p:txBody>
          <a:bodyPr anchorCtr="0" anchor="t" bIns="91425" lIns="91425" spcFirstLastPara="1" rIns="91425" wrap="square" tIns="91425">
            <a:noAutofit/>
          </a:bodyPr>
          <a:lstStyle>
            <a:lvl1pPr indent="-317500" lvl="0" marL="457200" rtl="0">
              <a:lnSpc>
                <a:spcPct val="100000"/>
              </a:lnSpc>
              <a:spcBef>
                <a:spcPts val="0"/>
              </a:spcBef>
              <a:spcAft>
                <a:spcPts val="0"/>
              </a:spcAft>
              <a:buClr>
                <a:srgbClr val="434343"/>
              </a:buClr>
              <a:buSzPts val="1400"/>
              <a:buAutoNum type="arabicPeriod"/>
              <a:defRPr>
                <a:solidFill>
                  <a:srgbClr val="191919"/>
                </a:solidFill>
              </a:defRPr>
            </a:lvl1pPr>
            <a:lvl2pPr indent="-317500" lvl="1" marL="914400" rtl="0">
              <a:lnSpc>
                <a:spcPct val="115000"/>
              </a:lnSpc>
              <a:spcBef>
                <a:spcPts val="0"/>
              </a:spcBef>
              <a:spcAft>
                <a:spcPts val="0"/>
              </a:spcAft>
              <a:buClr>
                <a:srgbClr val="434343"/>
              </a:buClr>
              <a:buSzPts val="1400"/>
              <a:buFont typeface="Roboto Condensed Light"/>
              <a:buAutoNum type="alphaLcPeriod"/>
              <a:defRPr>
                <a:solidFill>
                  <a:srgbClr val="434343"/>
                </a:solidFill>
              </a:defRPr>
            </a:lvl2pPr>
            <a:lvl3pPr indent="-317500" lvl="2" marL="1371600" rtl="0">
              <a:lnSpc>
                <a:spcPct val="115000"/>
              </a:lnSpc>
              <a:spcBef>
                <a:spcPts val="0"/>
              </a:spcBef>
              <a:spcAft>
                <a:spcPts val="0"/>
              </a:spcAft>
              <a:buClr>
                <a:srgbClr val="434343"/>
              </a:buClr>
              <a:buSzPts val="1400"/>
              <a:buFont typeface="Roboto Condensed Light"/>
              <a:buAutoNum type="romanLcPeriod"/>
              <a:defRPr>
                <a:solidFill>
                  <a:srgbClr val="434343"/>
                </a:solidFill>
              </a:defRPr>
            </a:lvl3pPr>
            <a:lvl4pPr indent="-317500" lvl="3" marL="1828800" rtl="0">
              <a:lnSpc>
                <a:spcPct val="115000"/>
              </a:lnSpc>
              <a:spcBef>
                <a:spcPts val="0"/>
              </a:spcBef>
              <a:spcAft>
                <a:spcPts val="0"/>
              </a:spcAft>
              <a:buClr>
                <a:srgbClr val="434343"/>
              </a:buClr>
              <a:buSzPts val="1400"/>
              <a:buFont typeface="Roboto Condensed Light"/>
              <a:buAutoNum type="arabicPeriod"/>
              <a:defRPr>
                <a:solidFill>
                  <a:srgbClr val="434343"/>
                </a:solidFill>
              </a:defRPr>
            </a:lvl4pPr>
            <a:lvl5pPr indent="-317500" lvl="4" marL="2286000" rtl="0">
              <a:lnSpc>
                <a:spcPct val="115000"/>
              </a:lnSpc>
              <a:spcBef>
                <a:spcPts val="0"/>
              </a:spcBef>
              <a:spcAft>
                <a:spcPts val="0"/>
              </a:spcAft>
              <a:buClr>
                <a:srgbClr val="434343"/>
              </a:buClr>
              <a:buSzPts val="1400"/>
              <a:buFont typeface="Roboto Condensed Light"/>
              <a:buAutoNum type="alphaLcPeriod"/>
              <a:defRPr>
                <a:solidFill>
                  <a:srgbClr val="434343"/>
                </a:solidFill>
              </a:defRPr>
            </a:lvl5pPr>
            <a:lvl6pPr indent="-317500" lvl="5" marL="2743200" rtl="0">
              <a:lnSpc>
                <a:spcPct val="115000"/>
              </a:lnSpc>
              <a:spcBef>
                <a:spcPts val="0"/>
              </a:spcBef>
              <a:spcAft>
                <a:spcPts val="0"/>
              </a:spcAft>
              <a:buClr>
                <a:srgbClr val="434343"/>
              </a:buClr>
              <a:buSzPts val="1400"/>
              <a:buFont typeface="Roboto Condensed Light"/>
              <a:buAutoNum type="romanLcPeriod"/>
              <a:defRPr>
                <a:solidFill>
                  <a:srgbClr val="434343"/>
                </a:solidFill>
              </a:defRPr>
            </a:lvl6pPr>
            <a:lvl7pPr indent="-317500" lvl="6" marL="3200400" rtl="0">
              <a:lnSpc>
                <a:spcPct val="115000"/>
              </a:lnSpc>
              <a:spcBef>
                <a:spcPts val="0"/>
              </a:spcBef>
              <a:spcAft>
                <a:spcPts val="0"/>
              </a:spcAft>
              <a:buClr>
                <a:srgbClr val="434343"/>
              </a:buClr>
              <a:buSzPts val="1400"/>
              <a:buFont typeface="Roboto Condensed Light"/>
              <a:buAutoNum type="arabicPeriod"/>
              <a:defRPr>
                <a:solidFill>
                  <a:srgbClr val="434343"/>
                </a:solidFill>
              </a:defRPr>
            </a:lvl7pPr>
            <a:lvl8pPr indent="-317500" lvl="7" marL="3657600" rtl="0">
              <a:lnSpc>
                <a:spcPct val="115000"/>
              </a:lnSpc>
              <a:spcBef>
                <a:spcPts val="0"/>
              </a:spcBef>
              <a:spcAft>
                <a:spcPts val="0"/>
              </a:spcAft>
              <a:buClr>
                <a:srgbClr val="434343"/>
              </a:buClr>
              <a:buSzPts val="1400"/>
              <a:buFont typeface="Roboto Condensed Light"/>
              <a:buAutoNum type="alphaLcPeriod"/>
              <a:defRPr>
                <a:solidFill>
                  <a:srgbClr val="434343"/>
                </a:solidFill>
              </a:defRPr>
            </a:lvl8pPr>
            <a:lvl9pPr indent="-317500" lvl="8" marL="4114800" rtl="0">
              <a:lnSpc>
                <a:spcPct val="115000"/>
              </a:lnSpc>
              <a:spcBef>
                <a:spcPts val="0"/>
              </a:spcBef>
              <a:spcAft>
                <a:spcPts val="0"/>
              </a:spcAft>
              <a:buClr>
                <a:srgbClr val="434343"/>
              </a:buClr>
              <a:buSzPts val="1400"/>
              <a:buFont typeface="Roboto Condensed Light"/>
              <a:buAutoNum type="romanLcPeriod"/>
              <a:defRPr>
                <a:solidFill>
                  <a:srgbClr val="434343"/>
                </a:solidFill>
              </a:defRPr>
            </a:lvl9pPr>
          </a:lstStyle>
          <a:p/>
        </p:txBody>
      </p:sp>
      <p:grpSp>
        <p:nvGrpSpPr>
          <p:cNvPr id="143" name="Google Shape;143;p4"/>
          <p:cNvGrpSpPr/>
          <p:nvPr/>
        </p:nvGrpSpPr>
        <p:grpSpPr>
          <a:xfrm>
            <a:off x="7365150" y="-1147799"/>
            <a:ext cx="3733124" cy="6537004"/>
            <a:chOff x="7212750" y="-1147799"/>
            <a:chExt cx="3733124" cy="6537004"/>
          </a:xfrm>
        </p:grpSpPr>
        <p:pic>
          <p:nvPicPr>
            <p:cNvPr id="144" name="Google Shape;144;p4"/>
            <p:cNvPicPr preferRelativeResize="0"/>
            <p:nvPr/>
          </p:nvPicPr>
          <p:blipFill rotWithShape="1">
            <a:blip r:embed="rId2">
              <a:alphaModFix/>
            </a:blip>
            <a:srcRect b="26177" l="16960" r="7121" t="24718"/>
            <a:stretch/>
          </p:blipFill>
          <p:spPr>
            <a:xfrm>
              <a:off x="7212750" y="-1147799"/>
              <a:ext cx="3733124" cy="2849200"/>
            </a:xfrm>
            <a:prstGeom prst="rect">
              <a:avLst/>
            </a:prstGeom>
            <a:noFill/>
            <a:ln>
              <a:noFill/>
            </a:ln>
          </p:spPr>
        </p:pic>
        <p:grpSp>
          <p:nvGrpSpPr>
            <p:cNvPr id="145" name="Google Shape;145;p4"/>
            <p:cNvGrpSpPr/>
            <p:nvPr/>
          </p:nvGrpSpPr>
          <p:grpSpPr>
            <a:xfrm>
              <a:off x="7392021" y="539499"/>
              <a:ext cx="1518472" cy="3030657"/>
              <a:chOff x="7785196" y="342199"/>
              <a:chExt cx="1518472" cy="3030657"/>
            </a:xfrm>
          </p:grpSpPr>
          <p:sp>
            <p:nvSpPr>
              <p:cNvPr id="146" name="Google Shape;146;p4"/>
              <p:cNvSpPr/>
              <p:nvPr/>
            </p:nvSpPr>
            <p:spPr>
              <a:xfrm rot="10800000">
                <a:off x="7882621" y="539499"/>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4"/>
              <p:cNvSpPr/>
              <p:nvPr/>
            </p:nvSpPr>
            <p:spPr>
              <a:xfrm rot="10800000">
                <a:off x="7785196" y="342199"/>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8" name="Google Shape;148;p4"/>
            <p:cNvSpPr/>
            <p:nvPr/>
          </p:nvSpPr>
          <p:spPr>
            <a:xfrm rot="5400000">
              <a:off x="8098189" y="-877180"/>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9" name="Google Shape;149;p4"/>
            <p:cNvGrpSpPr/>
            <p:nvPr/>
          </p:nvGrpSpPr>
          <p:grpSpPr>
            <a:xfrm>
              <a:off x="7740801" y="270000"/>
              <a:ext cx="3153315" cy="5119205"/>
              <a:chOff x="7740801" y="270000"/>
              <a:chExt cx="3153315" cy="5119205"/>
            </a:xfrm>
          </p:grpSpPr>
          <p:sp>
            <p:nvSpPr>
              <p:cNvPr id="150" name="Google Shape;150;p4"/>
              <p:cNvSpPr/>
              <p:nvPr/>
            </p:nvSpPr>
            <p:spPr>
              <a:xfrm>
                <a:off x="7740801" y="270000"/>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1" name="Google Shape;151;p4"/>
              <p:cNvGrpSpPr/>
              <p:nvPr/>
            </p:nvGrpSpPr>
            <p:grpSpPr>
              <a:xfrm>
                <a:off x="8192886" y="4736397"/>
                <a:ext cx="134004" cy="134004"/>
                <a:chOff x="8356813" y="1074288"/>
                <a:chExt cx="351900" cy="351900"/>
              </a:xfrm>
            </p:grpSpPr>
            <p:sp>
              <p:nvSpPr>
                <p:cNvPr id="152" name="Google Shape;152;p4"/>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4"/>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 name="Google Shape;154;p4"/>
              <p:cNvGrpSpPr/>
              <p:nvPr/>
            </p:nvGrpSpPr>
            <p:grpSpPr>
              <a:xfrm>
                <a:off x="8788211" y="3794722"/>
                <a:ext cx="134004" cy="134004"/>
                <a:chOff x="8356813" y="1074288"/>
                <a:chExt cx="351900" cy="351900"/>
              </a:xfrm>
            </p:grpSpPr>
            <p:sp>
              <p:nvSpPr>
                <p:cNvPr id="155" name="Google Shape;155;p4"/>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4"/>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7" name="Google Shape;157;p4"/>
              <p:cNvGrpSpPr/>
              <p:nvPr/>
            </p:nvGrpSpPr>
            <p:grpSpPr>
              <a:xfrm>
                <a:off x="8654186" y="2424672"/>
                <a:ext cx="134004" cy="134004"/>
                <a:chOff x="8356813" y="1074288"/>
                <a:chExt cx="351900" cy="351900"/>
              </a:xfrm>
            </p:grpSpPr>
            <p:sp>
              <p:nvSpPr>
                <p:cNvPr id="158" name="Google Shape;158;p4"/>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4"/>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160" name="Google Shape;160;p4"/>
          <p:cNvGrpSpPr/>
          <p:nvPr/>
        </p:nvGrpSpPr>
        <p:grpSpPr>
          <a:xfrm rot="-2529045">
            <a:off x="105741" y="3680210"/>
            <a:ext cx="591691" cy="2260270"/>
            <a:chOff x="-132364" y="1829399"/>
            <a:chExt cx="591677" cy="2260214"/>
          </a:xfrm>
        </p:grpSpPr>
        <p:sp>
          <p:nvSpPr>
            <p:cNvPr id="161" name="Google Shape;161;p4"/>
            <p:cNvSpPr/>
            <p:nvPr/>
          </p:nvSpPr>
          <p:spPr>
            <a:xfrm rot="10800000">
              <a:off x="62461" y="1829399"/>
              <a:ext cx="396852" cy="2260214"/>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4"/>
            <p:cNvSpPr/>
            <p:nvPr/>
          </p:nvSpPr>
          <p:spPr>
            <a:xfrm rot="10800000">
              <a:off x="-132364" y="1829399"/>
              <a:ext cx="396852" cy="2260214"/>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 name="Google Shape;163;p4"/>
          <p:cNvGrpSpPr/>
          <p:nvPr/>
        </p:nvGrpSpPr>
        <p:grpSpPr>
          <a:xfrm>
            <a:off x="-520148" y="-573164"/>
            <a:ext cx="1502291" cy="2806842"/>
            <a:chOff x="-367748" y="-573164"/>
            <a:chExt cx="1502291" cy="2806842"/>
          </a:xfrm>
        </p:grpSpPr>
        <p:grpSp>
          <p:nvGrpSpPr>
            <p:cNvPr id="164" name="Google Shape;164;p4"/>
            <p:cNvGrpSpPr/>
            <p:nvPr/>
          </p:nvGrpSpPr>
          <p:grpSpPr>
            <a:xfrm rot="10800000">
              <a:off x="-191449" y="1507557"/>
              <a:ext cx="904666" cy="726121"/>
              <a:chOff x="7945225" y="4302000"/>
              <a:chExt cx="904666" cy="726121"/>
            </a:xfrm>
          </p:grpSpPr>
          <p:sp>
            <p:nvSpPr>
              <p:cNvPr id="165" name="Google Shape;165;p4"/>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4"/>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4"/>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8" name="Google Shape;168;p4"/>
            <p:cNvSpPr/>
            <p:nvPr/>
          </p:nvSpPr>
          <p:spPr>
            <a:xfrm>
              <a:off x="152767" y="-572549"/>
              <a:ext cx="981776" cy="2307791"/>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4"/>
            <p:cNvSpPr/>
            <p:nvPr/>
          </p:nvSpPr>
          <p:spPr>
            <a:xfrm>
              <a:off x="-6579" y="-573164"/>
              <a:ext cx="981776" cy="2307791"/>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0" name="Google Shape;170;p4"/>
            <p:cNvGrpSpPr/>
            <p:nvPr/>
          </p:nvGrpSpPr>
          <p:grpSpPr>
            <a:xfrm rot="10800000">
              <a:off x="-367748" y="-467133"/>
              <a:ext cx="699928" cy="1651024"/>
              <a:chOff x="8337812" y="3492483"/>
              <a:chExt cx="699928" cy="1651024"/>
            </a:xfrm>
          </p:grpSpPr>
          <p:sp>
            <p:nvSpPr>
              <p:cNvPr id="171" name="Google Shape;171;p4"/>
              <p:cNvSpPr/>
              <p:nvPr/>
            </p:nvSpPr>
            <p:spPr>
              <a:xfrm>
                <a:off x="8337812" y="3492483"/>
                <a:ext cx="483116" cy="1013645"/>
              </a:xfrm>
              <a:custGeom>
                <a:rect b="b" l="l" r="r" t="t"/>
                <a:pathLst>
                  <a:path extrusionOk="0" h="24714" w="11779">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4"/>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4"/>
              <p:cNvSpPr/>
              <p:nvPr/>
            </p:nvSpPr>
            <p:spPr>
              <a:xfrm>
                <a:off x="8698380" y="3916789"/>
                <a:ext cx="246869" cy="1226718"/>
              </a:xfrm>
              <a:custGeom>
                <a:rect b="b" l="l" r="r" t="t"/>
                <a:pathLst>
                  <a:path extrusionOk="0" h="29909" w="6019">
                    <a:moveTo>
                      <a:pt x="1" y="1"/>
                    </a:moveTo>
                    <a:lnTo>
                      <a:pt x="1" y="306"/>
                    </a:lnTo>
                    <a:lnTo>
                      <a:pt x="5699" y="306"/>
                    </a:lnTo>
                    <a:lnTo>
                      <a:pt x="5699"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4"/>
              <p:cNvSpPr/>
              <p:nvPr/>
            </p:nvSpPr>
            <p:spPr>
              <a:xfrm>
                <a:off x="8790871" y="3823684"/>
                <a:ext cx="246869" cy="1226718"/>
              </a:xfrm>
              <a:custGeom>
                <a:rect b="b" l="l" r="r" t="t"/>
                <a:pathLst>
                  <a:path extrusionOk="0" h="29909" w="6019">
                    <a:moveTo>
                      <a:pt x="1" y="1"/>
                    </a:moveTo>
                    <a:lnTo>
                      <a:pt x="1" y="305"/>
                    </a:lnTo>
                    <a:lnTo>
                      <a:pt x="5714" y="305"/>
                    </a:lnTo>
                    <a:lnTo>
                      <a:pt x="5714"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74" name="Shape 174"/>
        <p:cNvGrpSpPr/>
        <p:nvPr/>
      </p:nvGrpSpPr>
      <p:grpSpPr>
        <a:xfrm>
          <a:off x="0" y="0"/>
          <a:ext cx="0" cy="0"/>
          <a:chOff x="0" y="0"/>
          <a:chExt cx="0" cy="0"/>
        </a:xfrm>
      </p:grpSpPr>
      <p:sp>
        <p:nvSpPr>
          <p:cNvPr id="175" name="Google Shape;175;p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76" name="Google Shape;176;p5"/>
          <p:cNvSpPr txBox="1"/>
          <p:nvPr>
            <p:ph idx="1" type="subTitle"/>
          </p:nvPr>
        </p:nvSpPr>
        <p:spPr>
          <a:xfrm>
            <a:off x="4999903" y="2372500"/>
            <a:ext cx="2340300" cy="13206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77" name="Google Shape;177;p5"/>
          <p:cNvSpPr txBox="1"/>
          <p:nvPr>
            <p:ph idx="2" type="subTitle"/>
          </p:nvPr>
        </p:nvSpPr>
        <p:spPr>
          <a:xfrm>
            <a:off x="1803800" y="2372500"/>
            <a:ext cx="2340300" cy="13206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78" name="Google Shape;178;p5"/>
          <p:cNvSpPr txBox="1"/>
          <p:nvPr>
            <p:ph idx="3" type="subTitle"/>
          </p:nvPr>
        </p:nvSpPr>
        <p:spPr>
          <a:xfrm>
            <a:off x="4999908" y="2048488"/>
            <a:ext cx="2340300" cy="4023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IBM Plex Mono"/>
              <a:buNone/>
              <a:defRPr b="1" sz="2000">
                <a:latin typeface="IBM Plex Mono"/>
                <a:ea typeface="IBM Plex Mono"/>
                <a:cs typeface="IBM Plex Mono"/>
                <a:sym typeface="IBM Plex Mono"/>
              </a:defRPr>
            </a:lvl1pPr>
            <a:lvl2pPr lvl="1"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179" name="Google Shape;179;p5"/>
          <p:cNvSpPr txBox="1"/>
          <p:nvPr>
            <p:ph idx="4" type="subTitle"/>
          </p:nvPr>
        </p:nvSpPr>
        <p:spPr>
          <a:xfrm>
            <a:off x="1803800" y="2048488"/>
            <a:ext cx="2340300" cy="4023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IBM Plex Mono"/>
              <a:buNone/>
              <a:defRPr b="1" sz="2000">
                <a:latin typeface="IBM Plex Mono"/>
                <a:ea typeface="IBM Plex Mono"/>
                <a:cs typeface="IBM Plex Mono"/>
                <a:sym typeface="IBM Plex Mono"/>
              </a:defRPr>
            </a:lvl1pPr>
            <a:lvl2pPr lvl="1"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grpSp>
        <p:nvGrpSpPr>
          <p:cNvPr id="180" name="Google Shape;180;p5"/>
          <p:cNvGrpSpPr/>
          <p:nvPr/>
        </p:nvGrpSpPr>
        <p:grpSpPr>
          <a:xfrm>
            <a:off x="7579113" y="-890399"/>
            <a:ext cx="2898275" cy="3032950"/>
            <a:chOff x="7198113" y="-890399"/>
            <a:chExt cx="2898275" cy="3032950"/>
          </a:xfrm>
        </p:grpSpPr>
        <p:pic>
          <p:nvPicPr>
            <p:cNvPr id="181" name="Google Shape;181;p5"/>
            <p:cNvPicPr preferRelativeResize="0"/>
            <p:nvPr/>
          </p:nvPicPr>
          <p:blipFill rotWithShape="1">
            <a:blip r:embed="rId2">
              <a:alphaModFix/>
            </a:blip>
            <a:srcRect b="26177" l="16960" r="7121" t="24718"/>
            <a:stretch/>
          </p:blipFill>
          <p:spPr>
            <a:xfrm rot="-5400000">
              <a:off x="7130775" y="-823062"/>
              <a:ext cx="3032950" cy="2898275"/>
            </a:xfrm>
            <a:prstGeom prst="rect">
              <a:avLst/>
            </a:prstGeom>
            <a:noFill/>
            <a:ln>
              <a:noFill/>
            </a:ln>
          </p:spPr>
        </p:pic>
        <p:grpSp>
          <p:nvGrpSpPr>
            <p:cNvPr id="182" name="Google Shape;182;p5"/>
            <p:cNvGrpSpPr/>
            <p:nvPr/>
          </p:nvGrpSpPr>
          <p:grpSpPr>
            <a:xfrm>
              <a:off x="8319318" y="-249682"/>
              <a:ext cx="1460040" cy="1171886"/>
              <a:chOff x="7945225" y="4302000"/>
              <a:chExt cx="904666" cy="726121"/>
            </a:xfrm>
          </p:grpSpPr>
          <p:sp>
            <p:nvSpPr>
              <p:cNvPr id="183" name="Google Shape;183;p5"/>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5"/>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5"/>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86" name="Google Shape;186;p5"/>
          <p:cNvGrpSpPr/>
          <p:nvPr/>
        </p:nvGrpSpPr>
        <p:grpSpPr>
          <a:xfrm>
            <a:off x="-613920" y="3693606"/>
            <a:ext cx="2048057" cy="2238804"/>
            <a:chOff x="-461520" y="3617406"/>
            <a:chExt cx="2048057" cy="2238804"/>
          </a:xfrm>
        </p:grpSpPr>
        <p:grpSp>
          <p:nvGrpSpPr>
            <p:cNvPr id="187" name="Google Shape;187;p5"/>
            <p:cNvGrpSpPr/>
            <p:nvPr/>
          </p:nvGrpSpPr>
          <p:grpSpPr>
            <a:xfrm>
              <a:off x="-461520" y="3617406"/>
              <a:ext cx="1916534" cy="2238804"/>
              <a:chOff x="-461520" y="3617406"/>
              <a:chExt cx="1916534" cy="2238804"/>
            </a:xfrm>
          </p:grpSpPr>
          <p:grpSp>
            <p:nvGrpSpPr>
              <p:cNvPr id="188" name="Google Shape;188;p5"/>
              <p:cNvGrpSpPr/>
              <p:nvPr/>
            </p:nvGrpSpPr>
            <p:grpSpPr>
              <a:xfrm flipH="1">
                <a:off x="-461520" y="4010132"/>
                <a:ext cx="1916534" cy="1538287"/>
                <a:chOff x="7945225" y="4302000"/>
                <a:chExt cx="904666" cy="726121"/>
              </a:xfrm>
            </p:grpSpPr>
            <p:sp>
              <p:nvSpPr>
                <p:cNvPr id="189" name="Google Shape;189;p5"/>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5"/>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5"/>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2" name="Google Shape;192;p5"/>
              <p:cNvGrpSpPr/>
              <p:nvPr/>
            </p:nvGrpSpPr>
            <p:grpSpPr>
              <a:xfrm>
                <a:off x="-309885" y="3617406"/>
                <a:ext cx="1448824" cy="2238804"/>
                <a:chOff x="-309885" y="3617406"/>
                <a:chExt cx="1448824" cy="2238804"/>
              </a:xfrm>
            </p:grpSpPr>
            <p:grpSp>
              <p:nvGrpSpPr>
                <p:cNvPr id="193" name="Google Shape;193;p5"/>
                <p:cNvGrpSpPr/>
                <p:nvPr/>
              </p:nvGrpSpPr>
              <p:grpSpPr>
                <a:xfrm>
                  <a:off x="-277007" y="3870159"/>
                  <a:ext cx="981772" cy="1986051"/>
                  <a:chOff x="-293545" y="3454371"/>
                  <a:chExt cx="981772" cy="1986051"/>
                </a:xfrm>
              </p:grpSpPr>
              <p:sp>
                <p:nvSpPr>
                  <p:cNvPr id="194" name="Google Shape;194;p5"/>
                  <p:cNvSpPr/>
                  <p:nvPr/>
                </p:nvSpPr>
                <p:spPr>
                  <a:xfrm rot="10800000">
                    <a:off x="-293545" y="3454371"/>
                    <a:ext cx="844677" cy="1985522"/>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5"/>
                  <p:cNvSpPr/>
                  <p:nvPr/>
                </p:nvSpPr>
                <p:spPr>
                  <a:xfrm rot="10800000">
                    <a:off x="-156450" y="3454901"/>
                    <a:ext cx="844677" cy="1985522"/>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6" name="Google Shape;196;p5"/>
                <p:cNvGrpSpPr/>
                <p:nvPr/>
              </p:nvGrpSpPr>
              <p:grpSpPr>
                <a:xfrm>
                  <a:off x="363249" y="4906873"/>
                  <a:ext cx="699940" cy="478601"/>
                  <a:chOff x="39722" y="4349021"/>
                  <a:chExt cx="1061964" cy="726143"/>
                </a:xfrm>
              </p:grpSpPr>
              <p:grpSp>
                <p:nvGrpSpPr>
                  <p:cNvPr id="197" name="Google Shape;197;p5"/>
                  <p:cNvGrpSpPr/>
                  <p:nvPr/>
                </p:nvGrpSpPr>
                <p:grpSpPr>
                  <a:xfrm rot="2700000">
                    <a:off x="140502" y="4460924"/>
                    <a:ext cx="524584" cy="502337"/>
                    <a:chOff x="1189791" y="-1767331"/>
                    <a:chExt cx="904284" cy="865933"/>
                  </a:xfrm>
                </p:grpSpPr>
                <p:sp>
                  <p:nvSpPr>
                    <p:cNvPr id="198" name="Google Shape;198;p5"/>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r="100%"/>
                      </a:path>
                      <a:tileRect l="-10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9" name="Google Shape;199;p5"/>
                    <p:cNvGrpSpPr/>
                    <p:nvPr/>
                  </p:nvGrpSpPr>
                  <p:grpSpPr>
                    <a:xfrm>
                      <a:off x="1232795" y="-1740829"/>
                      <a:ext cx="717621" cy="717392"/>
                      <a:chOff x="1483457" y="3953671"/>
                      <a:chExt cx="717621" cy="717392"/>
                    </a:xfrm>
                  </p:grpSpPr>
                  <p:sp>
                    <p:nvSpPr>
                      <p:cNvPr id="200" name="Google Shape;200;p5"/>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5"/>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5"/>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5"/>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5"/>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05" name="Google Shape;205;p5"/>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6" name="Google Shape;206;p5"/>
                <p:cNvGrpSpPr/>
                <p:nvPr/>
              </p:nvGrpSpPr>
              <p:grpSpPr>
                <a:xfrm rot="-5400000">
                  <a:off x="-461873" y="3769393"/>
                  <a:ext cx="1351491" cy="1047516"/>
                  <a:chOff x="-2460210" y="2758493"/>
                  <a:chExt cx="1351491" cy="1047516"/>
                </a:xfrm>
              </p:grpSpPr>
              <p:sp>
                <p:nvSpPr>
                  <p:cNvPr id="207" name="Google Shape;207;p5"/>
                  <p:cNvSpPr/>
                  <p:nvPr/>
                </p:nvSpPr>
                <p:spPr>
                  <a:xfrm rot="-2700000">
                    <a:off x="-2341816" y="31085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5"/>
                  <p:cNvSpPr/>
                  <p:nvPr/>
                </p:nvSpPr>
                <p:spPr>
                  <a:xfrm rot="-2700000">
                    <a:off x="-2157466" y="30323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5"/>
                  <p:cNvSpPr/>
                  <p:nvPr/>
                </p:nvSpPr>
                <p:spPr>
                  <a:xfrm rot="-2700000">
                    <a:off x="-1993591" y="29561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5"/>
                  <p:cNvSpPr/>
                  <p:nvPr/>
                </p:nvSpPr>
                <p:spPr>
                  <a:xfrm rot="-2700000">
                    <a:off x="-1809241" y="28799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1" name="Google Shape;211;p5"/>
                <p:cNvGrpSpPr/>
                <p:nvPr/>
              </p:nvGrpSpPr>
              <p:grpSpPr>
                <a:xfrm>
                  <a:off x="438999" y="4567398"/>
                  <a:ext cx="699940" cy="478601"/>
                  <a:chOff x="39722" y="4349021"/>
                  <a:chExt cx="1061964" cy="726143"/>
                </a:xfrm>
              </p:grpSpPr>
              <p:grpSp>
                <p:nvGrpSpPr>
                  <p:cNvPr id="212" name="Google Shape;212;p5"/>
                  <p:cNvGrpSpPr/>
                  <p:nvPr/>
                </p:nvGrpSpPr>
                <p:grpSpPr>
                  <a:xfrm rot="2700000">
                    <a:off x="140502" y="4460924"/>
                    <a:ext cx="524584" cy="502337"/>
                    <a:chOff x="1189791" y="-1767331"/>
                    <a:chExt cx="904284" cy="865933"/>
                  </a:xfrm>
                </p:grpSpPr>
                <p:sp>
                  <p:nvSpPr>
                    <p:cNvPr id="213" name="Google Shape;213;p5"/>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r="100%"/>
                      </a:path>
                      <a:tileRect l="-10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4" name="Google Shape;214;p5"/>
                    <p:cNvGrpSpPr/>
                    <p:nvPr/>
                  </p:nvGrpSpPr>
                  <p:grpSpPr>
                    <a:xfrm>
                      <a:off x="1232795" y="-1740829"/>
                      <a:ext cx="717621" cy="717392"/>
                      <a:chOff x="1483457" y="3953671"/>
                      <a:chExt cx="717621" cy="717392"/>
                    </a:xfrm>
                  </p:grpSpPr>
                  <p:sp>
                    <p:nvSpPr>
                      <p:cNvPr id="215" name="Google Shape;215;p5"/>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5"/>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5"/>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5"/>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5"/>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20" name="Google Shape;220;p5"/>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1" name="Google Shape;221;p5"/>
                <p:cNvGrpSpPr/>
                <p:nvPr/>
              </p:nvGrpSpPr>
              <p:grpSpPr>
                <a:xfrm>
                  <a:off x="-65076" y="4623886"/>
                  <a:ext cx="699940" cy="478601"/>
                  <a:chOff x="39722" y="4349021"/>
                  <a:chExt cx="1061964" cy="726143"/>
                </a:xfrm>
              </p:grpSpPr>
              <p:grpSp>
                <p:nvGrpSpPr>
                  <p:cNvPr id="222" name="Google Shape;222;p5"/>
                  <p:cNvGrpSpPr/>
                  <p:nvPr/>
                </p:nvGrpSpPr>
                <p:grpSpPr>
                  <a:xfrm rot="2700000">
                    <a:off x="140502" y="4460924"/>
                    <a:ext cx="524584" cy="502337"/>
                    <a:chOff x="1189791" y="-1767331"/>
                    <a:chExt cx="904284" cy="865933"/>
                  </a:xfrm>
                </p:grpSpPr>
                <p:sp>
                  <p:nvSpPr>
                    <p:cNvPr id="223" name="Google Shape;223;p5"/>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r="100%"/>
                      </a:path>
                      <a:tileRect l="-10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4" name="Google Shape;224;p5"/>
                    <p:cNvGrpSpPr/>
                    <p:nvPr/>
                  </p:nvGrpSpPr>
                  <p:grpSpPr>
                    <a:xfrm>
                      <a:off x="1232795" y="-1740829"/>
                      <a:ext cx="717621" cy="717392"/>
                      <a:chOff x="1483457" y="3953671"/>
                      <a:chExt cx="717621" cy="717392"/>
                    </a:xfrm>
                  </p:grpSpPr>
                  <p:sp>
                    <p:nvSpPr>
                      <p:cNvPr id="225" name="Google Shape;225;p5"/>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5"/>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5"/>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5"/>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5"/>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30" name="Google Shape;230;p5"/>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231" name="Google Shape;231;p5"/>
            <p:cNvGrpSpPr/>
            <p:nvPr/>
          </p:nvGrpSpPr>
          <p:grpSpPr>
            <a:xfrm rot="5400000">
              <a:off x="1147388" y="4839000"/>
              <a:ext cx="439200" cy="439100"/>
              <a:chOff x="1101075" y="2142375"/>
              <a:chExt cx="439200" cy="439100"/>
            </a:xfrm>
          </p:grpSpPr>
          <p:sp>
            <p:nvSpPr>
              <p:cNvPr id="232" name="Google Shape;232;p5"/>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5"/>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34" name="Google Shape;234;p5"/>
          <p:cNvGrpSpPr/>
          <p:nvPr/>
        </p:nvGrpSpPr>
        <p:grpSpPr>
          <a:xfrm>
            <a:off x="-2352525" y="-402069"/>
            <a:ext cx="5307515" cy="2438355"/>
            <a:chOff x="-2276325" y="-249669"/>
            <a:chExt cx="5307515" cy="2438355"/>
          </a:xfrm>
        </p:grpSpPr>
        <p:grpSp>
          <p:nvGrpSpPr>
            <p:cNvPr id="235" name="Google Shape;235;p5"/>
            <p:cNvGrpSpPr/>
            <p:nvPr/>
          </p:nvGrpSpPr>
          <p:grpSpPr>
            <a:xfrm rot="10800000">
              <a:off x="-1297788" y="-249669"/>
              <a:ext cx="2601921" cy="2438355"/>
              <a:chOff x="7340128" y="2866613"/>
              <a:chExt cx="2439225" cy="2438355"/>
            </a:xfrm>
          </p:grpSpPr>
          <p:sp>
            <p:nvSpPr>
              <p:cNvPr id="236" name="Google Shape;236;p5"/>
              <p:cNvSpPr/>
              <p:nvPr/>
            </p:nvSpPr>
            <p:spPr>
              <a:xfrm flipH="1" rot="2700000">
                <a:off x="8012290" y="2875755"/>
                <a:ext cx="981794" cy="2307832"/>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5"/>
              <p:cNvSpPr/>
              <p:nvPr/>
            </p:nvSpPr>
            <p:spPr>
              <a:xfrm flipH="1" rot="2700000">
                <a:off x="8125398" y="2987994"/>
                <a:ext cx="981794" cy="2307832"/>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8" name="Google Shape;238;p5"/>
            <p:cNvSpPr/>
            <p:nvPr/>
          </p:nvSpPr>
          <p:spPr>
            <a:xfrm rot="-5400000">
              <a:off x="1755111" y="-896010"/>
              <a:ext cx="577450" cy="1974708"/>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9" name="Google Shape;239;p5"/>
            <p:cNvGrpSpPr/>
            <p:nvPr/>
          </p:nvGrpSpPr>
          <p:grpSpPr>
            <a:xfrm>
              <a:off x="-2276325" y="245976"/>
              <a:ext cx="4558967" cy="134100"/>
              <a:chOff x="796100" y="3019701"/>
              <a:chExt cx="4558967" cy="134100"/>
            </a:xfrm>
          </p:grpSpPr>
          <p:sp>
            <p:nvSpPr>
              <p:cNvPr id="240" name="Google Shape;240;p5"/>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41" name="Google Shape;241;p5"/>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242" name="Google Shape;242;p5"/>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43" name="Google Shape;243;p5"/>
          <p:cNvGrpSpPr/>
          <p:nvPr/>
        </p:nvGrpSpPr>
        <p:grpSpPr>
          <a:xfrm>
            <a:off x="6795100" y="3095213"/>
            <a:ext cx="4558967" cy="2438355"/>
            <a:chOff x="6490300" y="2866613"/>
            <a:chExt cx="4558967" cy="2438355"/>
          </a:xfrm>
        </p:grpSpPr>
        <p:grpSp>
          <p:nvGrpSpPr>
            <p:cNvPr id="244" name="Google Shape;244;p5"/>
            <p:cNvGrpSpPr/>
            <p:nvPr/>
          </p:nvGrpSpPr>
          <p:grpSpPr>
            <a:xfrm>
              <a:off x="7340128" y="2866613"/>
              <a:ext cx="2439225" cy="2438355"/>
              <a:chOff x="7340128" y="2866613"/>
              <a:chExt cx="2439225" cy="2438355"/>
            </a:xfrm>
          </p:grpSpPr>
          <p:sp>
            <p:nvSpPr>
              <p:cNvPr id="245" name="Google Shape;245;p5"/>
              <p:cNvSpPr/>
              <p:nvPr/>
            </p:nvSpPr>
            <p:spPr>
              <a:xfrm flipH="1" rot="2700000">
                <a:off x="8012290" y="2875755"/>
                <a:ext cx="981794" cy="2307832"/>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5"/>
              <p:cNvSpPr/>
              <p:nvPr/>
            </p:nvSpPr>
            <p:spPr>
              <a:xfrm flipH="1" rot="2700000">
                <a:off x="8125398" y="2987994"/>
                <a:ext cx="981794" cy="2307832"/>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7" name="Google Shape;247;p5"/>
            <p:cNvGrpSpPr/>
            <p:nvPr/>
          </p:nvGrpSpPr>
          <p:grpSpPr>
            <a:xfrm rot="10800000">
              <a:off x="6490300" y="4774026"/>
              <a:ext cx="4558967" cy="134100"/>
              <a:chOff x="796100" y="3019701"/>
              <a:chExt cx="4558967" cy="134100"/>
            </a:xfrm>
          </p:grpSpPr>
          <p:sp>
            <p:nvSpPr>
              <p:cNvPr id="248" name="Google Shape;248;p5"/>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49" name="Google Shape;249;p5"/>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250" name="Google Shape;250;p5"/>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1" name="Shape 251"/>
        <p:cNvGrpSpPr/>
        <p:nvPr/>
      </p:nvGrpSpPr>
      <p:grpSpPr>
        <a:xfrm>
          <a:off x="0" y="0"/>
          <a:ext cx="0" cy="0"/>
          <a:chOff x="0" y="0"/>
          <a:chExt cx="0" cy="0"/>
        </a:xfrm>
      </p:grpSpPr>
      <p:grpSp>
        <p:nvGrpSpPr>
          <p:cNvPr id="252" name="Google Shape;252;p6"/>
          <p:cNvGrpSpPr/>
          <p:nvPr/>
        </p:nvGrpSpPr>
        <p:grpSpPr>
          <a:xfrm rot="-8100000">
            <a:off x="-1629951" y="-1138306"/>
            <a:ext cx="3785189" cy="3043121"/>
            <a:chOff x="7103825" y="-713112"/>
            <a:chExt cx="3785226" cy="3043150"/>
          </a:xfrm>
        </p:grpSpPr>
        <p:sp>
          <p:nvSpPr>
            <p:cNvPr id="253" name="Google Shape;253;p6"/>
            <p:cNvSpPr/>
            <p:nvPr/>
          </p:nvSpPr>
          <p:spPr>
            <a:xfrm rot="-3600017">
              <a:off x="7761095" y="-21"/>
              <a:ext cx="2152450" cy="1864030"/>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54" name="Google Shape;254;p6"/>
            <p:cNvPicPr preferRelativeResize="0"/>
            <p:nvPr/>
          </p:nvPicPr>
          <p:blipFill rotWithShape="1">
            <a:blip r:embed="rId2">
              <a:alphaModFix/>
            </a:blip>
            <a:srcRect b="17663" l="0" r="0" t="17657"/>
            <a:stretch/>
          </p:blipFill>
          <p:spPr>
            <a:xfrm>
              <a:off x="7103825" y="-713112"/>
              <a:ext cx="3785226" cy="2888974"/>
            </a:xfrm>
            <a:prstGeom prst="rect">
              <a:avLst/>
            </a:prstGeom>
            <a:noFill/>
            <a:ln>
              <a:noFill/>
            </a:ln>
          </p:spPr>
        </p:pic>
      </p:grpSp>
      <p:sp>
        <p:nvSpPr>
          <p:cNvPr id="255" name="Google Shape;255;p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grpSp>
        <p:nvGrpSpPr>
          <p:cNvPr id="256" name="Google Shape;256;p6"/>
          <p:cNvGrpSpPr/>
          <p:nvPr/>
        </p:nvGrpSpPr>
        <p:grpSpPr>
          <a:xfrm>
            <a:off x="8106279" y="-844413"/>
            <a:ext cx="1791132" cy="2767833"/>
            <a:chOff x="8030079" y="-844413"/>
            <a:chExt cx="1791132" cy="2767833"/>
          </a:xfrm>
        </p:grpSpPr>
        <p:grpSp>
          <p:nvGrpSpPr>
            <p:cNvPr id="257" name="Google Shape;257;p6"/>
            <p:cNvGrpSpPr/>
            <p:nvPr/>
          </p:nvGrpSpPr>
          <p:grpSpPr>
            <a:xfrm rot="10800000">
              <a:off x="8566799" y="-844413"/>
              <a:ext cx="1213764" cy="2455355"/>
              <a:chOff x="-293545" y="3454371"/>
              <a:chExt cx="981772" cy="1986051"/>
            </a:xfrm>
          </p:grpSpPr>
          <p:sp>
            <p:nvSpPr>
              <p:cNvPr id="258" name="Google Shape;258;p6"/>
              <p:cNvSpPr/>
              <p:nvPr/>
            </p:nvSpPr>
            <p:spPr>
              <a:xfrm rot="10800000">
                <a:off x="-293545" y="3454371"/>
                <a:ext cx="844677" cy="1985522"/>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6"/>
              <p:cNvSpPr/>
              <p:nvPr/>
            </p:nvSpPr>
            <p:spPr>
              <a:xfrm rot="10800000">
                <a:off x="-156450" y="3454901"/>
                <a:ext cx="844677" cy="1985522"/>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0" name="Google Shape;260;p6"/>
            <p:cNvGrpSpPr/>
            <p:nvPr/>
          </p:nvGrpSpPr>
          <p:grpSpPr>
            <a:xfrm rot="10800000">
              <a:off x="8123728" y="-262212"/>
              <a:ext cx="865288" cy="591661"/>
              <a:chOff x="39722" y="4349021"/>
              <a:chExt cx="1061964" cy="726143"/>
            </a:xfrm>
          </p:grpSpPr>
          <p:grpSp>
            <p:nvGrpSpPr>
              <p:cNvPr id="261" name="Google Shape;261;p6"/>
              <p:cNvGrpSpPr/>
              <p:nvPr/>
            </p:nvGrpSpPr>
            <p:grpSpPr>
              <a:xfrm rot="2700000">
                <a:off x="140502" y="4460924"/>
                <a:ext cx="524584" cy="502337"/>
                <a:chOff x="1189791" y="-1767331"/>
                <a:chExt cx="904284" cy="865933"/>
              </a:xfrm>
            </p:grpSpPr>
            <p:sp>
              <p:nvSpPr>
                <p:cNvPr id="262" name="Google Shape;262;p6"/>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r="100%"/>
                  </a:path>
                  <a:tileRect l="-10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63" name="Google Shape;263;p6"/>
                <p:cNvGrpSpPr/>
                <p:nvPr/>
              </p:nvGrpSpPr>
              <p:grpSpPr>
                <a:xfrm>
                  <a:off x="1232795" y="-1740829"/>
                  <a:ext cx="717621" cy="717392"/>
                  <a:chOff x="1483457" y="3953671"/>
                  <a:chExt cx="717621" cy="717392"/>
                </a:xfrm>
              </p:grpSpPr>
              <p:sp>
                <p:nvSpPr>
                  <p:cNvPr id="264" name="Google Shape;264;p6"/>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6"/>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6"/>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6"/>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6"/>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69" name="Google Shape;269;p6"/>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0" name="Google Shape;270;p6"/>
            <p:cNvGrpSpPr/>
            <p:nvPr/>
          </p:nvGrpSpPr>
          <p:grpSpPr>
            <a:xfrm rot="5400000">
              <a:off x="8338264" y="440474"/>
              <a:ext cx="1670849" cy="1295044"/>
              <a:chOff x="-2460210" y="2758493"/>
              <a:chExt cx="1351491" cy="1047516"/>
            </a:xfrm>
          </p:grpSpPr>
          <p:sp>
            <p:nvSpPr>
              <p:cNvPr id="271" name="Google Shape;271;p6"/>
              <p:cNvSpPr/>
              <p:nvPr/>
            </p:nvSpPr>
            <p:spPr>
              <a:xfrm rot="-2700000">
                <a:off x="-2341816" y="31085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6"/>
              <p:cNvSpPr/>
              <p:nvPr/>
            </p:nvSpPr>
            <p:spPr>
              <a:xfrm rot="-2700000">
                <a:off x="-2157466" y="30323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6"/>
              <p:cNvSpPr/>
              <p:nvPr/>
            </p:nvSpPr>
            <p:spPr>
              <a:xfrm rot="-2700000">
                <a:off x="-1993591" y="29561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6"/>
              <p:cNvSpPr/>
              <p:nvPr/>
            </p:nvSpPr>
            <p:spPr>
              <a:xfrm rot="-2700000">
                <a:off x="-1809241" y="28799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5" name="Google Shape;275;p6"/>
            <p:cNvGrpSpPr/>
            <p:nvPr/>
          </p:nvGrpSpPr>
          <p:grpSpPr>
            <a:xfrm rot="10800000">
              <a:off x="8030079" y="157481"/>
              <a:ext cx="865288" cy="591661"/>
              <a:chOff x="39722" y="4349021"/>
              <a:chExt cx="1061964" cy="726143"/>
            </a:xfrm>
          </p:grpSpPr>
          <p:grpSp>
            <p:nvGrpSpPr>
              <p:cNvPr id="276" name="Google Shape;276;p6"/>
              <p:cNvGrpSpPr/>
              <p:nvPr/>
            </p:nvGrpSpPr>
            <p:grpSpPr>
              <a:xfrm rot="2700000">
                <a:off x="140502" y="4460924"/>
                <a:ext cx="524584" cy="502337"/>
                <a:chOff x="1189791" y="-1767331"/>
                <a:chExt cx="904284" cy="865933"/>
              </a:xfrm>
            </p:grpSpPr>
            <p:sp>
              <p:nvSpPr>
                <p:cNvPr id="277" name="Google Shape;277;p6"/>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r="100%"/>
                  </a:path>
                  <a:tileRect l="-10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8" name="Google Shape;278;p6"/>
                <p:cNvGrpSpPr/>
                <p:nvPr/>
              </p:nvGrpSpPr>
              <p:grpSpPr>
                <a:xfrm>
                  <a:off x="1232795" y="-1740829"/>
                  <a:ext cx="717621" cy="717392"/>
                  <a:chOff x="1483457" y="3953671"/>
                  <a:chExt cx="717621" cy="717392"/>
                </a:xfrm>
              </p:grpSpPr>
              <p:sp>
                <p:nvSpPr>
                  <p:cNvPr id="279" name="Google Shape;279;p6"/>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6"/>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6"/>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6"/>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6"/>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84" name="Google Shape;284;p6"/>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5" name="Google Shape;285;p6"/>
            <p:cNvGrpSpPr/>
            <p:nvPr/>
          </p:nvGrpSpPr>
          <p:grpSpPr>
            <a:xfrm rot="10800000">
              <a:off x="8653266" y="87645"/>
              <a:ext cx="865288" cy="591661"/>
              <a:chOff x="39722" y="4349021"/>
              <a:chExt cx="1061964" cy="726143"/>
            </a:xfrm>
          </p:grpSpPr>
          <p:grpSp>
            <p:nvGrpSpPr>
              <p:cNvPr id="286" name="Google Shape;286;p6"/>
              <p:cNvGrpSpPr/>
              <p:nvPr/>
            </p:nvGrpSpPr>
            <p:grpSpPr>
              <a:xfrm rot="2700000">
                <a:off x="140502" y="4460924"/>
                <a:ext cx="524584" cy="502337"/>
                <a:chOff x="1189791" y="-1767331"/>
                <a:chExt cx="904284" cy="865933"/>
              </a:xfrm>
            </p:grpSpPr>
            <p:sp>
              <p:nvSpPr>
                <p:cNvPr id="287" name="Google Shape;287;p6"/>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r="100%"/>
                  </a:path>
                  <a:tileRect l="-10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88" name="Google Shape;288;p6"/>
                <p:cNvGrpSpPr/>
                <p:nvPr/>
              </p:nvGrpSpPr>
              <p:grpSpPr>
                <a:xfrm>
                  <a:off x="1232795" y="-1740829"/>
                  <a:ext cx="717621" cy="717392"/>
                  <a:chOff x="1483457" y="3953671"/>
                  <a:chExt cx="717621" cy="717392"/>
                </a:xfrm>
              </p:grpSpPr>
              <p:sp>
                <p:nvSpPr>
                  <p:cNvPr id="289" name="Google Shape;289;p6"/>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6"/>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6"/>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6"/>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6"/>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94" name="Google Shape;294;p6"/>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95" name="Google Shape;295;p6"/>
          <p:cNvGrpSpPr/>
          <p:nvPr/>
        </p:nvGrpSpPr>
        <p:grpSpPr>
          <a:xfrm>
            <a:off x="-1499000" y="3182553"/>
            <a:ext cx="4558967" cy="3356863"/>
            <a:chOff x="-1422800" y="3106353"/>
            <a:chExt cx="4558967" cy="3356863"/>
          </a:xfrm>
        </p:grpSpPr>
        <p:grpSp>
          <p:nvGrpSpPr>
            <p:cNvPr id="296" name="Google Shape;296;p6"/>
            <p:cNvGrpSpPr/>
            <p:nvPr/>
          </p:nvGrpSpPr>
          <p:grpSpPr>
            <a:xfrm>
              <a:off x="-474664" y="3485331"/>
              <a:ext cx="1472068" cy="2977885"/>
              <a:chOff x="-293545" y="3454371"/>
              <a:chExt cx="981772" cy="1986051"/>
            </a:xfrm>
          </p:grpSpPr>
          <p:sp>
            <p:nvSpPr>
              <p:cNvPr id="297" name="Google Shape;297;p6"/>
              <p:cNvSpPr/>
              <p:nvPr/>
            </p:nvSpPr>
            <p:spPr>
              <a:xfrm rot="10800000">
                <a:off x="-293545" y="3454371"/>
                <a:ext cx="844677" cy="1985522"/>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6"/>
              <p:cNvSpPr/>
              <p:nvPr/>
            </p:nvSpPr>
            <p:spPr>
              <a:xfrm rot="10800000">
                <a:off x="-156450" y="3454901"/>
                <a:ext cx="844677" cy="1985522"/>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9" name="Google Shape;299;p6"/>
            <p:cNvGrpSpPr/>
            <p:nvPr/>
          </p:nvGrpSpPr>
          <p:grpSpPr>
            <a:xfrm>
              <a:off x="485337" y="5039978"/>
              <a:ext cx="1049539" cy="717647"/>
              <a:chOff x="39722" y="4349021"/>
              <a:chExt cx="1061964" cy="726143"/>
            </a:xfrm>
          </p:grpSpPr>
          <p:grpSp>
            <p:nvGrpSpPr>
              <p:cNvPr id="300" name="Google Shape;300;p6"/>
              <p:cNvGrpSpPr/>
              <p:nvPr/>
            </p:nvGrpSpPr>
            <p:grpSpPr>
              <a:xfrm rot="2700000">
                <a:off x="140502" y="4460924"/>
                <a:ext cx="524584" cy="502337"/>
                <a:chOff x="1189791" y="-1767331"/>
                <a:chExt cx="904284" cy="865933"/>
              </a:xfrm>
            </p:grpSpPr>
            <p:sp>
              <p:nvSpPr>
                <p:cNvPr id="301" name="Google Shape;301;p6"/>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r="100%"/>
                  </a:path>
                  <a:tileRect l="-10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02" name="Google Shape;302;p6"/>
                <p:cNvGrpSpPr/>
                <p:nvPr/>
              </p:nvGrpSpPr>
              <p:grpSpPr>
                <a:xfrm>
                  <a:off x="1232795" y="-1740829"/>
                  <a:ext cx="717621" cy="717392"/>
                  <a:chOff x="1483457" y="3953671"/>
                  <a:chExt cx="717621" cy="717392"/>
                </a:xfrm>
              </p:grpSpPr>
              <p:sp>
                <p:nvSpPr>
                  <p:cNvPr id="303" name="Google Shape;303;p6"/>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6"/>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6"/>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6"/>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6"/>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08" name="Google Shape;308;p6"/>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9" name="Google Shape;309;p6"/>
            <p:cNvGrpSpPr/>
            <p:nvPr/>
          </p:nvGrpSpPr>
          <p:grpSpPr>
            <a:xfrm rot="5400000">
              <a:off x="-645364" y="3334243"/>
              <a:ext cx="2026426" cy="1570646"/>
              <a:chOff x="-2460210" y="2758493"/>
              <a:chExt cx="1351491" cy="1047516"/>
            </a:xfrm>
          </p:grpSpPr>
          <p:sp>
            <p:nvSpPr>
              <p:cNvPr id="310" name="Google Shape;310;p6"/>
              <p:cNvSpPr/>
              <p:nvPr/>
            </p:nvSpPr>
            <p:spPr>
              <a:xfrm rot="-2700000">
                <a:off x="-2341816" y="31085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6"/>
              <p:cNvSpPr/>
              <p:nvPr/>
            </p:nvSpPr>
            <p:spPr>
              <a:xfrm rot="-2700000">
                <a:off x="-2157466" y="30323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6"/>
              <p:cNvSpPr/>
              <p:nvPr/>
            </p:nvSpPr>
            <p:spPr>
              <a:xfrm rot="-2700000">
                <a:off x="-1993591" y="29561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6"/>
              <p:cNvSpPr/>
              <p:nvPr/>
            </p:nvSpPr>
            <p:spPr>
              <a:xfrm rot="-2700000">
                <a:off x="-1809241" y="28799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4" name="Google Shape;314;p6"/>
            <p:cNvGrpSpPr/>
            <p:nvPr/>
          </p:nvGrpSpPr>
          <p:grpSpPr>
            <a:xfrm>
              <a:off x="598917" y="4530969"/>
              <a:ext cx="1049539" cy="717647"/>
              <a:chOff x="39722" y="4349021"/>
              <a:chExt cx="1061964" cy="726143"/>
            </a:xfrm>
          </p:grpSpPr>
          <p:grpSp>
            <p:nvGrpSpPr>
              <p:cNvPr id="315" name="Google Shape;315;p6"/>
              <p:cNvGrpSpPr/>
              <p:nvPr/>
            </p:nvGrpSpPr>
            <p:grpSpPr>
              <a:xfrm rot="2700000">
                <a:off x="140502" y="4460924"/>
                <a:ext cx="524584" cy="502337"/>
                <a:chOff x="1189791" y="-1767331"/>
                <a:chExt cx="904284" cy="865933"/>
              </a:xfrm>
            </p:grpSpPr>
            <p:sp>
              <p:nvSpPr>
                <p:cNvPr id="316" name="Google Shape;316;p6"/>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r="100%"/>
                  </a:path>
                  <a:tileRect l="-10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17" name="Google Shape;317;p6"/>
                <p:cNvGrpSpPr/>
                <p:nvPr/>
              </p:nvGrpSpPr>
              <p:grpSpPr>
                <a:xfrm>
                  <a:off x="1232795" y="-1740829"/>
                  <a:ext cx="717621" cy="717392"/>
                  <a:chOff x="1483457" y="3953671"/>
                  <a:chExt cx="717621" cy="717392"/>
                </a:xfrm>
              </p:grpSpPr>
              <p:sp>
                <p:nvSpPr>
                  <p:cNvPr id="318" name="Google Shape;318;p6"/>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6"/>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6"/>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6"/>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6"/>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23" name="Google Shape;323;p6"/>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4" name="Google Shape;324;p6"/>
            <p:cNvGrpSpPr/>
            <p:nvPr/>
          </p:nvGrpSpPr>
          <p:grpSpPr>
            <a:xfrm>
              <a:off x="-156893" y="4615667"/>
              <a:ext cx="1049539" cy="717647"/>
              <a:chOff x="39722" y="4349021"/>
              <a:chExt cx="1061964" cy="726143"/>
            </a:xfrm>
          </p:grpSpPr>
          <p:grpSp>
            <p:nvGrpSpPr>
              <p:cNvPr id="325" name="Google Shape;325;p6"/>
              <p:cNvGrpSpPr/>
              <p:nvPr/>
            </p:nvGrpSpPr>
            <p:grpSpPr>
              <a:xfrm rot="2700000">
                <a:off x="140502" y="4460924"/>
                <a:ext cx="524584" cy="502337"/>
                <a:chOff x="1189791" y="-1767331"/>
                <a:chExt cx="904284" cy="865933"/>
              </a:xfrm>
            </p:grpSpPr>
            <p:sp>
              <p:nvSpPr>
                <p:cNvPr id="326" name="Google Shape;326;p6"/>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r="100%"/>
                  </a:path>
                  <a:tileRect l="-10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7" name="Google Shape;327;p6"/>
                <p:cNvGrpSpPr/>
                <p:nvPr/>
              </p:nvGrpSpPr>
              <p:grpSpPr>
                <a:xfrm>
                  <a:off x="1232795" y="-1740829"/>
                  <a:ext cx="717621" cy="717392"/>
                  <a:chOff x="1483457" y="3953671"/>
                  <a:chExt cx="717621" cy="717392"/>
                </a:xfrm>
              </p:grpSpPr>
              <p:sp>
                <p:nvSpPr>
                  <p:cNvPr id="328" name="Google Shape;328;p6"/>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6"/>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6"/>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6"/>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6"/>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33" name="Google Shape;333;p6"/>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4" name="Google Shape;334;p6"/>
            <p:cNvGrpSpPr/>
            <p:nvPr/>
          </p:nvGrpSpPr>
          <p:grpSpPr>
            <a:xfrm>
              <a:off x="-1422800" y="4822751"/>
              <a:ext cx="4558967" cy="134100"/>
              <a:chOff x="796100" y="3019701"/>
              <a:chExt cx="4558967" cy="134100"/>
            </a:xfrm>
          </p:grpSpPr>
          <p:sp>
            <p:nvSpPr>
              <p:cNvPr id="335" name="Google Shape;335;p6"/>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36" name="Google Shape;336;p6"/>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337" name="Google Shape;337;p6"/>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38" name="Shape 338"/>
        <p:cNvGrpSpPr/>
        <p:nvPr/>
      </p:nvGrpSpPr>
      <p:grpSpPr>
        <a:xfrm>
          <a:off x="0" y="0"/>
          <a:ext cx="0" cy="0"/>
          <a:chOff x="0" y="0"/>
          <a:chExt cx="0" cy="0"/>
        </a:xfrm>
      </p:grpSpPr>
      <p:sp>
        <p:nvSpPr>
          <p:cNvPr id="339" name="Google Shape;339;p7"/>
          <p:cNvSpPr txBox="1"/>
          <p:nvPr>
            <p:ph idx="1" type="subTitle"/>
          </p:nvPr>
        </p:nvSpPr>
        <p:spPr>
          <a:xfrm>
            <a:off x="713225" y="1160775"/>
            <a:ext cx="7710900" cy="3455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AutoNum type="arabicPeriod"/>
              <a:defRPr sz="1400"/>
            </a:lvl1pPr>
            <a:lvl2pPr lvl="1" rtl="0">
              <a:lnSpc>
                <a:spcPct val="100000"/>
              </a:lnSpc>
              <a:spcBef>
                <a:spcPts val="0"/>
              </a:spcBef>
              <a:spcAft>
                <a:spcPts val="0"/>
              </a:spcAft>
              <a:buClr>
                <a:srgbClr val="999999"/>
              </a:buClr>
              <a:buSzPts val="800"/>
              <a:buFont typeface="Open Sans"/>
              <a:buAutoNum type="alphaLcPeriod"/>
              <a:defRPr/>
            </a:lvl2pPr>
            <a:lvl3pPr lvl="2" rtl="0">
              <a:lnSpc>
                <a:spcPct val="100000"/>
              </a:lnSpc>
              <a:spcBef>
                <a:spcPts val="0"/>
              </a:spcBef>
              <a:spcAft>
                <a:spcPts val="0"/>
              </a:spcAft>
              <a:buClr>
                <a:srgbClr val="999999"/>
              </a:buClr>
              <a:buSzPts val="800"/>
              <a:buFont typeface="Open Sans"/>
              <a:buAutoNum type="romanLcPeriod"/>
              <a:defRPr/>
            </a:lvl3pPr>
            <a:lvl4pPr lvl="3" rtl="0">
              <a:lnSpc>
                <a:spcPct val="100000"/>
              </a:lnSpc>
              <a:spcBef>
                <a:spcPts val="0"/>
              </a:spcBef>
              <a:spcAft>
                <a:spcPts val="0"/>
              </a:spcAft>
              <a:buClr>
                <a:srgbClr val="999999"/>
              </a:buClr>
              <a:buSzPts val="800"/>
              <a:buFont typeface="Open Sans"/>
              <a:buAutoNum type="arabicPeriod"/>
              <a:defRPr/>
            </a:lvl4pPr>
            <a:lvl5pPr lvl="4" rtl="0">
              <a:lnSpc>
                <a:spcPct val="100000"/>
              </a:lnSpc>
              <a:spcBef>
                <a:spcPts val="0"/>
              </a:spcBef>
              <a:spcAft>
                <a:spcPts val="0"/>
              </a:spcAft>
              <a:buClr>
                <a:srgbClr val="999999"/>
              </a:buClr>
              <a:buSzPts val="1200"/>
              <a:buFont typeface="Open Sans"/>
              <a:buAutoNum type="alphaLcPeriod"/>
              <a:defRPr/>
            </a:lvl5pPr>
            <a:lvl6pPr lvl="5" rtl="0">
              <a:lnSpc>
                <a:spcPct val="100000"/>
              </a:lnSpc>
              <a:spcBef>
                <a:spcPts val="0"/>
              </a:spcBef>
              <a:spcAft>
                <a:spcPts val="0"/>
              </a:spcAft>
              <a:buClr>
                <a:srgbClr val="999999"/>
              </a:buClr>
              <a:buSzPts val="1200"/>
              <a:buFont typeface="Open Sans"/>
              <a:buAutoNum type="romanLcPeriod"/>
              <a:defRPr/>
            </a:lvl6pPr>
            <a:lvl7pPr lvl="6" rtl="0">
              <a:lnSpc>
                <a:spcPct val="100000"/>
              </a:lnSpc>
              <a:spcBef>
                <a:spcPts val="0"/>
              </a:spcBef>
              <a:spcAft>
                <a:spcPts val="0"/>
              </a:spcAft>
              <a:buClr>
                <a:srgbClr val="999999"/>
              </a:buClr>
              <a:buSzPts val="700"/>
              <a:buFont typeface="Open Sans"/>
              <a:buAutoNum type="arabicPeriod"/>
              <a:defRPr/>
            </a:lvl7pPr>
            <a:lvl8pPr lvl="7" rtl="0">
              <a:lnSpc>
                <a:spcPct val="100000"/>
              </a:lnSpc>
              <a:spcBef>
                <a:spcPts val="0"/>
              </a:spcBef>
              <a:spcAft>
                <a:spcPts val="0"/>
              </a:spcAft>
              <a:buClr>
                <a:srgbClr val="999999"/>
              </a:buClr>
              <a:buSzPts val="700"/>
              <a:buFont typeface="Open Sans"/>
              <a:buAutoNum type="alphaLcPeriod"/>
              <a:defRPr/>
            </a:lvl8pPr>
            <a:lvl9pPr lvl="8" rtl="0">
              <a:lnSpc>
                <a:spcPct val="100000"/>
              </a:lnSpc>
              <a:spcBef>
                <a:spcPts val="0"/>
              </a:spcBef>
              <a:spcAft>
                <a:spcPts val="0"/>
              </a:spcAft>
              <a:buClr>
                <a:srgbClr val="999999"/>
              </a:buClr>
              <a:buSzPts val="600"/>
              <a:buFont typeface="Open Sans"/>
              <a:buAutoNum type="romanLcPeriod"/>
              <a:defRPr/>
            </a:lvl9pPr>
          </a:lstStyle>
          <a:p/>
        </p:txBody>
      </p:sp>
      <p:sp>
        <p:nvSpPr>
          <p:cNvPr id="340" name="Google Shape;340;p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341" name="Google Shape;341;p7"/>
          <p:cNvGrpSpPr/>
          <p:nvPr/>
        </p:nvGrpSpPr>
        <p:grpSpPr>
          <a:xfrm>
            <a:off x="8934675" y="3943438"/>
            <a:ext cx="439200" cy="439100"/>
            <a:chOff x="1101075" y="2142375"/>
            <a:chExt cx="439200" cy="439100"/>
          </a:xfrm>
        </p:grpSpPr>
        <p:sp>
          <p:nvSpPr>
            <p:cNvPr id="342" name="Google Shape;342;p7"/>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7"/>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4" name="Google Shape;344;p7"/>
          <p:cNvGrpSpPr/>
          <p:nvPr/>
        </p:nvGrpSpPr>
        <p:grpSpPr>
          <a:xfrm>
            <a:off x="5481594" y="-3117615"/>
            <a:ext cx="5954334" cy="6142759"/>
            <a:chOff x="5329194" y="-2965215"/>
            <a:chExt cx="5954334" cy="6142759"/>
          </a:xfrm>
        </p:grpSpPr>
        <p:sp>
          <p:nvSpPr>
            <p:cNvPr id="345" name="Google Shape;345;p7"/>
            <p:cNvSpPr/>
            <p:nvPr/>
          </p:nvSpPr>
          <p:spPr>
            <a:xfrm rot="-2700000">
              <a:off x="6677338" y="-2306933"/>
              <a:ext cx="3153371" cy="5119296"/>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6"/>
                  </a:srgbClr>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7"/>
            <p:cNvSpPr/>
            <p:nvPr/>
          </p:nvSpPr>
          <p:spPr>
            <a:xfrm rot="-2700000">
              <a:off x="6782013" y="-2600033"/>
              <a:ext cx="3153371" cy="5119296"/>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7" name="Google Shape;347;p7"/>
            <p:cNvGrpSpPr/>
            <p:nvPr/>
          </p:nvGrpSpPr>
          <p:grpSpPr>
            <a:xfrm rot="10800000">
              <a:off x="5710125" y="185651"/>
              <a:ext cx="4558967" cy="134100"/>
              <a:chOff x="796100" y="3019701"/>
              <a:chExt cx="4558967" cy="134100"/>
            </a:xfrm>
          </p:grpSpPr>
          <p:sp>
            <p:nvSpPr>
              <p:cNvPr id="348" name="Google Shape;348;p7"/>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49" name="Google Shape;349;p7"/>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350" name="Google Shape;350;p7"/>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51" name="Google Shape;351;p7"/>
          <p:cNvGrpSpPr/>
          <p:nvPr/>
        </p:nvGrpSpPr>
        <p:grpSpPr>
          <a:xfrm flipH="1">
            <a:off x="-503516" y="3986929"/>
            <a:ext cx="5249359" cy="2992224"/>
            <a:chOff x="-258616" y="3430829"/>
            <a:chExt cx="5249359" cy="2992224"/>
          </a:xfrm>
        </p:grpSpPr>
        <p:pic>
          <p:nvPicPr>
            <p:cNvPr id="352" name="Google Shape;352;p7"/>
            <p:cNvPicPr preferRelativeResize="0"/>
            <p:nvPr/>
          </p:nvPicPr>
          <p:blipFill rotWithShape="1">
            <a:blip r:embed="rId2">
              <a:alphaModFix/>
            </a:blip>
            <a:srcRect b="26177" l="16960" r="7121" t="24718"/>
            <a:stretch/>
          </p:blipFill>
          <p:spPr>
            <a:xfrm>
              <a:off x="1070243" y="3430829"/>
              <a:ext cx="3920501" cy="2992224"/>
            </a:xfrm>
            <a:prstGeom prst="rect">
              <a:avLst/>
            </a:prstGeom>
            <a:noFill/>
            <a:ln>
              <a:noFill/>
            </a:ln>
          </p:spPr>
        </p:pic>
        <p:sp>
          <p:nvSpPr>
            <p:cNvPr id="353" name="Google Shape;353;p7"/>
            <p:cNvSpPr/>
            <p:nvPr/>
          </p:nvSpPr>
          <p:spPr>
            <a:xfrm>
              <a:off x="363250" y="4667754"/>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7"/>
            <p:cNvSpPr/>
            <p:nvPr/>
          </p:nvSpPr>
          <p:spPr>
            <a:xfrm>
              <a:off x="941424" y="4724302"/>
              <a:ext cx="340329" cy="325895"/>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7"/>
            <p:cNvSpPr/>
            <p:nvPr/>
          </p:nvSpPr>
          <p:spPr>
            <a:xfrm>
              <a:off x="820562" y="49581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7"/>
            <p:cNvSpPr/>
            <p:nvPr/>
          </p:nvSpPr>
          <p:spPr>
            <a:xfrm>
              <a:off x="1299000" y="46085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7"/>
            <p:cNvSpPr/>
            <p:nvPr/>
          </p:nvSpPr>
          <p:spPr>
            <a:xfrm rot="5400000">
              <a:off x="447539" y="3133720"/>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8" name="Google Shape;358;p7"/>
            <p:cNvGrpSpPr/>
            <p:nvPr/>
          </p:nvGrpSpPr>
          <p:grpSpPr>
            <a:xfrm>
              <a:off x="736485" y="4387072"/>
              <a:ext cx="161977" cy="161940"/>
              <a:chOff x="1101075" y="2142375"/>
              <a:chExt cx="439200" cy="439100"/>
            </a:xfrm>
          </p:grpSpPr>
          <p:sp>
            <p:nvSpPr>
              <p:cNvPr id="359" name="Google Shape;359;p7"/>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7"/>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1" name="Google Shape;361;p7"/>
            <p:cNvGrpSpPr/>
            <p:nvPr/>
          </p:nvGrpSpPr>
          <p:grpSpPr>
            <a:xfrm rot="10800000">
              <a:off x="2118901" y="4805293"/>
              <a:ext cx="161977" cy="161940"/>
              <a:chOff x="1101075" y="2142375"/>
              <a:chExt cx="439200" cy="439100"/>
            </a:xfrm>
          </p:grpSpPr>
          <p:sp>
            <p:nvSpPr>
              <p:cNvPr id="362" name="Google Shape;362;p7"/>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7"/>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64" name="Shape 364"/>
        <p:cNvGrpSpPr/>
        <p:nvPr/>
      </p:nvGrpSpPr>
      <p:grpSpPr>
        <a:xfrm>
          <a:off x="0" y="0"/>
          <a:ext cx="0" cy="0"/>
          <a:chOff x="0" y="0"/>
          <a:chExt cx="0" cy="0"/>
        </a:xfrm>
      </p:grpSpPr>
      <p:sp>
        <p:nvSpPr>
          <p:cNvPr id="365" name="Google Shape;365;p8"/>
          <p:cNvSpPr txBox="1"/>
          <p:nvPr>
            <p:ph type="title"/>
          </p:nvPr>
        </p:nvSpPr>
        <p:spPr>
          <a:xfrm>
            <a:off x="713225" y="2122600"/>
            <a:ext cx="7297500" cy="910200"/>
          </a:xfrm>
          <a:prstGeom prst="rect">
            <a:avLst/>
          </a:prstGeom>
        </p:spPr>
        <p:txBody>
          <a:bodyPr anchorCtr="0" anchor="ctr" bIns="91425" lIns="91425" spcFirstLastPara="1" rIns="91425" wrap="square" tIns="91425">
            <a:noAutofit/>
          </a:bodyPr>
          <a:lstStyle>
            <a:lvl1pPr lvl="0">
              <a:lnSpc>
                <a:spcPct val="80000"/>
              </a:lnSpc>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grpSp>
        <p:nvGrpSpPr>
          <p:cNvPr id="366" name="Google Shape;366;p8"/>
          <p:cNvGrpSpPr/>
          <p:nvPr/>
        </p:nvGrpSpPr>
        <p:grpSpPr>
          <a:xfrm>
            <a:off x="6475811" y="-1541623"/>
            <a:ext cx="2583360" cy="2409685"/>
            <a:chOff x="6475811" y="-1541623"/>
            <a:chExt cx="2583360" cy="2409685"/>
          </a:xfrm>
        </p:grpSpPr>
        <p:grpSp>
          <p:nvGrpSpPr>
            <p:cNvPr id="367" name="Google Shape;367;p8"/>
            <p:cNvGrpSpPr/>
            <p:nvPr/>
          </p:nvGrpSpPr>
          <p:grpSpPr>
            <a:xfrm rot="-5400000">
              <a:off x="5879041" y="-944853"/>
              <a:ext cx="2133442" cy="939904"/>
              <a:chOff x="-149984" y="3754784"/>
              <a:chExt cx="2133442" cy="939904"/>
            </a:xfrm>
          </p:grpSpPr>
          <p:sp>
            <p:nvSpPr>
              <p:cNvPr id="368" name="Google Shape;368;p8"/>
              <p:cNvSpPr/>
              <p:nvPr/>
            </p:nvSpPr>
            <p:spPr>
              <a:xfrm rot="5400000">
                <a:off x="707379" y="3056155"/>
                <a:ext cx="577450" cy="1974708"/>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8"/>
              <p:cNvSpPr/>
              <p:nvPr/>
            </p:nvSpPr>
            <p:spPr>
              <a:xfrm rot="5400000">
                <a:off x="391825" y="3465468"/>
                <a:ext cx="687411" cy="1771028"/>
              </a:xfrm>
              <a:custGeom>
                <a:rect b="b" l="l" r="r" t="t"/>
                <a:pathLst>
                  <a:path extrusionOk="0" h="43180" w="1676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0" name="Google Shape;370;p8"/>
            <p:cNvSpPr/>
            <p:nvPr/>
          </p:nvSpPr>
          <p:spPr>
            <a:xfrm rot="5400000">
              <a:off x="7783092" y="-770470"/>
              <a:ext cx="577450" cy="1974708"/>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8"/>
            <p:cNvSpPr/>
            <p:nvPr/>
          </p:nvSpPr>
          <p:spPr>
            <a:xfrm rot="5400000">
              <a:off x="7617537" y="-361157"/>
              <a:ext cx="687411" cy="1771028"/>
            </a:xfrm>
            <a:custGeom>
              <a:rect b="b" l="l" r="r" t="t"/>
              <a:pathLst>
                <a:path extrusionOk="0" h="43180" w="1676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2" name="Google Shape;372;p8"/>
            <p:cNvGrpSpPr/>
            <p:nvPr/>
          </p:nvGrpSpPr>
          <p:grpSpPr>
            <a:xfrm>
              <a:off x="7741638" y="-258450"/>
              <a:ext cx="439200" cy="439100"/>
              <a:chOff x="1101075" y="2142375"/>
              <a:chExt cx="439200" cy="439100"/>
            </a:xfrm>
          </p:grpSpPr>
          <p:sp>
            <p:nvSpPr>
              <p:cNvPr id="373" name="Google Shape;373;p8"/>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8"/>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5" name="Shape 375"/>
        <p:cNvGrpSpPr/>
        <p:nvPr/>
      </p:nvGrpSpPr>
      <p:grpSpPr>
        <a:xfrm>
          <a:off x="0" y="0"/>
          <a:ext cx="0" cy="0"/>
          <a:chOff x="0" y="0"/>
          <a:chExt cx="0" cy="0"/>
        </a:xfrm>
      </p:grpSpPr>
      <p:sp>
        <p:nvSpPr>
          <p:cNvPr id="376" name="Google Shape;376;p9"/>
          <p:cNvSpPr txBox="1"/>
          <p:nvPr>
            <p:ph type="title"/>
          </p:nvPr>
        </p:nvSpPr>
        <p:spPr>
          <a:xfrm>
            <a:off x="720000" y="479750"/>
            <a:ext cx="3145200" cy="18435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77" name="Google Shape;377;p9"/>
          <p:cNvSpPr txBox="1"/>
          <p:nvPr>
            <p:ph idx="1" type="subTitle"/>
          </p:nvPr>
        </p:nvSpPr>
        <p:spPr>
          <a:xfrm>
            <a:off x="720000" y="2359400"/>
            <a:ext cx="3145200" cy="2249400"/>
          </a:xfrm>
          <a:prstGeom prst="rect">
            <a:avLst/>
          </a:prstGeom>
        </p:spPr>
        <p:txBody>
          <a:bodyPr anchorCtr="0" anchor="t" bIns="91425" lIns="91425" spcFirstLastPara="1" rIns="91425" wrap="square" tIns="91425">
            <a:noAutofit/>
          </a:bodyPr>
          <a:lstStyle>
            <a:lvl1pPr lvl="0" rtl="0">
              <a:spcBef>
                <a:spcPts val="0"/>
              </a:spcBef>
              <a:spcAft>
                <a:spcPts val="0"/>
              </a:spcAft>
              <a:buSzPts val="800"/>
              <a:buFont typeface="Open Sans"/>
              <a:buChar char="●"/>
              <a:defRPr/>
            </a:lvl1pPr>
            <a:lvl2pPr lvl="1" rtl="0" algn="ctr">
              <a:lnSpc>
                <a:spcPct val="100000"/>
              </a:lnSpc>
              <a:spcBef>
                <a:spcPts val="0"/>
              </a:spcBef>
              <a:spcAft>
                <a:spcPts val="0"/>
              </a:spcAft>
              <a:buSzPts val="800"/>
              <a:buFont typeface="Open Sans"/>
              <a:buChar char="○"/>
              <a:defRPr/>
            </a:lvl2pPr>
            <a:lvl3pPr lvl="2" rtl="0" algn="ctr">
              <a:lnSpc>
                <a:spcPct val="100000"/>
              </a:lnSpc>
              <a:spcBef>
                <a:spcPts val="0"/>
              </a:spcBef>
              <a:spcAft>
                <a:spcPts val="0"/>
              </a:spcAft>
              <a:buSzPts val="800"/>
              <a:buFont typeface="Open Sans"/>
              <a:buChar char="■"/>
              <a:defRPr/>
            </a:lvl3pPr>
            <a:lvl4pPr lvl="3" rtl="0" algn="ctr">
              <a:lnSpc>
                <a:spcPct val="100000"/>
              </a:lnSpc>
              <a:spcBef>
                <a:spcPts val="0"/>
              </a:spcBef>
              <a:spcAft>
                <a:spcPts val="0"/>
              </a:spcAft>
              <a:buSzPts val="800"/>
              <a:buFont typeface="Open Sans"/>
              <a:buChar char="●"/>
              <a:defRPr/>
            </a:lvl4pPr>
            <a:lvl5pPr lvl="4" rtl="0" algn="ctr">
              <a:lnSpc>
                <a:spcPct val="100000"/>
              </a:lnSpc>
              <a:spcBef>
                <a:spcPts val="0"/>
              </a:spcBef>
              <a:spcAft>
                <a:spcPts val="0"/>
              </a:spcAft>
              <a:buSzPts val="1200"/>
              <a:buFont typeface="Open Sans"/>
              <a:buChar char="○"/>
              <a:defRPr/>
            </a:lvl5pPr>
            <a:lvl6pPr lvl="5" rtl="0" algn="ctr">
              <a:lnSpc>
                <a:spcPct val="100000"/>
              </a:lnSpc>
              <a:spcBef>
                <a:spcPts val="0"/>
              </a:spcBef>
              <a:spcAft>
                <a:spcPts val="0"/>
              </a:spcAft>
              <a:buSzPts val="1200"/>
              <a:buFont typeface="Open Sans"/>
              <a:buChar char="■"/>
              <a:defRPr/>
            </a:lvl6pPr>
            <a:lvl7pPr lvl="6" rtl="0" algn="ctr">
              <a:lnSpc>
                <a:spcPct val="100000"/>
              </a:lnSpc>
              <a:spcBef>
                <a:spcPts val="0"/>
              </a:spcBef>
              <a:spcAft>
                <a:spcPts val="0"/>
              </a:spcAft>
              <a:buSzPts val="700"/>
              <a:buFont typeface="Open Sans"/>
              <a:buChar char="●"/>
              <a:defRPr/>
            </a:lvl7pPr>
            <a:lvl8pPr lvl="7" rtl="0" algn="ctr">
              <a:lnSpc>
                <a:spcPct val="100000"/>
              </a:lnSpc>
              <a:spcBef>
                <a:spcPts val="0"/>
              </a:spcBef>
              <a:spcAft>
                <a:spcPts val="0"/>
              </a:spcAft>
              <a:buSzPts val="700"/>
              <a:buFont typeface="Open Sans"/>
              <a:buChar char="○"/>
              <a:defRPr/>
            </a:lvl8pPr>
            <a:lvl9pPr lvl="8" rtl="0" algn="ctr">
              <a:lnSpc>
                <a:spcPct val="100000"/>
              </a:lnSpc>
              <a:spcBef>
                <a:spcPts val="0"/>
              </a:spcBef>
              <a:spcAft>
                <a:spcPts val="0"/>
              </a:spcAft>
              <a:buSzPts val="600"/>
              <a:buFont typeface="Open Sans"/>
              <a:buChar char="■"/>
              <a:defRPr/>
            </a:lvl9pPr>
          </a:lstStyle>
          <a:p/>
        </p:txBody>
      </p:sp>
      <p:sp>
        <p:nvSpPr>
          <p:cNvPr id="378" name="Google Shape;378;p9"/>
          <p:cNvSpPr/>
          <p:nvPr>
            <p:ph idx="2" type="pic"/>
          </p:nvPr>
        </p:nvSpPr>
        <p:spPr>
          <a:xfrm>
            <a:off x="4135800" y="539500"/>
            <a:ext cx="4295100" cy="4069200"/>
          </a:xfrm>
          <a:prstGeom prst="snip1Rect">
            <a:avLst>
              <a:gd fmla="val 16667" name="adj"/>
            </a:avLst>
          </a:prstGeom>
          <a:noFill/>
          <a:ln>
            <a:noFill/>
          </a:ln>
        </p:spPr>
      </p:sp>
      <p:grpSp>
        <p:nvGrpSpPr>
          <p:cNvPr id="379" name="Google Shape;379;p9"/>
          <p:cNvGrpSpPr/>
          <p:nvPr/>
        </p:nvGrpSpPr>
        <p:grpSpPr>
          <a:xfrm>
            <a:off x="-2393465" y="-1635538"/>
            <a:ext cx="4710415" cy="5344655"/>
            <a:chOff x="-2317265" y="-1559338"/>
            <a:chExt cx="4710415" cy="5344655"/>
          </a:xfrm>
        </p:grpSpPr>
        <p:pic>
          <p:nvPicPr>
            <p:cNvPr id="380" name="Google Shape;380;p9"/>
            <p:cNvPicPr preferRelativeResize="0"/>
            <p:nvPr/>
          </p:nvPicPr>
          <p:blipFill rotWithShape="1">
            <a:blip r:embed="rId2">
              <a:alphaModFix/>
            </a:blip>
            <a:srcRect b="26177" l="16960" r="7121" t="24718"/>
            <a:stretch/>
          </p:blipFill>
          <p:spPr>
            <a:xfrm>
              <a:off x="-2317265" y="-1559338"/>
              <a:ext cx="3920501" cy="2992224"/>
            </a:xfrm>
            <a:prstGeom prst="rect">
              <a:avLst/>
            </a:prstGeom>
            <a:noFill/>
            <a:ln>
              <a:noFill/>
            </a:ln>
          </p:spPr>
        </p:pic>
        <p:grpSp>
          <p:nvGrpSpPr>
            <p:cNvPr id="381" name="Google Shape;381;p9"/>
            <p:cNvGrpSpPr/>
            <p:nvPr/>
          </p:nvGrpSpPr>
          <p:grpSpPr>
            <a:xfrm>
              <a:off x="-1322674" y="-1333888"/>
              <a:ext cx="3153315" cy="5119205"/>
              <a:chOff x="6643701" y="816087"/>
              <a:chExt cx="3153315" cy="5119205"/>
            </a:xfrm>
          </p:grpSpPr>
          <p:sp>
            <p:nvSpPr>
              <p:cNvPr id="382" name="Google Shape;382;p9"/>
              <p:cNvSpPr/>
              <p:nvPr/>
            </p:nvSpPr>
            <p:spPr>
              <a:xfrm>
                <a:off x="6643701" y="816087"/>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3" name="Google Shape;383;p9"/>
              <p:cNvGrpSpPr/>
              <p:nvPr/>
            </p:nvGrpSpPr>
            <p:grpSpPr>
              <a:xfrm>
                <a:off x="8671986" y="2443197"/>
                <a:ext cx="134004" cy="134004"/>
                <a:chOff x="8356813" y="1074288"/>
                <a:chExt cx="351900" cy="351900"/>
              </a:xfrm>
            </p:grpSpPr>
            <p:sp>
              <p:nvSpPr>
                <p:cNvPr id="384" name="Google Shape;384;p9"/>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9"/>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6" name="Google Shape;386;p9"/>
              <p:cNvGrpSpPr/>
              <p:nvPr/>
            </p:nvGrpSpPr>
            <p:grpSpPr>
              <a:xfrm>
                <a:off x="7678536" y="3129397"/>
                <a:ext cx="134004" cy="134004"/>
                <a:chOff x="8356813" y="1074288"/>
                <a:chExt cx="351900" cy="351900"/>
              </a:xfrm>
            </p:grpSpPr>
            <p:sp>
              <p:nvSpPr>
                <p:cNvPr id="387" name="Google Shape;387;p9"/>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9"/>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9" name="Google Shape;389;p9"/>
              <p:cNvGrpSpPr/>
              <p:nvPr/>
            </p:nvGrpSpPr>
            <p:grpSpPr>
              <a:xfrm>
                <a:off x="8062611" y="3503222"/>
                <a:ext cx="134004" cy="134004"/>
                <a:chOff x="8356813" y="1074288"/>
                <a:chExt cx="351900" cy="351900"/>
              </a:xfrm>
            </p:grpSpPr>
            <p:sp>
              <p:nvSpPr>
                <p:cNvPr id="390" name="Google Shape;390;p9"/>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9"/>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92" name="Google Shape;392;p9"/>
            <p:cNvGrpSpPr/>
            <p:nvPr/>
          </p:nvGrpSpPr>
          <p:grpSpPr>
            <a:xfrm>
              <a:off x="121568" y="-846844"/>
              <a:ext cx="88151" cy="2151709"/>
              <a:chOff x="3054755" y="4367024"/>
              <a:chExt cx="88142" cy="1137387"/>
            </a:xfrm>
          </p:grpSpPr>
          <p:sp>
            <p:nvSpPr>
              <p:cNvPr id="393" name="Google Shape;393;p9"/>
              <p:cNvSpPr/>
              <p:nvPr/>
            </p:nvSpPr>
            <p:spPr>
              <a:xfrm>
                <a:off x="3054755" y="4367024"/>
                <a:ext cx="12551" cy="1137387"/>
              </a:xfrm>
              <a:custGeom>
                <a:rect b="b" l="l" r="r" t="t"/>
                <a:pathLst>
                  <a:path extrusionOk="0" h="27731" w="306">
                    <a:moveTo>
                      <a:pt x="1" y="1"/>
                    </a:moveTo>
                    <a:lnTo>
                      <a:pt x="1" y="27730"/>
                    </a:lnTo>
                    <a:lnTo>
                      <a:pt x="305" y="27730"/>
                    </a:lnTo>
                    <a:lnTo>
                      <a:pt x="305" y="1"/>
                    </a:lnTo>
                    <a:close/>
                  </a:path>
                </a:pathLst>
              </a:custGeom>
              <a:gradFill>
                <a:gsLst>
                  <a:gs pos="0">
                    <a:schemeClr val="lt2">
                      <a:alpha val="46820"/>
                    </a:schemeClr>
                  </a:gs>
                  <a:gs pos="40000">
                    <a:srgbClr val="FF9900">
                      <a:alpha val="40784"/>
                      <a:alpha val="46820"/>
                    </a:srgbClr>
                  </a:gs>
                  <a:gs pos="100000">
                    <a:srgbClr val="FFFFFF">
                      <a:alpha val="0"/>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9"/>
              <p:cNvSpPr/>
              <p:nvPr/>
            </p:nvSpPr>
            <p:spPr>
              <a:xfrm>
                <a:off x="3130388" y="4367024"/>
                <a:ext cx="12510" cy="1137387"/>
              </a:xfrm>
              <a:custGeom>
                <a:rect b="b" l="l" r="r" t="t"/>
                <a:pathLst>
                  <a:path extrusionOk="0" h="27731" w="305">
                    <a:moveTo>
                      <a:pt x="0" y="1"/>
                    </a:moveTo>
                    <a:lnTo>
                      <a:pt x="0" y="27730"/>
                    </a:lnTo>
                    <a:lnTo>
                      <a:pt x="305" y="27730"/>
                    </a:lnTo>
                    <a:lnTo>
                      <a:pt x="305" y="1"/>
                    </a:lnTo>
                    <a:close/>
                  </a:path>
                </a:pathLst>
              </a:custGeom>
              <a:gradFill>
                <a:gsLst>
                  <a:gs pos="0">
                    <a:schemeClr val="lt2">
                      <a:alpha val="46820"/>
                    </a:schemeClr>
                  </a:gs>
                  <a:gs pos="40000">
                    <a:srgbClr val="FF9900">
                      <a:alpha val="40784"/>
                      <a:alpha val="46820"/>
                    </a:srgbClr>
                  </a:gs>
                  <a:gs pos="100000">
                    <a:srgbClr val="FFFFFF">
                      <a:alpha val="0"/>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5" name="Google Shape;395;p9"/>
            <p:cNvGrpSpPr/>
            <p:nvPr/>
          </p:nvGrpSpPr>
          <p:grpSpPr>
            <a:xfrm>
              <a:off x="361243" y="-718832"/>
              <a:ext cx="88151" cy="2151709"/>
              <a:chOff x="3054755" y="4367024"/>
              <a:chExt cx="88142" cy="1137387"/>
            </a:xfrm>
          </p:grpSpPr>
          <p:sp>
            <p:nvSpPr>
              <p:cNvPr id="396" name="Google Shape;396;p9"/>
              <p:cNvSpPr/>
              <p:nvPr/>
            </p:nvSpPr>
            <p:spPr>
              <a:xfrm>
                <a:off x="3054755" y="4367024"/>
                <a:ext cx="12551" cy="1137387"/>
              </a:xfrm>
              <a:custGeom>
                <a:rect b="b" l="l" r="r" t="t"/>
                <a:pathLst>
                  <a:path extrusionOk="0" h="27731" w="306">
                    <a:moveTo>
                      <a:pt x="1" y="1"/>
                    </a:moveTo>
                    <a:lnTo>
                      <a:pt x="1"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9"/>
              <p:cNvSpPr/>
              <p:nvPr/>
            </p:nvSpPr>
            <p:spPr>
              <a:xfrm>
                <a:off x="3130388" y="4367024"/>
                <a:ext cx="12510" cy="1137387"/>
              </a:xfrm>
              <a:custGeom>
                <a:rect b="b" l="l" r="r" t="t"/>
                <a:pathLst>
                  <a:path extrusionOk="0" h="27731" w="305">
                    <a:moveTo>
                      <a:pt x="0" y="1"/>
                    </a:moveTo>
                    <a:lnTo>
                      <a:pt x="0"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8" name="Google Shape;398;p9"/>
            <p:cNvSpPr/>
            <p:nvPr/>
          </p:nvSpPr>
          <p:spPr>
            <a:xfrm rot="5400000">
              <a:off x="501466" y="-1277128"/>
              <a:ext cx="1031181" cy="275218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9" name="Google Shape;399;p9"/>
            <p:cNvGrpSpPr/>
            <p:nvPr/>
          </p:nvGrpSpPr>
          <p:grpSpPr>
            <a:xfrm>
              <a:off x="-175967" y="337269"/>
              <a:ext cx="480890" cy="481200"/>
              <a:chOff x="959750" y="3039275"/>
              <a:chExt cx="582050" cy="582425"/>
            </a:xfrm>
          </p:grpSpPr>
          <p:sp>
            <p:nvSpPr>
              <p:cNvPr id="400" name="Google Shape;400;p9"/>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9"/>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9"/>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9"/>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9"/>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9"/>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9"/>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07" name="Google Shape;407;p9"/>
          <p:cNvGrpSpPr/>
          <p:nvPr/>
        </p:nvGrpSpPr>
        <p:grpSpPr>
          <a:xfrm>
            <a:off x="6719910" y="2898312"/>
            <a:ext cx="3920501" cy="3213899"/>
            <a:chOff x="6643710" y="2822113"/>
            <a:chExt cx="3920501" cy="3213899"/>
          </a:xfrm>
        </p:grpSpPr>
        <p:sp>
          <p:nvSpPr>
            <p:cNvPr id="408" name="Google Shape;408;p9"/>
            <p:cNvSpPr/>
            <p:nvPr/>
          </p:nvSpPr>
          <p:spPr>
            <a:xfrm>
              <a:off x="8764950" y="2822113"/>
              <a:ext cx="480893" cy="475828"/>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09" name="Google Shape;409;p9"/>
            <p:cNvPicPr preferRelativeResize="0"/>
            <p:nvPr/>
          </p:nvPicPr>
          <p:blipFill rotWithShape="1">
            <a:blip r:embed="rId2">
              <a:alphaModFix/>
            </a:blip>
            <a:srcRect b="26177" l="16960" r="7121" t="24718"/>
            <a:stretch/>
          </p:blipFill>
          <p:spPr>
            <a:xfrm>
              <a:off x="6643710" y="3043787"/>
              <a:ext cx="3920501" cy="2992224"/>
            </a:xfrm>
            <a:prstGeom prst="rect">
              <a:avLst/>
            </a:prstGeom>
            <a:noFill/>
            <a:ln>
              <a:noFill/>
            </a:ln>
          </p:spPr>
        </p:pic>
        <p:grpSp>
          <p:nvGrpSpPr>
            <p:cNvPr id="410" name="Google Shape;410;p9"/>
            <p:cNvGrpSpPr/>
            <p:nvPr/>
          </p:nvGrpSpPr>
          <p:grpSpPr>
            <a:xfrm>
              <a:off x="8671987" y="3471620"/>
              <a:ext cx="699928" cy="1651024"/>
              <a:chOff x="8337812" y="3492483"/>
              <a:chExt cx="699928" cy="1651024"/>
            </a:xfrm>
          </p:grpSpPr>
          <p:sp>
            <p:nvSpPr>
              <p:cNvPr id="411" name="Google Shape;411;p9"/>
              <p:cNvSpPr/>
              <p:nvPr/>
            </p:nvSpPr>
            <p:spPr>
              <a:xfrm>
                <a:off x="8337812" y="3492483"/>
                <a:ext cx="483116" cy="1013645"/>
              </a:xfrm>
              <a:custGeom>
                <a:rect b="b" l="l" r="r" t="t"/>
                <a:pathLst>
                  <a:path extrusionOk="0" h="24714" w="11779">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4"/>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9"/>
              <p:cNvSpPr/>
              <p:nvPr/>
            </p:nvSpPr>
            <p:spPr>
              <a:xfrm>
                <a:off x="8790871" y="3823684"/>
                <a:ext cx="246869" cy="1226718"/>
              </a:xfrm>
              <a:custGeom>
                <a:rect b="b" l="l" r="r" t="t"/>
                <a:pathLst>
                  <a:path extrusionOk="0" h="29909" w="6019">
                    <a:moveTo>
                      <a:pt x="1" y="1"/>
                    </a:moveTo>
                    <a:lnTo>
                      <a:pt x="1" y="305"/>
                    </a:lnTo>
                    <a:lnTo>
                      <a:pt x="5714" y="305"/>
                    </a:lnTo>
                    <a:lnTo>
                      <a:pt x="5714"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9"/>
              <p:cNvSpPr/>
              <p:nvPr/>
            </p:nvSpPr>
            <p:spPr>
              <a:xfrm>
                <a:off x="8698380" y="3916789"/>
                <a:ext cx="246869" cy="1226718"/>
              </a:xfrm>
              <a:custGeom>
                <a:rect b="b" l="l" r="r" t="t"/>
                <a:pathLst>
                  <a:path extrusionOk="0" h="29909" w="6019">
                    <a:moveTo>
                      <a:pt x="1" y="1"/>
                    </a:moveTo>
                    <a:lnTo>
                      <a:pt x="1" y="306"/>
                    </a:lnTo>
                    <a:lnTo>
                      <a:pt x="5699" y="306"/>
                    </a:lnTo>
                    <a:lnTo>
                      <a:pt x="5699"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4" name="Google Shape;414;p9"/>
            <p:cNvGrpSpPr/>
            <p:nvPr/>
          </p:nvGrpSpPr>
          <p:grpSpPr>
            <a:xfrm>
              <a:off x="8279400" y="4281138"/>
              <a:ext cx="904666" cy="726121"/>
              <a:chOff x="7945225" y="4302000"/>
              <a:chExt cx="904666" cy="726121"/>
            </a:xfrm>
          </p:grpSpPr>
          <p:sp>
            <p:nvSpPr>
              <p:cNvPr id="415" name="Google Shape;415;p9"/>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9"/>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9"/>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18" name="Google Shape;418;p9"/>
            <p:cNvSpPr/>
            <p:nvPr/>
          </p:nvSpPr>
          <p:spPr>
            <a:xfrm rot="10800000">
              <a:off x="7869624" y="2920269"/>
              <a:ext cx="981776" cy="2307791"/>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9"/>
            <p:cNvSpPr/>
            <p:nvPr/>
          </p:nvSpPr>
          <p:spPr>
            <a:xfrm rot="10800000">
              <a:off x="8028970" y="2920884"/>
              <a:ext cx="981776" cy="2307791"/>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0" name="Google Shape;420;p9"/>
          <p:cNvGrpSpPr/>
          <p:nvPr/>
        </p:nvGrpSpPr>
        <p:grpSpPr>
          <a:xfrm>
            <a:off x="-1953175" y="4816451"/>
            <a:ext cx="4558967" cy="134100"/>
            <a:chOff x="796100" y="3019701"/>
            <a:chExt cx="4558967" cy="134100"/>
          </a:xfrm>
        </p:grpSpPr>
        <p:sp>
          <p:nvSpPr>
            <p:cNvPr id="421" name="Google Shape;421;p9"/>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22" name="Google Shape;422;p9"/>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423" name="Google Shape;423;p9"/>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24" name="Shape 424"/>
        <p:cNvGrpSpPr/>
        <p:nvPr/>
      </p:nvGrpSpPr>
      <p:grpSpPr>
        <a:xfrm>
          <a:off x="0" y="0"/>
          <a:ext cx="0" cy="0"/>
          <a:chOff x="0" y="0"/>
          <a:chExt cx="0" cy="0"/>
        </a:xfrm>
      </p:grpSpPr>
      <p:sp>
        <p:nvSpPr>
          <p:cNvPr id="425" name="Google Shape;425;p10"/>
          <p:cNvSpPr/>
          <p:nvPr>
            <p:ph idx="2" type="pic"/>
          </p:nvPr>
        </p:nvSpPr>
        <p:spPr>
          <a:xfrm>
            <a:off x="0" y="0"/>
            <a:ext cx="9144000" cy="5143500"/>
          </a:xfrm>
          <a:prstGeom prst="rect">
            <a:avLst/>
          </a:prstGeom>
          <a:noFill/>
          <a:ln>
            <a:noFill/>
          </a:ln>
        </p:spPr>
      </p:sp>
      <p:sp>
        <p:nvSpPr>
          <p:cNvPr id="426" name="Google Shape;426;p10"/>
          <p:cNvSpPr txBox="1"/>
          <p:nvPr>
            <p:ph type="title"/>
          </p:nvPr>
        </p:nvSpPr>
        <p:spPr>
          <a:xfrm>
            <a:off x="720000" y="539500"/>
            <a:ext cx="3672000" cy="932700"/>
          </a:xfrm>
          <a:prstGeom prst="rect">
            <a:avLst/>
          </a:prstGeom>
          <a:solidFill>
            <a:schemeClr val="lt1"/>
          </a:solidFill>
        </p:spPr>
        <p:txBody>
          <a:bodyPr anchorCtr="0" anchor="t" bIns="91425" lIns="91425" spcFirstLastPara="1" rIns="91425" wrap="square" tIns="91425">
            <a:noAutofit/>
          </a:bodyPr>
          <a:lstStyle>
            <a:lvl1pPr lvl="0" rtl="0" algn="ctr">
              <a:spcBef>
                <a:spcPts val="0"/>
              </a:spcBef>
              <a:spcAft>
                <a:spcPts val="0"/>
              </a:spcAft>
              <a:buSzPts val="3000"/>
              <a:buNone/>
              <a:defRPr sz="2500"/>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27" name="Shape 427"/>
        <p:cNvGrpSpPr/>
        <p:nvPr/>
      </p:nvGrpSpPr>
      <p:grpSpPr>
        <a:xfrm>
          <a:off x="0" y="0"/>
          <a:ext cx="0" cy="0"/>
          <a:chOff x="0" y="0"/>
          <a:chExt cx="0" cy="0"/>
        </a:xfrm>
      </p:grpSpPr>
      <p:sp>
        <p:nvSpPr>
          <p:cNvPr id="428" name="Google Shape;428;p11"/>
          <p:cNvSpPr txBox="1"/>
          <p:nvPr>
            <p:ph hasCustomPrompt="1" type="title"/>
          </p:nvPr>
        </p:nvSpPr>
        <p:spPr>
          <a:xfrm>
            <a:off x="713225" y="1766475"/>
            <a:ext cx="6576000" cy="1036200"/>
          </a:xfrm>
          <a:prstGeom prst="rect">
            <a:avLst/>
          </a:prstGeom>
        </p:spPr>
        <p:txBody>
          <a:bodyPr anchorCtr="0" anchor="b" bIns="91425" lIns="91425" spcFirstLastPara="1" rIns="91425" wrap="square" tIns="91425">
            <a:noAutofit/>
          </a:bodyPr>
          <a:lstStyle>
            <a:lvl1pPr lvl="0">
              <a:spcBef>
                <a:spcPts val="0"/>
              </a:spcBef>
              <a:spcAft>
                <a:spcPts val="0"/>
              </a:spcAft>
              <a:buSzPts val="9600"/>
              <a:buFont typeface="Poppins"/>
              <a:buNone/>
              <a:defRPr sz="6000">
                <a:latin typeface="Poppins"/>
                <a:ea typeface="Poppins"/>
                <a:cs typeface="Poppins"/>
                <a:sym typeface="Poppins"/>
              </a:defRPr>
            </a:lvl1pPr>
            <a:lvl2pPr lvl="1" algn="ctr">
              <a:spcBef>
                <a:spcPts val="0"/>
              </a:spcBef>
              <a:spcAft>
                <a:spcPts val="0"/>
              </a:spcAft>
              <a:buSzPts val="9600"/>
              <a:buFont typeface="Poppins"/>
              <a:buNone/>
              <a:defRPr sz="9600">
                <a:latin typeface="Poppins"/>
                <a:ea typeface="Poppins"/>
                <a:cs typeface="Poppins"/>
                <a:sym typeface="Poppins"/>
              </a:defRPr>
            </a:lvl2pPr>
            <a:lvl3pPr lvl="2" algn="ctr">
              <a:spcBef>
                <a:spcPts val="0"/>
              </a:spcBef>
              <a:spcAft>
                <a:spcPts val="0"/>
              </a:spcAft>
              <a:buSzPts val="9600"/>
              <a:buFont typeface="Poppins"/>
              <a:buNone/>
              <a:defRPr sz="9600">
                <a:latin typeface="Poppins"/>
                <a:ea typeface="Poppins"/>
                <a:cs typeface="Poppins"/>
                <a:sym typeface="Poppins"/>
              </a:defRPr>
            </a:lvl3pPr>
            <a:lvl4pPr lvl="3" algn="ctr">
              <a:spcBef>
                <a:spcPts val="0"/>
              </a:spcBef>
              <a:spcAft>
                <a:spcPts val="0"/>
              </a:spcAft>
              <a:buSzPts val="9600"/>
              <a:buFont typeface="Poppins"/>
              <a:buNone/>
              <a:defRPr sz="9600">
                <a:latin typeface="Poppins"/>
                <a:ea typeface="Poppins"/>
                <a:cs typeface="Poppins"/>
                <a:sym typeface="Poppins"/>
              </a:defRPr>
            </a:lvl4pPr>
            <a:lvl5pPr lvl="4" algn="ctr">
              <a:spcBef>
                <a:spcPts val="0"/>
              </a:spcBef>
              <a:spcAft>
                <a:spcPts val="0"/>
              </a:spcAft>
              <a:buSzPts val="9600"/>
              <a:buFont typeface="Poppins"/>
              <a:buNone/>
              <a:defRPr sz="9600">
                <a:latin typeface="Poppins"/>
                <a:ea typeface="Poppins"/>
                <a:cs typeface="Poppins"/>
                <a:sym typeface="Poppins"/>
              </a:defRPr>
            </a:lvl5pPr>
            <a:lvl6pPr lvl="5" algn="ctr">
              <a:spcBef>
                <a:spcPts val="0"/>
              </a:spcBef>
              <a:spcAft>
                <a:spcPts val="0"/>
              </a:spcAft>
              <a:buSzPts val="9600"/>
              <a:buFont typeface="Poppins"/>
              <a:buNone/>
              <a:defRPr sz="9600">
                <a:latin typeface="Poppins"/>
                <a:ea typeface="Poppins"/>
                <a:cs typeface="Poppins"/>
                <a:sym typeface="Poppins"/>
              </a:defRPr>
            </a:lvl6pPr>
            <a:lvl7pPr lvl="6" algn="ctr">
              <a:spcBef>
                <a:spcPts val="0"/>
              </a:spcBef>
              <a:spcAft>
                <a:spcPts val="0"/>
              </a:spcAft>
              <a:buSzPts val="9600"/>
              <a:buFont typeface="Poppins"/>
              <a:buNone/>
              <a:defRPr sz="9600">
                <a:latin typeface="Poppins"/>
                <a:ea typeface="Poppins"/>
                <a:cs typeface="Poppins"/>
                <a:sym typeface="Poppins"/>
              </a:defRPr>
            </a:lvl7pPr>
            <a:lvl8pPr lvl="7" algn="ctr">
              <a:spcBef>
                <a:spcPts val="0"/>
              </a:spcBef>
              <a:spcAft>
                <a:spcPts val="0"/>
              </a:spcAft>
              <a:buSzPts val="9600"/>
              <a:buFont typeface="Poppins"/>
              <a:buNone/>
              <a:defRPr sz="9600">
                <a:latin typeface="Poppins"/>
                <a:ea typeface="Poppins"/>
                <a:cs typeface="Poppins"/>
                <a:sym typeface="Poppins"/>
              </a:defRPr>
            </a:lvl8pPr>
            <a:lvl9pPr lvl="8" algn="ctr">
              <a:spcBef>
                <a:spcPts val="0"/>
              </a:spcBef>
              <a:spcAft>
                <a:spcPts val="0"/>
              </a:spcAft>
              <a:buSzPts val="9600"/>
              <a:buFont typeface="Poppins"/>
              <a:buNone/>
              <a:defRPr sz="9600">
                <a:latin typeface="Poppins"/>
                <a:ea typeface="Poppins"/>
                <a:cs typeface="Poppins"/>
                <a:sym typeface="Poppins"/>
              </a:defRPr>
            </a:lvl9pPr>
          </a:lstStyle>
          <a:p>
            <a:r>
              <a:t>xx%</a:t>
            </a:r>
          </a:p>
        </p:txBody>
      </p:sp>
      <p:sp>
        <p:nvSpPr>
          <p:cNvPr id="429" name="Google Shape;429;p11"/>
          <p:cNvSpPr txBox="1"/>
          <p:nvPr>
            <p:ph idx="1" type="subTitle"/>
          </p:nvPr>
        </p:nvSpPr>
        <p:spPr>
          <a:xfrm>
            <a:off x="713225" y="3118375"/>
            <a:ext cx="6576000" cy="497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grpSp>
        <p:nvGrpSpPr>
          <p:cNvPr id="430" name="Google Shape;430;p11"/>
          <p:cNvGrpSpPr/>
          <p:nvPr/>
        </p:nvGrpSpPr>
        <p:grpSpPr>
          <a:xfrm>
            <a:off x="-889904" y="4083136"/>
            <a:ext cx="4477057" cy="2336436"/>
            <a:chOff x="-889904" y="4006936"/>
            <a:chExt cx="4477057" cy="2336436"/>
          </a:xfrm>
        </p:grpSpPr>
        <p:grpSp>
          <p:nvGrpSpPr>
            <p:cNvPr id="431" name="Google Shape;431;p11"/>
            <p:cNvGrpSpPr/>
            <p:nvPr/>
          </p:nvGrpSpPr>
          <p:grpSpPr>
            <a:xfrm>
              <a:off x="-889904" y="4006936"/>
              <a:ext cx="4477057" cy="2336436"/>
              <a:chOff x="-900729" y="3974486"/>
              <a:chExt cx="4477057" cy="2336436"/>
            </a:xfrm>
          </p:grpSpPr>
          <p:sp>
            <p:nvSpPr>
              <p:cNvPr id="432" name="Google Shape;432;p11"/>
              <p:cNvSpPr/>
              <p:nvPr/>
            </p:nvSpPr>
            <p:spPr>
              <a:xfrm rot="-3600048">
                <a:off x="-675925" y="4363903"/>
                <a:ext cx="1798609" cy="1557602"/>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11"/>
              <p:cNvSpPr/>
              <p:nvPr/>
            </p:nvSpPr>
            <p:spPr>
              <a:xfrm rot="-5400000">
                <a:off x="891329" y="3148090"/>
                <a:ext cx="1793675" cy="3576323"/>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34" name="Google Shape;434;p11"/>
              <p:cNvGrpSpPr/>
              <p:nvPr/>
            </p:nvGrpSpPr>
            <p:grpSpPr>
              <a:xfrm>
                <a:off x="63440" y="4608566"/>
                <a:ext cx="496803" cy="497084"/>
                <a:chOff x="3678700" y="407275"/>
                <a:chExt cx="708100" cy="708500"/>
              </a:xfrm>
            </p:grpSpPr>
            <p:sp>
              <p:nvSpPr>
                <p:cNvPr id="435" name="Google Shape;435;p11"/>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11"/>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11"/>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11"/>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11"/>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11"/>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11"/>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2" name="Google Shape;442;p11"/>
              <p:cNvGrpSpPr/>
              <p:nvPr/>
            </p:nvGrpSpPr>
            <p:grpSpPr>
              <a:xfrm>
                <a:off x="464815" y="4608566"/>
                <a:ext cx="496803" cy="497084"/>
                <a:chOff x="3678700" y="407275"/>
                <a:chExt cx="708100" cy="708500"/>
              </a:xfrm>
            </p:grpSpPr>
            <p:sp>
              <p:nvSpPr>
                <p:cNvPr id="443" name="Google Shape;443;p11"/>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11"/>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11"/>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11"/>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11"/>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11"/>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11"/>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50" name="Google Shape;450;p11"/>
            <p:cNvGrpSpPr/>
            <p:nvPr/>
          </p:nvGrpSpPr>
          <p:grpSpPr>
            <a:xfrm rot="5400000">
              <a:off x="1017275" y="4934200"/>
              <a:ext cx="439200" cy="439100"/>
              <a:chOff x="1101075" y="2142375"/>
              <a:chExt cx="439200" cy="439100"/>
            </a:xfrm>
          </p:grpSpPr>
          <p:sp>
            <p:nvSpPr>
              <p:cNvPr id="451" name="Google Shape;451;p11"/>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11"/>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53" name="Google Shape;453;p11"/>
          <p:cNvGrpSpPr/>
          <p:nvPr/>
        </p:nvGrpSpPr>
        <p:grpSpPr>
          <a:xfrm>
            <a:off x="-2613417" y="-2882410"/>
            <a:ext cx="8164418" cy="6343459"/>
            <a:chOff x="-2613417" y="-2806210"/>
            <a:chExt cx="8164418" cy="6343459"/>
          </a:xfrm>
        </p:grpSpPr>
        <p:grpSp>
          <p:nvGrpSpPr>
            <p:cNvPr id="454" name="Google Shape;454;p11"/>
            <p:cNvGrpSpPr/>
            <p:nvPr/>
          </p:nvGrpSpPr>
          <p:grpSpPr>
            <a:xfrm>
              <a:off x="-191059" y="95963"/>
              <a:ext cx="1538562" cy="971589"/>
              <a:chOff x="-191059" y="95963"/>
              <a:chExt cx="1538562" cy="971589"/>
            </a:xfrm>
          </p:grpSpPr>
          <p:grpSp>
            <p:nvGrpSpPr>
              <p:cNvPr id="455" name="Google Shape;455;p11"/>
              <p:cNvGrpSpPr/>
              <p:nvPr/>
            </p:nvGrpSpPr>
            <p:grpSpPr>
              <a:xfrm>
                <a:off x="-191059" y="201619"/>
                <a:ext cx="904284" cy="865933"/>
                <a:chOff x="2038491" y="-937756"/>
                <a:chExt cx="904284" cy="865933"/>
              </a:xfrm>
            </p:grpSpPr>
            <p:grpSp>
              <p:nvGrpSpPr>
                <p:cNvPr id="456" name="Google Shape;456;p11"/>
                <p:cNvGrpSpPr/>
                <p:nvPr/>
              </p:nvGrpSpPr>
              <p:grpSpPr>
                <a:xfrm>
                  <a:off x="2096570" y="-863491"/>
                  <a:ext cx="717621" cy="717392"/>
                  <a:chOff x="1483457" y="3953671"/>
                  <a:chExt cx="717621" cy="717392"/>
                </a:xfrm>
              </p:grpSpPr>
              <p:sp>
                <p:nvSpPr>
                  <p:cNvPr id="457" name="Google Shape;457;p11"/>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11"/>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11"/>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11"/>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11"/>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2" name="Google Shape;462;p11"/>
                <p:cNvSpPr/>
                <p:nvPr/>
              </p:nvSpPr>
              <p:spPr>
                <a:xfrm>
                  <a:off x="2038491" y="-937756"/>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r="100%"/>
                  </a:path>
                  <a:tileRect l="-10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3" name="Google Shape;463;p11"/>
              <p:cNvGrpSpPr/>
              <p:nvPr/>
            </p:nvGrpSpPr>
            <p:grpSpPr>
              <a:xfrm>
                <a:off x="584533" y="95963"/>
                <a:ext cx="473483" cy="453403"/>
                <a:chOff x="2038491" y="-937756"/>
                <a:chExt cx="904284" cy="865933"/>
              </a:xfrm>
            </p:grpSpPr>
            <p:grpSp>
              <p:nvGrpSpPr>
                <p:cNvPr id="464" name="Google Shape;464;p11"/>
                <p:cNvGrpSpPr/>
                <p:nvPr/>
              </p:nvGrpSpPr>
              <p:grpSpPr>
                <a:xfrm>
                  <a:off x="2096570" y="-863491"/>
                  <a:ext cx="717621" cy="717392"/>
                  <a:chOff x="1483457" y="3953671"/>
                  <a:chExt cx="717621" cy="717392"/>
                </a:xfrm>
              </p:grpSpPr>
              <p:sp>
                <p:nvSpPr>
                  <p:cNvPr id="465" name="Google Shape;465;p11"/>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11"/>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11"/>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11"/>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11"/>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0" name="Google Shape;470;p11"/>
                <p:cNvSpPr/>
                <p:nvPr/>
              </p:nvSpPr>
              <p:spPr>
                <a:xfrm>
                  <a:off x="2038491" y="-937756"/>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r="100%"/>
                  </a:path>
                  <a:tileRect l="-10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1" name="Google Shape;471;p11"/>
              <p:cNvGrpSpPr/>
              <p:nvPr/>
            </p:nvGrpSpPr>
            <p:grpSpPr>
              <a:xfrm>
                <a:off x="530445" y="481913"/>
                <a:ext cx="473483" cy="453403"/>
                <a:chOff x="2038491" y="-937756"/>
                <a:chExt cx="904284" cy="865933"/>
              </a:xfrm>
            </p:grpSpPr>
            <p:grpSp>
              <p:nvGrpSpPr>
                <p:cNvPr id="472" name="Google Shape;472;p11"/>
                <p:cNvGrpSpPr/>
                <p:nvPr/>
              </p:nvGrpSpPr>
              <p:grpSpPr>
                <a:xfrm>
                  <a:off x="2096570" y="-863491"/>
                  <a:ext cx="717621" cy="717392"/>
                  <a:chOff x="1483457" y="3953671"/>
                  <a:chExt cx="717621" cy="717392"/>
                </a:xfrm>
              </p:grpSpPr>
              <p:sp>
                <p:nvSpPr>
                  <p:cNvPr id="473" name="Google Shape;473;p11"/>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11"/>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11"/>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11"/>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11"/>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8" name="Google Shape;478;p11"/>
                <p:cNvSpPr/>
                <p:nvPr/>
              </p:nvSpPr>
              <p:spPr>
                <a:xfrm>
                  <a:off x="2038491" y="-937756"/>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r="100%"/>
                  </a:path>
                  <a:tileRect l="-10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9" name="Google Shape;479;p11"/>
              <p:cNvGrpSpPr/>
              <p:nvPr/>
            </p:nvGrpSpPr>
            <p:grpSpPr>
              <a:xfrm>
                <a:off x="874020" y="312788"/>
                <a:ext cx="473483" cy="453403"/>
                <a:chOff x="2038491" y="-937756"/>
                <a:chExt cx="904284" cy="865933"/>
              </a:xfrm>
            </p:grpSpPr>
            <p:grpSp>
              <p:nvGrpSpPr>
                <p:cNvPr id="480" name="Google Shape;480;p11"/>
                <p:cNvGrpSpPr/>
                <p:nvPr/>
              </p:nvGrpSpPr>
              <p:grpSpPr>
                <a:xfrm>
                  <a:off x="2096570" y="-863491"/>
                  <a:ext cx="717621" cy="717392"/>
                  <a:chOff x="1483457" y="3953671"/>
                  <a:chExt cx="717621" cy="717392"/>
                </a:xfrm>
              </p:grpSpPr>
              <p:sp>
                <p:nvSpPr>
                  <p:cNvPr id="481" name="Google Shape;481;p11"/>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11"/>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11"/>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11"/>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11"/>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86" name="Google Shape;486;p11"/>
                <p:cNvSpPr/>
                <p:nvPr/>
              </p:nvSpPr>
              <p:spPr>
                <a:xfrm>
                  <a:off x="2038491" y="-937756"/>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r="100%"/>
                  </a:path>
                  <a:tileRect l="-10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87" name="Google Shape;487;p11"/>
            <p:cNvGrpSpPr/>
            <p:nvPr/>
          </p:nvGrpSpPr>
          <p:grpSpPr>
            <a:xfrm rot="-7479050">
              <a:off x="-2051246" y="-1642948"/>
              <a:ext cx="4889863" cy="3931229"/>
              <a:chOff x="7103825" y="-713112"/>
              <a:chExt cx="3785226" cy="3043150"/>
            </a:xfrm>
          </p:grpSpPr>
          <p:sp>
            <p:nvSpPr>
              <p:cNvPr id="488" name="Google Shape;488;p11"/>
              <p:cNvSpPr/>
              <p:nvPr/>
            </p:nvSpPr>
            <p:spPr>
              <a:xfrm rot="-3600017">
                <a:off x="7761095" y="-21"/>
                <a:ext cx="2152450" cy="1864030"/>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89" name="Google Shape;489;p11"/>
              <p:cNvPicPr preferRelativeResize="0"/>
              <p:nvPr/>
            </p:nvPicPr>
            <p:blipFill rotWithShape="1">
              <a:blip r:embed="rId2">
                <a:alphaModFix/>
              </a:blip>
              <a:srcRect b="17663" l="0" r="0" t="17657"/>
              <a:stretch/>
            </p:blipFill>
            <p:spPr>
              <a:xfrm>
                <a:off x="7103825" y="-713112"/>
                <a:ext cx="3785226" cy="2888974"/>
              </a:xfrm>
              <a:prstGeom prst="rect">
                <a:avLst/>
              </a:prstGeom>
              <a:noFill/>
              <a:ln>
                <a:noFill/>
              </a:ln>
            </p:spPr>
          </p:pic>
        </p:grpSp>
        <p:grpSp>
          <p:nvGrpSpPr>
            <p:cNvPr id="490" name="Google Shape;490;p11"/>
            <p:cNvGrpSpPr/>
            <p:nvPr/>
          </p:nvGrpSpPr>
          <p:grpSpPr>
            <a:xfrm>
              <a:off x="-640220" y="-2653973"/>
              <a:ext cx="6191222" cy="6191222"/>
              <a:chOff x="-640220" y="-2502423"/>
              <a:chExt cx="6191222" cy="6191222"/>
            </a:xfrm>
          </p:grpSpPr>
          <p:sp>
            <p:nvSpPr>
              <p:cNvPr id="491" name="Google Shape;491;p11"/>
              <p:cNvSpPr/>
              <p:nvPr/>
            </p:nvSpPr>
            <p:spPr>
              <a:xfrm rot="-8100000">
                <a:off x="452224" y="-1781500"/>
                <a:ext cx="4006334" cy="4749375"/>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11"/>
              <p:cNvSpPr/>
              <p:nvPr/>
            </p:nvSpPr>
            <p:spPr>
              <a:xfrm rot="-8100000">
                <a:off x="83608" y="-617740"/>
                <a:ext cx="2925242" cy="3057723"/>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493" name="Shape 493"/>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494" name="Shape 494"/>
        <p:cNvGrpSpPr/>
        <p:nvPr/>
      </p:nvGrpSpPr>
      <p:grpSpPr>
        <a:xfrm>
          <a:off x="0" y="0"/>
          <a:ext cx="0" cy="0"/>
          <a:chOff x="0" y="0"/>
          <a:chExt cx="0" cy="0"/>
        </a:xfrm>
      </p:grpSpPr>
      <p:sp>
        <p:nvSpPr>
          <p:cNvPr id="495" name="Google Shape;495;p1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496" name="Google Shape;496;p13"/>
          <p:cNvSpPr txBox="1"/>
          <p:nvPr>
            <p:ph idx="1" type="subTitle"/>
          </p:nvPr>
        </p:nvSpPr>
        <p:spPr>
          <a:xfrm>
            <a:off x="720000" y="2244725"/>
            <a:ext cx="2661000" cy="6042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97" name="Google Shape;497;p13"/>
          <p:cNvSpPr txBox="1"/>
          <p:nvPr>
            <p:ph idx="2" type="subTitle"/>
          </p:nvPr>
        </p:nvSpPr>
        <p:spPr>
          <a:xfrm>
            <a:off x="4366700" y="2244725"/>
            <a:ext cx="2661000" cy="6042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98" name="Google Shape;498;p13"/>
          <p:cNvSpPr txBox="1"/>
          <p:nvPr>
            <p:ph idx="3" type="subTitle"/>
          </p:nvPr>
        </p:nvSpPr>
        <p:spPr>
          <a:xfrm>
            <a:off x="720000" y="3940900"/>
            <a:ext cx="2661000" cy="6042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99" name="Google Shape;499;p13"/>
          <p:cNvSpPr txBox="1"/>
          <p:nvPr>
            <p:ph idx="4" type="subTitle"/>
          </p:nvPr>
        </p:nvSpPr>
        <p:spPr>
          <a:xfrm>
            <a:off x="4366700" y="3940900"/>
            <a:ext cx="2661000" cy="6042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00" name="Google Shape;500;p13"/>
          <p:cNvSpPr txBox="1"/>
          <p:nvPr>
            <p:ph hasCustomPrompt="1" idx="5" type="title"/>
          </p:nvPr>
        </p:nvSpPr>
        <p:spPr>
          <a:xfrm>
            <a:off x="720003" y="1344775"/>
            <a:ext cx="1057500" cy="640200"/>
          </a:xfrm>
          <a:prstGeom prst="rect">
            <a:avLst/>
          </a:prstGeom>
          <a:noFill/>
        </p:spPr>
        <p:txBody>
          <a:bodyPr anchorCtr="0" anchor="b" bIns="91425" lIns="91425" spcFirstLastPara="1" rIns="91425" wrap="square" tIns="91425">
            <a:noAutofit/>
          </a:bodyPr>
          <a:lstStyle>
            <a:lvl1pPr lvl="0" rtl="0">
              <a:lnSpc>
                <a:spcPct val="115000"/>
              </a:lnSpc>
              <a:spcBef>
                <a:spcPts val="0"/>
              </a:spcBef>
              <a:spcAft>
                <a:spcPts val="0"/>
              </a:spcAft>
              <a:buSzPts val="3000"/>
              <a:buNone/>
              <a:defRPr>
                <a:latin typeface="Poppins"/>
                <a:ea typeface="Poppins"/>
                <a:cs typeface="Poppins"/>
                <a:sym typeface="Poppins"/>
              </a:defRPr>
            </a:lvl1pPr>
            <a:lvl2pPr lvl="1" rtl="0">
              <a:spcBef>
                <a:spcPts val="0"/>
              </a:spcBef>
              <a:spcAft>
                <a:spcPts val="0"/>
              </a:spcAft>
              <a:buSzPts val="3000"/>
              <a:buFont typeface="IBM Plex Mono"/>
              <a:buNone/>
              <a:defRPr sz="3000">
                <a:latin typeface="IBM Plex Mono"/>
                <a:ea typeface="IBM Plex Mono"/>
                <a:cs typeface="IBM Plex Mono"/>
                <a:sym typeface="IBM Plex Mono"/>
              </a:defRPr>
            </a:lvl2pPr>
            <a:lvl3pPr lvl="2" rtl="0">
              <a:spcBef>
                <a:spcPts val="0"/>
              </a:spcBef>
              <a:spcAft>
                <a:spcPts val="0"/>
              </a:spcAft>
              <a:buSzPts val="3000"/>
              <a:buFont typeface="IBM Plex Mono"/>
              <a:buNone/>
              <a:defRPr sz="3000">
                <a:latin typeface="IBM Plex Mono"/>
                <a:ea typeface="IBM Plex Mono"/>
                <a:cs typeface="IBM Plex Mono"/>
                <a:sym typeface="IBM Plex Mono"/>
              </a:defRPr>
            </a:lvl3pPr>
            <a:lvl4pPr lvl="3" rtl="0">
              <a:spcBef>
                <a:spcPts val="0"/>
              </a:spcBef>
              <a:spcAft>
                <a:spcPts val="0"/>
              </a:spcAft>
              <a:buSzPts val="3000"/>
              <a:buFont typeface="IBM Plex Mono"/>
              <a:buNone/>
              <a:defRPr sz="3000">
                <a:latin typeface="IBM Plex Mono"/>
                <a:ea typeface="IBM Plex Mono"/>
                <a:cs typeface="IBM Plex Mono"/>
                <a:sym typeface="IBM Plex Mono"/>
              </a:defRPr>
            </a:lvl4pPr>
            <a:lvl5pPr lvl="4" rtl="0">
              <a:spcBef>
                <a:spcPts val="0"/>
              </a:spcBef>
              <a:spcAft>
                <a:spcPts val="0"/>
              </a:spcAft>
              <a:buSzPts val="3000"/>
              <a:buFont typeface="IBM Plex Mono"/>
              <a:buNone/>
              <a:defRPr sz="3000">
                <a:latin typeface="IBM Plex Mono"/>
                <a:ea typeface="IBM Plex Mono"/>
                <a:cs typeface="IBM Plex Mono"/>
                <a:sym typeface="IBM Plex Mono"/>
              </a:defRPr>
            </a:lvl5pPr>
            <a:lvl6pPr lvl="5" rtl="0">
              <a:spcBef>
                <a:spcPts val="0"/>
              </a:spcBef>
              <a:spcAft>
                <a:spcPts val="0"/>
              </a:spcAft>
              <a:buSzPts val="3000"/>
              <a:buFont typeface="IBM Plex Mono"/>
              <a:buNone/>
              <a:defRPr sz="3000">
                <a:latin typeface="IBM Plex Mono"/>
                <a:ea typeface="IBM Plex Mono"/>
                <a:cs typeface="IBM Plex Mono"/>
                <a:sym typeface="IBM Plex Mono"/>
              </a:defRPr>
            </a:lvl6pPr>
            <a:lvl7pPr lvl="6" rtl="0">
              <a:spcBef>
                <a:spcPts val="0"/>
              </a:spcBef>
              <a:spcAft>
                <a:spcPts val="0"/>
              </a:spcAft>
              <a:buSzPts val="3000"/>
              <a:buFont typeface="IBM Plex Mono"/>
              <a:buNone/>
              <a:defRPr sz="3000">
                <a:latin typeface="IBM Plex Mono"/>
                <a:ea typeface="IBM Plex Mono"/>
                <a:cs typeface="IBM Plex Mono"/>
                <a:sym typeface="IBM Plex Mono"/>
              </a:defRPr>
            </a:lvl7pPr>
            <a:lvl8pPr lvl="7" rtl="0">
              <a:spcBef>
                <a:spcPts val="0"/>
              </a:spcBef>
              <a:spcAft>
                <a:spcPts val="0"/>
              </a:spcAft>
              <a:buSzPts val="3000"/>
              <a:buFont typeface="IBM Plex Mono"/>
              <a:buNone/>
              <a:defRPr sz="3000">
                <a:latin typeface="IBM Plex Mono"/>
                <a:ea typeface="IBM Plex Mono"/>
                <a:cs typeface="IBM Plex Mono"/>
                <a:sym typeface="IBM Plex Mono"/>
              </a:defRPr>
            </a:lvl8pPr>
            <a:lvl9pPr lvl="8" rtl="0">
              <a:spcBef>
                <a:spcPts val="0"/>
              </a:spcBef>
              <a:spcAft>
                <a:spcPts val="0"/>
              </a:spcAft>
              <a:buSzPts val="3000"/>
              <a:buFont typeface="IBM Plex Mono"/>
              <a:buNone/>
              <a:defRPr sz="3000">
                <a:latin typeface="IBM Plex Mono"/>
                <a:ea typeface="IBM Plex Mono"/>
                <a:cs typeface="IBM Plex Mono"/>
                <a:sym typeface="IBM Plex Mono"/>
              </a:defRPr>
            </a:lvl9pPr>
          </a:lstStyle>
          <a:p>
            <a:r>
              <a:t>xx%</a:t>
            </a:r>
          </a:p>
        </p:txBody>
      </p:sp>
      <p:sp>
        <p:nvSpPr>
          <p:cNvPr id="501" name="Google Shape;501;p13"/>
          <p:cNvSpPr txBox="1"/>
          <p:nvPr>
            <p:ph hasCustomPrompt="1" idx="6" type="title"/>
          </p:nvPr>
        </p:nvSpPr>
        <p:spPr>
          <a:xfrm>
            <a:off x="720003" y="3040971"/>
            <a:ext cx="1057500" cy="640200"/>
          </a:xfrm>
          <a:prstGeom prst="rect">
            <a:avLst/>
          </a:prstGeom>
          <a:noFill/>
        </p:spPr>
        <p:txBody>
          <a:bodyPr anchorCtr="0" anchor="b" bIns="91425" lIns="91425" spcFirstLastPara="1" rIns="91425" wrap="square" tIns="91425">
            <a:noAutofit/>
          </a:bodyPr>
          <a:lstStyle>
            <a:lvl1pPr lvl="0" rtl="0">
              <a:lnSpc>
                <a:spcPct val="115000"/>
              </a:lnSpc>
              <a:spcBef>
                <a:spcPts val="0"/>
              </a:spcBef>
              <a:spcAft>
                <a:spcPts val="0"/>
              </a:spcAft>
              <a:buSzPts val="3000"/>
              <a:buNone/>
              <a:defRPr>
                <a:latin typeface="Poppins"/>
                <a:ea typeface="Poppins"/>
                <a:cs typeface="Poppins"/>
                <a:sym typeface="Poppins"/>
              </a:defRPr>
            </a:lvl1pPr>
            <a:lvl2pPr lvl="1" rtl="0">
              <a:spcBef>
                <a:spcPts val="0"/>
              </a:spcBef>
              <a:spcAft>
                <a:spcPts val="0"/>
              </a:spcAft>
              <a:buSzPts val="3000"/>
              <a:buFont typeface="IBM Plex Mono"/>
              <a:buNone/>
              <a:defRPr sz="3000">
                <a:latin typeface="IBM Plex Mono"/>
                <a:ea typeface="IBM Plex Mono"/>
                <a:cs typeface="IBM Plex Mono"/>
                <a:sym typeface="IBM Plex Mono"/>
              </a:defRPr>
            </a:lvl2pPr>
            <a:lvl3pPr lvl="2" rtl="0">
              <a:spcBef>
                <a:spcPts val="0"/>
              </a:spcBef>
              <a:spcAft>
                <a:spcPts val="0"/>
              </a:spcAft>
              <a:buSzPts val="3000"/>
              <a:buFont typeface="IBM Plex Mono"/>
              <a:buNone/>
              <a:defRPr sz="3000">
                <a:latin typeface="IBM Plex Mono"/>
                <a:ea typeface="IBM Plex Mono"/>
                <a:cs typeface="IBM Plex Mono"/>
                <a:sym typeface="IBM Plex Mono"/>
              </a:defRPr>
            </a:lvl3pPr>
            <a:lvl4pPr lvl="3" rtl="0">
              <a:spcBef>
                <a:spcPts val="0"/>
              </a:spcBef>
              <a:spcAft>
                <a:spcPts val="0"/>
              </a:spcAft>
              <a:buSzPts val="3000"/>
              <a:buFont typeface="IBM Plex Mono"/>
              <a:buNone/>
              <a:defRPr sz="3000">
                <a:latin typeface="IBM Plex Mono"/>
                <a:ea typeface="IBM Plex Mono"/>
                <a:cs typeface="IBM Plex Mono"/>
                <a:sym typeface="IBM Plex Mono"/>
              </a:defRPr>
            </a:lvl4pPr>
            <a:lvl5pPr lvl="4" rtl="0">
              <a:spcBef>
                <a:spcPts val="0"/>
              </a:spcBef>
              <a:spcAft>
                <a:spcPts val="0"/>
              </a:spcAft>
              <a:buSzPts val="3000"/>
              <a:buFont typeface="IBM Plex Mono"/>
              <a:buNone/>
              <a:defRPr sz="3000">
                <a:latin typeface="IBM Plex Mono"/>
                <a:ea typeface="IBM Plex Mono"/>
                <a:cs typeface="IBM Plex Mono"/>
                <a:sym typeface="IBM Plex Mono"/>
              </a:defRPr>
            </a:lvl5pPr>
            <a:lvl6pPr lvl="5" rtl="0">
              <a:spcBef>
                <a:spcPts val="0"/>
              </a:spcBef>
              <a:spcAft>
                <a:spcPts val="0"/>
              </a:spcAft>
              <a:buSzPts val="3000"/>
              <a:buFont typeface="IBM Plex Mono"/>
              <a:buNone/>
              <a:defRPr sz="3000">
                <a:latin typeface="IBM Plex Mono"/>
                <a:ea typeface="IBM Plex Mono"/>
                <a:cs typeface="IBM Plex Mono"/>
                <a:sym typeface="IBM Plex Mono"/>
              </a:defRPr>
            </a:lvl6pPr>
            <a:lvl7pPr lvl="6" rtl="0">
              <a:spcBef>
                <a:spcPts val="0"/>
              </a:spcBef>
              <a:spcAft>
                <a:spcPts val="0"/>
              </a:spcAft>
              <a:buSzPts val="3000"/>
              <a:buFont typeface="IBM Plex Mono"/>
              <a:buNone/>
              <a:defRPr sz="3000">
                <a:latin typeface="IBM Plex Mono"/>
                <a:ea typeface="IBM Plex Mono"/>
                <a:cs typeface="IBM Plex Mono"/>
                <a:sym typeface="IBM Plex Mono"/>
              </a:defRPr>
            </a:lvl7pPr>
            <a:lvl8pPr lvl="7" rtl="0">
              <a:spcBef>
                <a:spcPts val="0"/>
              </a:spcBef>
              <a:spcAft>
                <a:spcPts val="0"/>
              </a:spcAft>
              <a:buSzPts val="3000"/>
              <a:buFont typeface="IBM Plex Mono"/>
              <a:buNone/>
              <a:defRPr sz="3000">
                <a:latin typeface="IBM Plex Mono"/>
                <a:ea typeface="IBM Plex Mono"/>
                <a:cs typeface="IBM Plex Mono"/>
                <a:sym typeface="IBM Plex Mono"/>
              </a:defRPr>
            </a:lvl8pPr>
            <a:lvl9pPr lvl="8" rtl="0">
              <a:spcBef>
                <a:spcPts val="0"/>
              </a:spcBef>
              <a:spcAft>
                <a:spcPts val="0"/>
              </a:spcAft>
              <a:buSzPts val="3000"/>
              <a:buFont typeface="IBM Plex Mono"/>
              <a:buNone/>
              <a:defRPr sz="3000">
                <a:latin typeface="IBM Plex Mono"/>
                <a:ea typeface="IBM Plex Mono"/>
                <a:cs typeface="IBM Plex Mono"/>
                <a:sym typeface="IBM Plex Mono"/>
              </a:defRPr>
            </a:lvl9pPr>
          </a:lstStyle>
          <a:p>
            <a:r>
              <a:t>xx%</a:t>
            </a:r>
          </a:p>
        </p:txBody>
      </p:sp>
      <p:sp>
        <p:nvSpPr>
          <p:cNvPr id="502" name="Google Shape;502;p13"/>
          <p:cNvSpPr txBox="1"/>
          <p:nvPr>
            <p:ph hasCustomPrompt="1" idx="7" type="title"/>
          </p:nvPr>
        </p:nvSpPr>
        <p:spPr>
          <a:xfrm>
            <a:off x="4366698" y="1344775"/>
            <a:ext cx="1057500" cy="640200"/>
          </a:xfrm>
          <a:prstGeom prst="rect">
            <a:avLst/>
          </a:prstGeom>
          <a:noFill/>
        </p:spPr>
        <p:txBody>
          <a:bodyPr anchorCtr="0" anchor="b" bIns="91425" lIns="91425" spcFirstLastPara="1" rIns="91425" wrap="square" tIns="91425">
            <a:noAutofit/>
          </a:bodyPr>
          <a:lstStyle>
            <a:lvl1pPr lvl="0" rtl="0">
              <a:lnSpc>
                <a:spcPct val="115000"/>
              </a:lnSpc>
              <a:spcBef>
                <a:spcPts val="0"/>
              </a:spcBef>
              <a:spcAft>
                <a:spcPts val="0"/>
              </a:spcAft>
              <a:buSzPts val="3000"/>
              <a:buNone/>
              <a:defRPr>
                <a:latin typeface="Poppins"/>
                <a:ea typeface="Poppins"/>
                <a:cs typeface="Poppins"/>
                <a:sym typeface="Poppins"/>
              </a:defRPr>
            </a:lvl1pPr>
            <a:lvl2pPr lvl="1" rtl="0">
              <a:spcBef>
                <a:spcPts val="0"/>
              </a:spcBef>
              <a:spcAft>
                <a:spcPts val="0"/>
              </a:spcAft>
              <a:buSzPts val="3000"/>
              <a:buFont typeface="IBM Plex Mono"/>
              <a:buNone/>
              <a:defRPr sz="3000">
                <a:latin typeface="IBM Plex Mono"/>
                <a:ea typeface="IBM Plex Mono"/>
                <a:cs typeface="IBM Plex Mono"/>
                <a:sym typeface="IBM Plex Mono"/>
              </a:defRPr>
            </a:lvl2pPr>
            <a:lvl3pPr lvl="2" rtl="0">
              <a:spcBef>
                <a:spcPts val="0"/>
              </a:spcBef>
              <a:spcAft>
                <a:spcPts val="0"/>
              </a:spcAft>
              <a:buSzPts val="3000"/>
              <a:buFont typeface="IBM Plex Mono"/>
              <a:buNone/>
              <a:defRPr sz="3000">
                <a:latin typeface="IBM Plex Mono"/>
                <a:ea typeface="IBM Plex Mono"/>
                <a:cs typeface="IBM Plex Mono"/>
                <a:sym typeface="IBM Plex Mono"/>
              </a:defRPr>
            </a:lvl3pPr>
            <a:lvl4pPr lvl="3" rtl="0">
              <a:spcBef>
                <a:spcPts val="0"/>
              </a:spcBef>
              <a:spcAft>
                <a:spcPts val="0"/>
              </a:spcAft>
              <a:buSzPts val="3000"/>
              <a:buFont typeface="IBM Plex Mono"/>
              <a:buNone/>
              <a:defRPr sz="3000">
                <a:latin typeface="IBM Plex Mono"/>
                <a:ea typeface="IBM Plex Mono"/>
                <a:cs typeface="IBM Plex Mono"/>
                <a:sym typeface="IBM Plex Mono"/>
              </a:defRPr>
            </a:lvl4pPr>
            <a:lvl5pPr lvl="4" rtl="0">
              <a:spcBef>
                <a:spcPts val="0"/>
              </a:spcBef>
              <a:spcAft>
                <a:spcPts val="0"/>
              </a:spcAft>
              <a:buSzPts val="3000"/>
              <a:buFont typeface="IBM Plex Mono"/>
              <a:buNone/>
              <a:defRPr sz="3000">
                <a:latin typeface="IBM Plex Mono"/>
                <a:ea typeface="IBM Plex Mono"/>
                <a:cs typeface="IBM Plex Mono"/>
                <a:sym typeface="IBM Plex Mono"/>
              </a:defRPr>
            </a:lvl5pPr>
            <a:lvl6pPr lvl="5" rtl="0">
              <a:spcBef>
                <a:spcPts val="0"/>
              </a:spcBef>
              <a:spcAft>
                <a:spcPts val="0"/>
              </a:spcAft>
              <a:buSzPts val="3000"/>
              <a:buFont typeface="IBM Plex Mono"/>
              <a:buNone/>
              <a:defRPr sz="3000">
                <a:latin typeface="IBM Plex Mono"/>
                <a:ea typeface="IBM Plex Mono"/>
                <a:cs typeface="IBM Plex Mono"/>
                <a:sym typeface="IBM Plex Mono"/>
              </a:defRPr>
            </a:lvl6pPr>
            <a:lvl7pPr lvl="6" rtl="0">
              <a:spcBef>
                <a:spcPts val="0"/>
              </a:spcBef>
              <a:spcAft>
                <a:spcPts val="0"/>
              </a:spcAft>
              <a:buSzPts val="3000"/>
              <a:buFont typeface="IBM Plex Mono"/>
              <a:buNone/>
              <a:defRPr sz="3000">
                <a:latin typeface="IBM Plex Mono"/>
                <a:ea typeface="IBM Plex Mono"/>
                <a:cs typeface="IBM Plex Mono"/>
                <a:sym typeface="IBM Plex Mono"/>
              </a:defRPr>
            </a:lvl7pPr>
            <a:lvl8pPr lvl="7" rtl="0">
              <a:spcBef>
                <a:spcPts val="0"/>
              </a:spcBef>
              <a:spcAft>
                <a:spcPts val="0"/>
              </a:spcAft>
              <a:buSzPts val="3000"/>
              <a:buFont typeface="IBM Plex Mono"/>
              <a:buNone/>
              <a:defRPr sz="3000">
                <a:latin typeface="IBM Plex Mono"/>
                <a:ea typeface="IBM Plex Mono"/>
                <a:cs typeface="IBM Plex Mono"/>
                <a:sym typeface="IBM Plex Mono"/>
              </a:defRPr>
            </a:lvl8pPr>
            <a:lvl9pPr lvl="8" rtl="0">
              <a:spcBef>
                <a:spcPts val="0"/>
              </a:spcBef>
              <a:spcAft>
                <a:spcPts val="0"/>
              </a:spcAft>
              <a:buSzPts val="3000"/>
              <a:buFont typeface="IBM Plex Mono"/>
              <a:buNone/>
              <a:defRPr sz="3000">
                <a:latin typeface="IBM Plex Mono"/>
                <a:ea typeface="IBM Plex Mono"/>
                <a:cs typeface="IBM Plex Mono"/>
                <a:sym typeface="IBM Plex Mono"/>
              </a:defRPr>
            </a:lvl9pPr>
          </a:lstStyle>
          <a:p>
            <a:r>
              <a:t>xx%</a:t>
            </a:r>
          </a:p>
        </p:txBody>
      </p:sp>
      <p:sp>
        <p:nvSpPr>
          <p:cNvPr id="503" name="Google Shape;503;p13"/>
          <p:cNvSpPr txBox="1"/>
          <p:nvPr>
            <p:ph hasCustomPrompt="1" idx="8" type="title"/>
          </p:nvPr>
        </p:nvSpPr>
        <p:spPr>
          <a:xfrm>
            <a:off x="4366698" y="3040971"/>
            <a:ext cx="1057500" cy="640200"/>
          </a:xfrm>
          <a:prstGeom prst="rect">
            <a:avLst/>
          </a:prstGeom>
          <a:noFill/>
        </p:spPr>
        <p:txBody>
          <a:bodyPr anchorCtr="0" anchor="b" bIns="91425" lIns="91425" spcFirstLastPara="1" rIns="91425" wrap="square" tIns="91425">
            <a:noAutofit/>
          </a:bodyPr>
          <a:lstStyle>
            <a:lvl1pPr lvl="0" rtl="0">
              <a:lnSpc>
                <a:spcPct val="115000"/>
              </a:lnSpc>
              <a:spcBef>
                <a:spcPts val="0"/>
              </a:spcBef>
              <a:spcAft>
                <a:spcPts val="0"/>
              </a:spcAft>
              <a:buSzPts val="3000"/>
              <a:buNone/>
              <a:defRPr>
                <a:latin typeface="Poppins"/>
                <a:ea typeface="Poppins"/>
                <a:cs typeface="Poppins"/>
                <a:sym typeface="Poppins"/>
              </a:defRPr>
            </a:lvl1pPr>
            <a:lvl2pPr lvl="1" rtl="0">
              <a:spcBef>
                <a:spcPts val="0"/>
              </a:spcBef>
              <a:spcAft>
                <a:spcPts val="0"/>
              </a:spcAft>
              <a:buSzPts val="3000"/>
              <a:buFont typeface="IBM Plex Mono"/>
              <a:buNone/>
              <a:defRPr sz="3000">
                <a:latin typeface="IBM Plex Mono"/>
                <a:ea typeface="IBM Plex Mono"/>
                <a:cs typeface="IBM Plex Mono"/>
                <a:sym typeface="IBM Plex Mono"/>
              </a:defRPr>
            </a:lvl2pPr>
            <a:lvl3pPr lvl="2" rtl="0">
              <a:spcBef>
                <a:spcPts val="0"/>
              </a:spcBef>
              <a:spcAft>
                <a:spcPts val="0"/>
              </a:spcAft>
              <a:buSzPts val="3000"/>
              <a:buFont typeface="IBM Plex Mono"/>
              <a:buNone/>
              <a:defRPr sz="3000">
                <a:latin typeface="IBM Plex Mono"/>
                <a:ea typeface="IBM Plex Mono"/>
                <a:cs typeface="IBM Plex Mono"/>
                <a:sym typeface="IBM Plex Mono"/>
              </a:defRPr>
            </a:lvl3pPr>
            <a:lvl4pPr lvl="3" rtl="0">
              <a:spcBef>
                <a:spcPts val="0"/>
              </a:spcBef>
              <a:spcAft>
                <a:spcPts val="0"/>
              </a:spcAft>
              <a:buSzPts val="3000"/>
              <a:buFont typeface="IBM Plex Mono"/>
              <a:buNone/>
              <a:defRPr sz="3000">
                <a:latin typeface="IBM Plex Mono"/>
                <a:ea typeface="IBM Plex Mono"/>
                <a:cs typeface="IBM Plex Mono"/>
                <a:sym typeface="IBM Plex Mono"/>
              </a:defRPr>
            </a:lvl4pPr>
            <a:lvl5pPr lvl="4" rtl="0">
              <a:spcBef>
                <a:spcPts val="0"/>
              </a:spcBef>
              <a:spcAft>
                <a:spcPts val="0"/>
              </a:spcAft>
              <a:buSzPts val="3000"/>
              <a:buFont typeface="IBM Plex Mono"/>
              <a:buNone/>
              <a:defRPr sz="3000">
                <a:latin typeface="IBM Plex Mono"/>
                <a:ea typeface="IBM Plex Mono"/>
                <a:cs typeface="IBM Plex Mono"/>
                <a:sym typeface="IBM Plex Mono"/>
              </a:defRPr>
            </a:lvl5pPr>
            <a:lvl6pPr lvl="5" rtl="0">
              <a:spcBef>
                <a:spcPts val="0"/>
              </a:spcBef>
              <a:spcAft>
                <a:spcPts val="0"/>
              </a:spcAft>
              <a:buSzPts val="3000"/>
              <a:buFont typeface="IBM Plex Mono"/>
              <a:buNone/>
              <a:defRPr sz="3000">
                <a:latin typeface="IBM Plex Mono"/>
                <a:ea typeface="IBM Plex Mono"/>
                <a:cs typeface="IBM Plex Mono"/>
                <a:sym typeface="IBM Plex Mono"/>
              </a:defRPr>
            </a:lvl6pPr>
            <a:lvl7pPr lvl="6" rtl="0">
              <a:spcBef>
                <a:spcPts val="0"/>
              </a:spcBef>
              <a:spcAft>
                <a:spcPts val="0"/>
              </a:spcAft>
              <a:buSzPts val="3000"/>
              <a:buFont typeface="IBM Plex Mono"/>
              <a:buNone/>
              <a:defRPr sz="3000">
                <a:latin typeface="IBM Plex Mono"/>
                <a:ea typeface="IBM Plex Mono"/>
                <a:cs typeface="IBM Plex Mono"/>
                <a:sym typeface="IBM Plex Mono"/>
              </a:defRPr>
            </a:lvl7pPr>
            <a:lvl8pPr lvl="7" rtl="0">
              <a:spcBef>
                <a:spcPts val="0"/>
              </a:spcBef>
              <a:spcAft>
                <a:spcPts val="0"/>
              </a:spcAft>
              <a:buSzPts val="3000"/>
              <a:buFont typeface="IBM Plex Mono"/>
              <a:buNone/>
              <a:defRPr sz="3000">
                <a:latin typeface="IBM Plex Mono"/>
                <a:ea typeface="IBM Plex Mono"/>
                <a:cs typeface="IBM Plex Mono"/>
                <a:sym typeface="IBM Plex Mono"/>
              </a:defRPr>
            </a:lvl8pPr>
            <a:lvl9pPr lvl="8" rtl="0">
              <a:spcBef>
                <a:spcPts val="0"/>
              </a:spcBef>
              <a:spcAft>
                <a:spcPts val="0"/>
              </a:spcAft>
              <a:buSzPts val="3000"/>
              <a:buFont typeface="IBM Plex Mono"/>
              <a:buNone/>
              <a:defRPr sz="3000">
                <a:latin typeface="IBM Plex Mono"/>
                <a:ea typeface="IBM Plex Mono"/>
                <a:cs typeface="IBM Plex Mono"/>
                <a:sym typeface="IBM Plex Mono"/>
              </a:defRPr>
            </a:lvl9pPr>
          </a:lstStyle>
          <a:p>
            <a:r>
              <a:t>xx%</a:t>
            </a:r>
          </a:p>
        </p:txBody>
      </p:sp>
      <p:sp>
        <p:nvSpPr>
          <p:cNvPr id="504" name="Google Shape;504;p13"/>
          <p:cNvSpPr txBox="1"/>
          <p:nvPr>
            <p:ph idx="9" type="subTitle"/>
          </p:nvPr>
        </p:nvSpPr>
        <p:spPr>
          <a:xfrm>
            <a:off x="720000" y="1918675"/>
            <a:ext cx="3233700" cy="4023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Source Code Pro"/>
              <a:buNone/>
              <a:defRPr b="1" sz="1900">
                <a:latin typeface="IBM Plex Mono"/>
                <a:ea typeface="IBM Plex Mono"/>
                <a:cs typeface="IBM Plex Mono"/>
                <a:sym typeface="IBM Plex Mono"/>
              </a:defRPr>
            </a:lvl1pPr>
            <a:lvl2pPr lvl="1" rtl="0"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2pPr>
            <a:lvl3pPr lvl="2" rtl="0"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3pPr>
            <a:lvl4pPr lvl="3" rtl="0"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4pPr>
            <a:lvl5pPr lvl="4" rtl="0"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5pPr>
            <a:lvl6pPr lvl="5" rtl="0"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6pPr>
            <a:lvl7pPr lvl="6" rtl="0"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7pPr>
            <a:lvl8pPr lvl="7" rtl="0"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8pPr>
            <a:lvl9pPr lvl="8" rtl="0"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9pPr>
          </a:lstStyle>
          <a:p/>
        </p:txBody>
      </p:sp>
      <p:sp>
        <p:nvSpPr>
          <p:cNvPr id="505" name="Google Shape;505;p13"/>
          <p:cNvSpPr txBox="1"/>
          <p:nvPr>
            <p:ph idx="13" type="subTitle"/>
          </p:nvPr>
        </p:nvSpPr>
        <p:spPr>
          <a:xfrm>
            <a:off x="4366698" y="1918675"/>
            <a:ext cx="3233700" cy="4023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Source Code Pro"/>
              <a:buNone/>
              <a:defRPr b="1" sz="1900">
                <a:latin typeface="IBM Plex Mono"/>
                <a:ea typeface="IBM Plex Mono"/>
                <a:cs typeface="IBM Plex Mono"/>
                <a:sym typeface="IBM Plex Mono"/>
              </a:defRPr>
            </a:lvl1pPr>
            <a:lvl2pPr lvl="1" rtl="0"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2pPr>
            <a:lvl3pPr lvl="2" rtl="0"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3pPr>
            <a:lvl4pPr lvl="3" rtl="0"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4pPr>
            <a:lvl5pPr lvl="4" rtl="0"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5pPr>
            <a:lvl6pPr lvl="5" rtl="0"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6pPr>
            <a:lvl7pPr lvl="6" rtl="0"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7pPr>
            <a:lvl8pPr lvl="7" rtl="0"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8pPr>
            <a:lvl9pPr lvl="8" rtl="0"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9pPr>
          </a:lstStyle>
          <a:p/>
        </p:txBody>
      </p:sp>
      <p:sp>
        <p:nvSpPr>
          <p:cNvPr id="506" name="Google Shape;506;p13"/>
          <p:cNvSpPr txBox="1"/>
          <p:nvPr>
            <p:ph idx="14" type="subTitle"/>
          </p:nvPr>
        </p:nvSpPr>
        <p:spPr>
          <a:xfrm>
            <a:off x="720000" y="3614801"/>
            <a:ext cx="3233700" cy="4023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IBM Plex Mono"/>
              <a:buNone/>
              <a:defRPr b="1" sz="1900">
                <a:latin typeface="IBM Plex Mono"/>
                <a:ea typeface="IBM Plex Mono"/>
                <a:cs typeface="IBM Plex Mono"/>
                <a:sym typeface="IBM Plex Mono"/>
              </a:defRPr>
            </a:lvl1pPr>
            <a:lvl2pPr lvl="1"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507" name="Google Shape;507;p13"/>
          <p:cNvSpPr txBox="1"/>
          <p:nvPr>
            <p:ph idx="15" type="subTitle"/>
          </p:nvPr>
        </p:nvSpPr>
        <p:spPr>
          <a:xfrm>
            <a:off x="4366698" y="3614801"/>
            <a:ext cx="3233700" cy="4023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IBM Plex Mono"/>
              <a:buNone/>
              <a:defRPr b="1" sz="1900">
                <a:latin typeface="IBM Plex Mono"/>
                <a:ea typeface="IBM Plex Mono"/>
                <a:cs typeface="IBM Plex Mono"/>
                <a:sym typeface="IBM Plex Mono"/>
              </a:defRPr>
            </a:lvl1pPr>
            <a:lvl2pPr lvl="1"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grpSp>
        <p:nvGrpSpPr>
          <p:cNvPr id="508" name="Google Shape;508;p13"/>
          <p:cNvGrpSpPr/>
          <p:nvPr/>
        </p:nvGrpSpPr>
        <p:grpSpPr>
          <a:xfrm>
            <a:off x="-808923" y="2711465"/>
            <a:ext cx="2097951" cy="3309497"/>
            <a:chOff x="-656523" y="2711465"/>
            <a:chExt cx="2097951" cy="3309497"/>
          </a:xfrm>
        </p:grpSpPr>
        <p:sp>
          <p:nvSpPr>
            <p:cNvPr id="509" name="Google Shape;509;p13"/>
            <p:cNvSpPr/>
            <p:nvPr/>
          </p:nvSpPr>
          <p:spPr>
            <a:xfrm flipH="1">
              <a:off x="-352474" y="4279466"/>
              <a:ext cx="1139424" cy="986746"/>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10" name="Google Shape;510;p13"/>
            <p:cNvGrpSpPr/>
            <p:nvPr/>
          </p:nvGrpSpPr>
          <p:grpSpPr>
            <a:xfrm>
              <a:off x="323479" y="4682324"/>
              <a:ext cx="328346" cy="328531"/>
              <a:chOff x="3678700" y="407275"/>
              <a:chExt cx="708100" cy="708500"/>
            </a:xfrm>
          </p:grpSpPr>
          <p:sp>
            <p:nvSpPr>
              <p:cNvPr id="511" name="Google Shape;511;p13"/>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13"/>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13"/>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13"/>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13"/>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13"/>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13"/>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8" name="Google Shape;518;p13"/>
            <p:cNvGrpSpPr/>
            <p:nvPr/>
          </p:nvGrpSpPr>
          <p:grpSpPr>
            <a:xfrm>
              <a:off x="-541317" y="2711465"/>
              <a:ext cx="1117945" cy="1598547"/>
              <a:chOff x="-541317" y="2711465"/>
              <a:chExt cx="1117945" cy="1598547"/>
            </a:xfrm>
          </p:grpSpPr>
          <p:sp>
            <p:nvSpPr>
              <p:cNvPr id="519" name="Google Shape;519;p13"/>
              <p:cNvSpPr/>
              <p:nvPr/>
            </p:nvSpPr>
            <p:spPr>
              <a:xfrm rot="8999999">
                <a:off x="-132025" y="2659081"/>
                <a:ext cx="246869" cy="1703314"/>
              </a:xfrm>
              <a:custGeom>
                <a:rect b="b" l="l" r="r" t="t"/>
                <a:pathLst>
                  <a:path extrusionOk="0" h="29909" w="6019">
                    <a:moveTo>
                      <a:pt x="1" y="1"/>
                    </a:moveTo>
                    <a:lnTo>
                      <a:pt x="1" y="306"/>
                    </a:lnTo>
                    <a:lnTo>
                      <a:pt x="5699" y="306"/>
                    </a:lnTo>
                    <a:lnTo>
                      <a:pt x="5699" y="29909"/>
                    </a:lnTo>
                    <a:lnTo>
                      <a:pt x="6019" y="29909"/>
                    </a:lnTo>
                    <a:lnTo>
                      <a:pt x="6019" y="1"/>
                    </a:lnTo>
                    <a:close/>
                  </a:path>
                </a:pathLst>
              </a:custGeom>
              <a:solidFill>
                <a:srgbClr val="0C0A9E">
                  <a:alpha val="313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20" name="Google Shape;520;p13"/>
              <p:cNvGrpSpPr/>
              <p:nvPr/>
            </p:nvGrpSpPr>
            <p:grpSpPr>
              <a:xfrm>
                <a:off x="442584" y="4120912"/>
                <a:ext cx="134044" cy="134013"/>
                <a:chOff x="1101075" y="2142375"/>
                <a:chExt cx="439200" cy="439100"/>
              </a:xfrm>
            </p:grpSpPr>
            <p:sp>
              <p:nvSpPr>
                <p:cNvPr id="521" name="Google Shape;521;p13"/>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37254"/>
                      </a:srgbClr>
                    </a:gs>
                    <a:gs pos="100000">
                      <a:srgbClr val="FFFFFF">
                        <a:alpha val="0"/>
                      </a:srgbClr>
                    </a:gs>
                  </a:gsLst>
                  <a:lin ang="13500032" scaled="0"/>
                </a:gradFill>
                <a:ln>
                  <a:noFill/>
                </a:ln>
                <a:effectLst>
                  <a:outerShdw blurRad="42863" rotWithShape="0" algn="bl" dir="2280000" dist="9525">
                    <a:schemeClr val="lt2"/>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13"/>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37254"/>
                      </a:srgbClr>
                    </a:gs>
                    <a:gs pos="100000">
                      <a:srgbClr val="FFFFFF">
                        <a:alpha val="0"/>
                      </a:srgbClr>
                    </a:gs>
                  </a:gsLst>
                  <a:lin ang="13500032" scaled="0"/>
                </a:gradFill>
                <a:ln>
                  <a:noFill/>
                </a:ln>
                <a:effectLst>
                  <a:outerShdw blurRad="42863" rotWithShape="0" algn="bl" dir="2280000" dist="9525">
                    <a:schemeClr val="lt2"/>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23" name="Google Shape;523;p13"/>
            <p:cNvGrpSpPr/>
            <p:nvPr/>
          </p:nvGrpSpPr>
          <p:grpSpPr>
            <a:xfrm rot="-9080766">
              <a:off x="-341725" y="3731687"/>
              <a:ext cx="1117904" cy="1598488"/>
              <a:chOff x="-541317" y="2711465"/>
              <a:chExt cx="1117945" cy="1598547"/>
            </a:xfrm>
          </p:grpSpPr>
          <p:sp>
            <p:nvSpPr>
              <p:cNvPr id="524" name="Google Shape;524;p13"/>
              <p:cNvSpPr/>
              <p:nvPr/>
            </p:nvSpPr>
            <p:spPr>
              <a:xfrm rot="8999999">
                <a:off x="-132025" y="2659081"/>
                <a:ext cx="246869" cy="1703314"/>
              </a:xfrm>
              <a:custGeom>
                <a:rect b="b" l="l" r="r" t="t"/>
                <a:pathLst>
                  <a:path extrusionOk="0" h="29909" w="6019">
                    <a:moveTo>
                      <a:pt x="1" y="1"/>
                    </a:moveTo>
                    <a:lnTo>
                      <a:pt x="1" y="306"/>
                    </a:lnTo>
                    <a:lnTo>
                      <a:pt x="5699" y="306"/>
                    </a:lnTo>
                    <a:lnTo>
                      <a:pt x="5699" y="29909"/>
                    </a:lnTo>
                    <a:lnTo>
                      <a:pt x="6019" y="29909"/>
                    </a:lnTo>
                    <a:lnTo>
                      <a:pt x="6019" y="1"/>
                    </a:lnTo>
                    <a:close/>
                  </a:path>
                </a:pathLst>
              </a:custGeom>
              <a:solidFill>
                <a:srgbClr val="0C0A9E">
                  <a:alpha val="313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25" name="Google Shape;525;p13"/>
              <p:cNvGrpSpPr/>
              <p:nvPr/>
            </p:nvGrpSpPr>
            <p:grpSpPr>
              <a:xfrm>
                <a:off x="442584" y="4120912"/>
                <a:ext cx="134044" cy="134013"/>
                <a:chOff x="1101075" y="2142375"/>
                <a:chExt cx="439200" cy="439100"/>
              </a:xfrm>
            </p:grpSpPr>
            <p:sp>
              <p:nvSpPr>
                <p:cNvPr id="526" name="Google Shape;526;p13"/>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37254"/>
                      </a:srgbClr>
                    </a:gs>
                    <a:gs pos="100000">
                      <a:srgbClr val="FFFFFF">
                        <a:alpha val="0"/>
                      </a:srgbClr>
                    </a:gs>
                  </a:gsLst>
                  <a:lin ang="13500032" scaled="0"/>
                </a:gradFill>
                <a:ln>
                  <a:noFill/>
                </a:ln>
                <a:effectLst>
                  <a:outerShdw blurRad="42863" rotWithShape="0" algn="bl" dir="2280000" dist="9525">
                    <a:schemeClr val="lt2"/>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13"/>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37254"/>
                      </a:srgbClr>
                    </a:gs>
                    <a:gs pos="100000">
                      <a:srgbClr val="FFFFFF">
                        <a:alpha val="0"/>
                      </a:srgbClr>
                    </a:gs>
                  </a:gsLst>
                  <a:lin ang="13500032" scaled="0"/>
                </a:gradFill>
                <a:ln>
                  <a:noFill/>
                </a:ln>
                <a:effectLst>
                  <a:outerShdw blurRad="42863" rotWithShape="0" algn="bl" dir="2280000" dist="9525">
                    <a:schemeClr val="lt2"/>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28" name="Google Shape;528;p13"/>
            <p:cNvGrpSpPr/>
            <p:nvPr/>
          </p:nvGrpSpPr>
          <p:grpSpPr>
            <a:xfrm rot="10800000">
              <a:off x="323483" y="4422415"/>
              <a:ext cx="1117945" cy="1598547"/>
              <a:chOff x="-541317" y="2711465"/>
              <a:chExt cx="1117945" cy="1598547"/>
            </a:xfrm>
          </p:grpSpPr>
          <p:sp>
            <p:nvSpPr>
              <p:cNvPr id="529" name="Google Shape;529;p13"/>
              <p:cNvSpPr/>
              <p:nvPr/>
            </p:nvSpPr>
            <p:spPr>
              <a:xfrm rot="8999999">
                <a:off x="-132025" y="2659081"/>
                <a:ext cx="246869" cy="1703314"/>
              </a:xfrm>
              <a:custGeom>
                <a:rect b="b" l="l" r="r" t="t"/>
                <a:pathLst>
                  <a:path extrusionOk="0" h="29909" w="6019">
                    <a:moveTo>
                      <a:pt x="1" y="1"/>
                    </a:moveTo>
                    <a:lnTo>
                      <a:pt x="1" y="306"/>
                    </a:lnTo>
                    <a:lnTo>
                      <a:pt x="5699" y="306"/>
                    </a:lnTo>
                    <a:lnTo>
                      <a:pt x="5699" y="29909"/>
                    </a:lnTo>
                    <a:lnTo>
                      <a:pt x="6019" y="29909"/>
                    </a:lnTo>
                    <a:lnTo>
                      <a:pt x="6019" y="1"/>
                    </a:lnTo>
                    <a:close/>
                  </a:path>
                </a:pathLst>
              </a:custGeom>
              <a:solidFill>
                <a:srgbClr val="0C0A9E">
                  <a:alpha val="313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30" name="Google Shape;530;p13"/>
              <p:cNvGrpSpPr/>
              <p:nvPr/>
            </p:nvGrpSpPr>
            <p:grpSpPr>
              <a:xfrm>
                <a:off x="442584" y="4120912"/>
                <a:ext cx="134044" cy="134013"/>
                <a:chOff x="1101075" y="2142375"/>
                <a:chExt cx="439200" cy="439100"/>
              </a:xfrm>
            </p:grpSpPr>
            <p:sp>
              <p:nvSpPr>
                <p:cNvPr id="531" name="Google Shape;531;p13"/>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37254"/>
                      </a:srgbClr>
                    </a:gs>
                    <a:gs pos="100000">
                      <a:srgbClr val="FFFFFF">
                        <a:alpha val="0"/>
                      </a:srgbClr>
                    </a:gs>
                  </a:gsLst>
                  <a:lin ang="13500032" scaled="0"/>
                </a:gradFill>
                <a:ln>
                  <a:noFill/>
                </a:ln>
                <a:effectLst>
                  <a:outerShdw blurRad="42863" rotWithShape="0" algn="bl" dir="2280000" dist="9525">
                    <a:schemeClr val="lt2"/>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13"/>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37254"/>
                      </a:srgbClr>
                    </a:gs>
                    <a:gs pos="100000">
                      <a:srgbClr val="FFFFFF">
                        <a:alpha val="0"/>
                      </a:srgbClr>
                    </a:gs>
                  </a:gsLst>
                  <a:lin ang="13500032" scaled="0"/>
                </a:gradFill>
                <a:ln>
                  <a:noFill/>
                </a:ln>
                <a:effectLst>
                  <a:outerShdw blurRad="42863" rotWithShape="0" algn="bl" dir="2280000" dist="9525">
                    <a:schemeClr val="lt2"/>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533" name="Google Shape;533;p13"/>
          <p:cNvGrpSpPr/>
          <p:nvPr/>
        </p:nvGrpSpPr>
        <p:grpSpPr>
          <a:xfrm>
            <a:off x="6470875" y="-1735180"/>
            <a:ext cx="4257000" cy="4171657"/>
            <a:chOff x="6394675" y="-1658980"/>
            <a:chExt cx="4257000" cy="4171657"/>
          </a:xfrm>
        </p:grpSpPr>
        <p:grpSp>
          <p:nvGrpSpPr>
            <p:cNvPr id="534" name="Google Shape;534;p13"/>
            <p:cNvGrpSpPr/>
            <p:nvPr/>
          </p:nvGrpSpPr>
          <p:grpSpPr>
            <a:xfrm flipH="1" rot="-2700000">
              <a:off x="7289785" y="-1246897"/>
              <a:ext cx="2552124" cy="3347490"/>
              <a:chOff x="2976325" y="908175"/>
              <a:chExt cx="4028179" cy="5283555"/>
            </a:xfrm>
          </p:grpSpPr>
          <p:sp>
            <p:nvSpPr>
              <p:cNvPr id="535" name="Google Shape;535;p13"/>
              <p:cNvSpPr/>
              <p:nvPr/>
            </p:nvSpPr>
            <p:spPr>
              <a:xfrm>
                <a:off x="2976325" y="93003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13"/>
              <p:cNvSpPr/>
              <p:nvPr/>
            </p:nvSpPr>
            <p:spPr>
              <a:xfrm>
                <a:off x="3934943" y="90817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13"/>
              <p:cNvSpPr/>
              <p:nvPr/>
            </p:nvSpPr>
            <p:spPr>
              <a:xfrm>
                <a:off x="3851189" y="107252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38" name="Google Shape;538;p13"/>
            <p:cNvSpPr/>
            <p:nvPr/>
          </p:nvSpPr>
          <p:spPr>
            <a:xfrm>
              <a:off x="6394675" y="0"/>
              <a:ext cx="284119" cy="246048"/>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rgbClr val="0C0A9E">
                    <a:alpha val="2000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13"/>
            <p:cNvSpPr/>
            <p:nvPr/>
          </p:nvSpPr>
          <p:spPr>
            <a:xfrm>
              <a:off x="6627600" y="-49075"/>
              <a:ext cx="570546" cy="494095"/>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0" name="Google Shape;540;p13"/>
          <p:cNvGrpSpPr/>
          <p:nvPr/>
        </p:nvGrpSpPr>
        <p:grpSpPr>
          <a:xfrm>
            <a:off x="-113888" y="229201"/>
            <a:ext cx="1891393" cy="134100"/>
            <a:chOff x="-113888" y="229201"/>
            <a:chExt cx="1891393" cy="134100"/>
          </a:xfrm>
        </p:grpSpPr>
        <p:sp>
          <p:nvSpPr>
            <p:cNvPr id="541" name="Google Shape;541;p13"/>
            <p:cNvSpPr/>
            <p:nvPr/>
          </p:nvSpPr>
          <p:spPr>
            <a:xfrm>
              <a:off x="1643404" y="2292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42" name="Google Shape;542;p13"/>
            <p:cNvCxnSpPr/>
            <p:nvPr/>
          </p:nvCxnSpPr>
          <p:spPr>
            <a:xfrm rot="10800000">
              <a:off x="783712" y="-601348"/>
              <a:ext cx="0" cy="1795200"/>
            </a:xfrm>
            <a:prstGeom prst="straightConnector1">
              <a:avLst/>
            </a:prstGeom>
            <a:noFill/>
            <a:ln cap="flat" cmpd="sng" w="9525">
              <a:solidFill>
                <a:schemeClr val="dk2"/>
              </a:solidFill>
              <a:prstDash val="solid"/>
              <a:round/>
              <a:headEnd len="med" w="med" type="none"/>
              <a:tailEnd len="med" w="med" type="none"/>
            </a:ln>
          </p:spPr>
        </p:cxnSp>
        <p:sp>
          <p:nvSpPr>
            <p:cNvPr id="543" name="Google Shape;543;p13"/>
            <p:cNvSpPr/>
            <p:nvPr/>
          </p:nvSpPr>
          <p:spPr>
            <a:xfrm>
              <a:off x="1673517" y="2593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544" name="Shape 544"/>
        <p:cNvGrpSpPr/>
        <p:nvPr/>
      </p:nvGrpSpPr>
      <p:grpSpPr>
        <a:xfrm>
          <a:off x="0" y="0"/>
          <a:ext cx="0" cy="0"/>
          <a:chOff x="0" y="0"/>
          <a:chExt cx="0" cy="0"/>
        </a:xfrm>
      </p:grpSpPr>
      <p:sp>
        <p:nvSpPr>
          <p:cNvPr id="545" name="Google Shape;545;p14"/>
          <p:cNvSpPr txBox="1"/>
          <p:nvPr>
            <p:ph type="title"/>
          </p:nvPr>
        </p:nvSpPr>
        <p:spPr>
          <a:xfrm>
            <a:off x="713225" y="3349250"/>
            <a:ext cx="6691200" cy="531900"/>
          </a:xfrm>
          <a:prstGeom prst="rect">
            <a:avLst/>
          </a:prstGeom>
        </p:spPr>
        <p:txBody>
          <a:bodyPr anchorCtr="0" anchor="ctr" bIns="91425" lIns="91425" spcFirstLastPara="1" rIns="91425" wrap="square" tIns="91425">
            <a:noAutofit/>
          </a:bodyPr>
          <a:lstStyle>
            <a:lvl1pPr lvl="0" rtl="0">
              <a:lnSpc>
                <a:spcPct val="115000"/>
              </a:lnSpc>
              <a:spcBef>
                <a:spcPts val="0"/>
              </a:spcBef>
              <a:spcAft>
                <a:spcPts val="0"/>
              </a:spcAft>
              <a:buSzPts val="3000"/>
              <a:buNone/>
              <a:defRPr/>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546" name="Google Shape;546;p14"/>
          <p:cNvSpPr txBox="1"/>
          <p:nvPr>
            <p:ph idx="1" type="subTitle"/>
          </p:nvPr>
        </p:nvSpPr>
        <p:spPr>
          <a:xfrm>
            <a:off x="713225" y="1511313"/>
            <a:ext cx="6691200" cy="14784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sz="2800"/>
            </a:lvl1pPr>
            <a:lvl2pPr lvl="1" rtl="0" algn="ctr">
              <a:lnSpc>
                <a:spcPct val="100000"/>
              </a:lnSpc>
              <a:spcBef>
                <a:spcPts val="0"/>
              </a:spcBef>
              <a:spcAft>
                <a:spcPts val="0"/>
              </a:spcAft>
              <a:buSzPts val="3000"/>
              <a:buNone/>
              <a:defRPr sz="3000"/>
            </a:lvl2pPr>
            <a:lvl3pPr lvl="2" rtl="0" algn="ctr">
              <a:lnSpc>
                <a:spcPct val="100000"/>
              </a:lnSpc>
              <a:spcBef>
                <a:spcPts val="0"/>
              </a:spcBef>
              <a:spcAft>
                <a:spcPts val="0"/>
              </a:spcAft>
              <a:buSzPts val="3000"/>
              <a:buNone/>
              <a:defRPr sz="3000"/>
            </a:lvl3pPr>
            <a:lvl4pPr lvl="3" rtl="0" algn="ctr">
              <a:lnSpc>
                <a:spcPct val="100000"/>
              </a:lnSpc>
              <a:spcBef>
                <a:spcPts val="0"/>
              </a:spcBef>
              <a:spcAft>
                <a:spcPts val="0"/>
              </a:spcAft>
              <a:buSzPts val="3000"/>
              <a:buNone/>
              <a:defRPr sz="3000"/>
            </a:lvl4pPr>
            <a:lvl5pPr lvl="4" rtl="0" algn="ctr">
              <a:lnSpc>
                <a:spcPct val="100000"/>
              </a:lnSpc>
              <a:spcBef>
                <a:spcPts val="0"/>
              </a:spcBef>
              <a:spcAft>
                <a:spcPts val="0"/>
              </a:spcAft>
              <a:buSzPts val="3000"/>
              <a:buNone/>
              <a:defRPr sz="3000"/>
            </a:lvl5pPr>
            <a:lvl6pPr lvl="5" rtl="0" algn="ctr">
              <a:lnSpc>
                <a:spcPct val="100000"/>
              </a:lnSpc>
              <a:spcBef>
                <a:spcPts val="0"/>
              </a:spcBef>
              <a:spcAft>
                <a:spcPts val="0"/>
              </a:spcAft>
              <a:buSzPts val="3000"/>
              <a:buNone/>
              <a:defRPr sz="3000"/>
            </a:lvl6pPr>
            <a:lvl7pPr lvl="6" rtl="0" algn="ctr">
              <a:lnSpc>
                <a:spcPct val="100000"/>
              </a:lnSpc>
              <a:spcBef>
                <a:spcPts val="0"/>
              </a:spcBef>
              <a:spcAft>
                <a:spcPts val="0"/>
              </a:spcAft>
              <a:buSzPts val="3000"/>
              <a:buNone/>
              <a:defRPr sz="3000"/>
            </a:lvl7pPr>
            <a:lvl8pPr lvl="7" rtl="0" algn="ctr">
              <a:lnSpc>
                <a:spcPct val="100000"/>
              </a:lnSpc>
              <a:spcBef>
                <a:spcPts val="0"/>
              </a:spcBef>
              <a:spcAft>
                <a:spcPts val="0"/>
              </a:spcAft>
              <a:buSzPts val="3000"/>
              <a:buNone/>
              <a:defRPr sz="3000"/>
            </a:lvl8pPr>
            <a:lvl9pPr lvl="8" rtl="0" algn="ctr">
              <a:lnSpc>
                <a:spcPct val="100000"/>
              </a:lnSpc>
              <a:spcBef>
                <a:spcPts val="0"/>
              </a:spcBef>
              <a:spcAft>
                <a:spcPts val="0"/>
              </a:spcAft>
              <a:buSzPts val="3000"/>
              <a:buNone/>
              <a:defRPr sz="30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0">
    <p:spTree>
      <p:nvGrpSpPr>
        <p:cNvPr id="547" name="Shape 547"/>
        <p:cNvGrpSpPr/>
        <p:nvPr/>
      </p:nvGrpSpPr>
      <p:grpSpPr>
        <a:xfrm>
          <a:off x="0" y="0"/>
          <a:ext cx="0" cy="0"/>
          <a:chOff x="0" y="0"/>
          <a:chExt cx="0" cy="0"/>
        </a:xfrm>
      </p:grpSpPr>
      <p:sp>
        <p:nvSpPr>
          <p:cNvPr id="548" name="Google Shape;548;p1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grpSp>
        <p:nvGrpSpPr>
          <p:cNvPr id="549" name="Google Shape;549;p15"/>
          <p:cNvGrpSpPr/>
          <p:nvPr/>
        </p:nvGrpSpPr>
        <p:grpSpPr>
          <a:xfrm>
            <a:off x="4967675" y="4931713"/>
            <a:ext cx="439200" cy="439100"/>
            <a:chOff x="1101075" y="2142375"/>
            <a:chExt cx="439200" cy="439100"/>
          </a:xfrm>
        </p:grpSpPr>
        <p:sp>
          <p:nvSpPr>
            <p:cNvPr id="550" name="Google Shape;550;p15"/>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15"/>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2" name="Google Shape;552;p15"/>
          <p:cNvGrpSpPr/>
          <p:nvPr/>
        </p:nvGrpSpPr>
        <p:grpSpPr>
          <a:xfrm>
            <a:off x="2176605" y="-3695660"/>
            <a:ext cx="7317722" cy="6983297"/>
            <a:chOff x="2100405" y="-3619460"/>
            <a:chExt cx="7317722" cy="6983297"/>
          </a:xfrm>
        </p:grpSpPr>
        <p:sp>
          <p:nvSpPr>
            <p:cNvPr id="553" name="Google Shape;553;p15"/>
            <p:cNvSpPr/>
            <p:nvPr/>
          </p:nvSpPr>
          <p:spPr>
            <a:xfrm flipH="1" rot="8100000">
              <a:off x="3778999" y="-2106462"/>
              <a:ext cx="4006334" cy="4749375"/>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54" name="Google Shape;554;p15"/>
            <p:cNvGrpSpPr/>
            <p:nvPr/>
          </p:nvGrpSpPr>
          <p:grpSpPr>
            <a:xfrm rot="2700000">
              <a:off x="7787417" y="120497"/>
              <a:ext cx="582044" cy="582419"/>
              <a:chOff x="959750" y="3039275"/>
              <a:chExt cx="582050" cy="582425"/>
            </a:xfrm>
          </p:grpSpPr>
          <p:sp>
            <p:nvSpPr>
              <p:cNvPr id="555" name="Google Shape;555;p15"/>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15"/>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15"/>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15"/>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15"/>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15"/>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15"/>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2" name="Google Shape;562;p15"/>
            <p:cNvGrpSpPr/>
            <p:nvPr/>
          </p:nvGrpSpPr>
          <p:grpSpPr>
            <a:xfrm rot="2700000">
              <a:off x="8310742" y="-75303"/>
              <a:ext cx="582044" cy="582419"/>
              <a:chOff x="959750" y="3039275"/>
              <a:chExt cx="582050" cy="582425"/>
            </a:xfrm>
          </p:grpSpPr>
          <p:sp>
            <p:nvSpPr>
              <p:cNvPr id="563" name="Google Shape;563;p15"/>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15"/>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15"/>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15"/>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15"/>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15"/>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15"/>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0" name="Google Shape;570;p15"/>
            <p:cNvSpPr/>
            <p:nvPr/>
          </p:nvSpPr>
          <p:spPr>
            <a:xfrm rot="5400000">
              <a:off x="8142048" y="-575660"/>
              <a:ext cx="577450" cy="1974708"/>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15"/>
            <p:cNvSpPr/>
            <p:nvPr/>
          </p:nvSpPr>
          <p:spPr>
            <a:xfrm rot="10800000">
              <a:off x="8365398" y="-290023"/>
              <a:ext cx="577450" cy="1974708"/>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15"/>
            <p:cNvSpPr/>
            <p:nvPr/>
          </p:nvSpPr>
          <p:spPr>
            <a:xfrm rot="10800000">
              <a:off x="8490148" y="2"/>
              <a:ext cx="577450" cy="1974708"/>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15"/>
            <p:cNvSpPr/>
            <p:nvPr/>
          </p:nvSpPr>
          <p:spPr>
            <a:xfrm flipH="1" rot="-2700000">
              <a:off x="3192849" y="-2898537"/>
              <a:ext cx="4006334" cy="4749375"/>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4" name="Google Shape;574;p15"/>
          <p:cNvGrpSpPr/>
          <p:nvPr/>
        </p:nvGrpSpPr>
        <p:grpSpPr>
          <a:xfrm>
            <a:off x="-2424242" y="2074146"/>
            <a:ext cx="6274943" cy="6257753"/>
            <a:chOff x="-2447692" y="2022396"/>
            <a:chExt cx="6274943" cy="6257753"/>
          </a:xfrm>
        </p:grpSpPr>
        <p:grpSp>
          <p:nvGrpSpPr>
            <p:cNvPr id="575" name="Google Shape;575;p15"/>
            <p:cNvGrpSpPr/>
            <p:nvPr/>
          </p:nvGrpSpPr>
          <p:grpSpPr>
            <a:xfrm flipH="1" rot="10800000">
              <a:off x="-25334" y="4406387"/>
              <a:ext cx="1538562" cy="971589"/>
              <a:chOff x="-191059" y="95963"/>
              <a:chExt cx="1538562" cy="971589"/>
            </a:xfrm>
          </p:grpSpPr>
          <p:grpSp>
            <p:nvGrpSpPr>
              <p:cNvPr id="576" name="Google Shape;576;p15"/>
              <p:cNvGrpSpPr/>
              <p:nvPr/>
            </p:nvGrpSpPr>
            <p:grpSpPr>
              <a:xfrm>
                <a:off x="-191059" y="201619"/>
                <a:ext cx="904284" cy="865933"/>
                <a:chOff x="2038491" y="-937756"/>
                <a:chExt cx="904284" cy="865933"/>
              </a:xfrm>
            </p:grpSpPr>
            <p:grpSp>
              <p:nvGrpSpPr>
                <p:cNvPr id="577" name="Google Shape;577;p15"/>
                <p:cNvGrpSpPr/>
                <p:nvPr/>
              </p:nvGrpSpPr>
              <p:grpSpPr>
                <a:xfrm>
                  <a:off x="2096570" y="-863491"/>
                  <a:ext cx="717621" cy="717392"/>
                  <a:chOff x="1483457" y="3953671"/>
                  <a:chExt cx="717621" cy="717392"/>
                </a:xfrm>
              </p:grpSpPr>
              <p:sp>
                <p:nvSpPr>
                  <p:cNvPr id="578" name="Google Shape;578;p15"/>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15"/>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15"/>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15"/>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15"/>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83" name="Google Shape;583;p15"/>
                <p:cNvSpPr/>
                <p:nvPr/>
              </p:nvSpPr>
              <p:spPr>
                <a:xfrm>
                  <a:off x="2038491" y="-937756"/>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r="100%"/>
                  </a:path>
                  <a:tileRect l="-10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4" name="Google Shape;584;p15"/>
              <p:cNvGrpSpPr/>
              <p:nvPr/>
            </p:nvGrpSpPr>
            <p:grpSpPr>
              <a:xfrm>
                <a:off x="584533" y="95963"/>
                <a:ext cx="473483" cy="453403"/>
                <a:chOff x="2038491" y="-937756"/>
                <a:chExt cx="904284" cy="865933"/>
              </a:xfrm>
            </p:grpSpPr>
            <p:grpSp>
              <p:nvGrpSpPr>
                <p:cNvPr id="585" name="Google Shape;585;p15"/>
                <p:cNvGrpSpPr/>
                <p:nvPr/>
              </p:nvGrpSpPr>
              <p:grpSpPr>
                <a:xfrm>
                  <a:off x="2096570" y="-863491"/>
                  <a:ext cx="717621" cy="717392"/>
                  <a:chOff x="1483457" y="3953671"/>
                  <a:chExt cx="717621" cy="717392"/>
                </a:xfrm>
              </p:grpSpPr>
              <p:sp>
                <p:nvSpPr>
                  <p:cNvPr id="586" name="Google Shape;586;p15"/>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15"/>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15"/>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15"/>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15"/>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1" name="Google Shape;591;p15"/>
                <p:cNvSpPr/>
                <p:nvPr/>
              </p:nvSpPr>
              <p:spPr>
                <a:xfrm>
                  <a:off x="2038491" y="-937756"/>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r="100%"/>
                  </a:path>
                  <a:tileRect l="-10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2" name="Google Shape;592;p15"/>
              <p:cNvGrpSpPr/>
              <p:nvPr/>
            </p:nvGrpSpPr>
            <p:grpSpPr>
              <a:xfrm>
                <a:off x="530445" y="481913"/>
                <a:ext cx="473483" cy="453403"/>
                <a:chOff x="2038491" y="-937756"/>
                <a:chExt cx="904284" cy="865933"/>
              </a:xfrm>
            </p:grpSpPr>
            <p:grpSp>
              <p:nvGrpSpPr>
                <p:cNvPr id="593" name="Google Shape;593;p15"/>
                <p:cNvGrpSpPr/>
                <p:nvPr/>
              </p:nvGrpSpPr>
              <p:grpSpPr>
                <a:xfrm>
                  <a:off x="2096570" y="-863491"/>
                  <a:ext cx="717621" cy="717392"/>
                  <a:chOff x="1483457" y="3953671"/>
                  <a:chExt cx="717621" cy="717392"/>
                </a:xfrm>
              </p:grpSpPr>
              <p:sp>
                <p:nvSpPr>
                  <p:cNvPr id="594" name="Google Shape;594;p15"/>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15"/>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15"/>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15"/>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15"/>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9" name="Google Shape;599;p15"/>
                <p:cNvSpPr/>
                <p:nvPr/>
              </p:nvSpPr>
              <p:spPr>
                <a:xfrm>
                  <a:off x="2038491" y="-937756"/>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r="100%"/>
                  </a:path>
                  <a:tileRect l="-10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0" name="Google Shape;600;p15"/>
              <p:cNvGrpSpPr/>
              <p:nvPr/>
            </p:nvGrpSpPr>
            <p:grpSpPr>
              <a:xfrm>
                <a:off x="874020" y="312788"/>
                <a:ext cx="473483" cy="453403"/>
                <a:chOff x="2038491" y="-937756"/>
                <a:chExt cx="904284" cy="865933"/>
              </a:xfrm>
            </p:grpSpPr>
            <p:grpSp>
              <p:nvGrpSpPr>
                <p:cNvPr id="601" name="Google Shape;601;p15"/>
                <p:cNvGrpSpPr/>
                <p:nvPr/>
              </p:nvGrpSpPr>
              <p:grpSpPr>
                <a:xfrm>
                  <a:off x="2096570" y="-863491"/>
                  <a:ext cx="717621" cy="717392"/>
                  <a:chOff x="1483457" y="3953671"/>
                  <a:chExt cx="717621" cy="717392"/>
                </a:xfrm>
              </p:grpSpPr>
              <p:sp>
                <p:nvSpPr>
                  <p:cNvPr id="602" name="Google Shape;602;p15"/>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15"/>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15"/>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15"/>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15"/>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7" name="Google Shape;607;p15"/>
                <p:cNvSpPr/>
                <p:nvPr/>
              </p:nvSpPr>
              <p:spPr>
                <a:xfrm>
                  <a:off x="2038491" y="-937756"/>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r="100%"/>
                  </a:path>
                  <a:tileRect l="-10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08" name="Google Shape;608;p15"/>
            <p:cNvGrpSpPr/>
            <p:nvPr/>
          </p:nvGrpSpPr>
          <p:grpSpPr>
            <a:xfrm flipH="1" rot="-3320950">
              <a:off x="-1885521" y="3185658"/>
              <a:ext cx="4889863" cy="3931229"/>
              <a:chOff x="7103825" y="-713112"/>
              <a:chExt cx="3785226" cy="3043150"/>
            </a:xfrm>
          </p:grpSpPr>
          <p:sp>
            <p:nvSpPr>
              <p:cNvPr id="609" name="Google Shape;609;p15"/>
              <p:cNvSpPr/>
              <p:nvPr/>
            </p:nvSpPr>
            <p:spPr>
              <a:xfrm rot="-3600017">
                <a:off x="7761095" y="-21"/>
                <a:ext cx="2152450" cy="1864030"/>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10" name="Google Shape;610;p15"/>
              <p:cNvPicPr preferRelativeResize="0"/>
              <p:nvPr/>
            </p:nvPicPr>
            <p:blipFill rotWithShape="1">
              <a:blip r:embed="rId2">
                <a:alphaModFix/>
              </a:blip>
              <a:srcRect b="17663" l="0" r="0" t="17657"/>
              <a:stretch/>
            </p:blipFill>
            <p:spPr>
              <a:xfrm>
                <a:off x="7103825" y="-713112"/>
                <a:ext cx="3785226" cy="2888974"/>
              </a:xfrm>
              <a:prstGeom prst="rect">
                <a:avLst/>
              </a:prstGeom>
              <a:noFill/>
              <a:ln>
                <a:noFill/>
              </a:ln>
            </p:spPr>
          </p:pic>
        </p:grpSp>
        <p:sp>
          <p:nvSpPr>
            <p:cNvPr id="611" name="Google Shape;611;p15"/>
            <p:cNvSpPr/>
            <p:nvPr/>
          </p:nvSpPr>
          <p:spPr>
            <a:xfrm flipH="1" rot="-2700000">
              <a:off x="249333" y="3270782"/>
              <a:ext cx="2925242" cy="3057723"/>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12" name="Google Shape;612;p15"/>
            <p:cNvGrpSpPr/>
            <p:nvPr/>
          </p:nvGrpSpPr>
          <p:grpSpPr>
            <a:xfrm rot="5400000">
              <a:off x="1987130" y="4230949"/>
              <a:ext cx="88142" cy="1137387"/>
              <a:chOff x="3054755" y="4367024"/>
              <a:chExt cx="88142" cy="1137387"/>
            </a:xfrm>
          </p:grpSpPr>
          <p:sp>
            <p:nvSpPr>
              <p:cNvPr id="613" name="Google Shape;613;p15"/>
              <p:cNvSpPr/>
              <p:nvPr/>
            </p:nvSpPr>
            <p:spPr>
              <a:xfrm>
                <a:off x="3054755" y="4367024"/>
                <a:ext cx="12551" cy="1137387"/>
              </a:xfrm>
              <a:custGeom>
                <a:rect b="b" l="l" r="r" t="t"/>
                <a:pathLst>
                  <a:path extrusionOk="0" h="27731" w="306">
                    <a:moveTo>
                      <a:pt x="1" y="1"/>
                    </a:moveTo>
                    <a:lnTo>
                      <a:pt x="1"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15"/>
              <p:cNvSpPr/>
              <p:nvPr/>
            </p:nvSpPr>
            <p:spPr>
              <a:xfrm>
                <a:off x="3130388" y="4367024"/>
                <a:ext cx="12510" cy="1137387"/>
              </a:xfrm>
              <a:custGeom>
                <a:rect b="b" l="l" r="r" t="t"/>
                <a:pathLst>
                  <a:path extrusionOk="0" h="27731" w="305">
                    <a:moveTo>
                      <a:pt x="0" y="1"/>
                    </a:moveTo>
                    <a:lnTo>
                      <a:pt x="0"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0_1">
    <p:spTree>
      <p:nvGrpSpPr>
        <p:cNvPr id="615" name="Shape 615"/>
        <p:cNvGrpSpPr/>
        <p:nvPr/>
      </p:nvGrpSpPr>
      <p:grpSpPr>
        <a:xfrm>
          <a:off x="0" y="0"/>
          <a:ext cx="0" cy="0"/>
          <a:chOff x="0" y="0"/>
          <a:chExt cx="0" cy="0"/>
        </a:xfrm>
      </p:grpSpPr>
      <p:sp>
        <p:nvSpPr>
          <p:cNvPr id="616" name="Google Shape;616;p1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grpSp>
        <p:nvGrpSpPr>
          <p:cNvPr id="617" name="Google Shape;617;p16"/>
          <p:cNvGrpSpPr/>
          <p:nvPr/>
        </p:nvGrpSpPr>
        <p:grpSpPr>
          <a:xfrm>
            <a:off x="7810267" y="-622132"/>
            <a:ext cx="2587792" cy="2725916"/>
            <a:chOff x="7810267" y="-622132"/>
            <a:chExt cx="2587792" cy="2725916"/>
          </a:xfrm>
        </p:grpSpPr>
        <p:grpSp>
          <p:nvGrpSpPr>
            <p:cNvPr id="618" name="Google Shape;618;p16"/>
            <p:cNvGrpSpPr/>
            <p:nvPr/>
          </p:nvGrpSpPr>
          <p:grpSpPr>
            <a:xfrm>
              <a:off x="8520988" y="-90875"/>
              <a:ext cx="904666" cy="726121"/>
              <a:chOff x="7945225" y="4302000"/>
              <a:chExt cx="904666" cy="726121"/>
            </a:xfrm>
          </p:grpSpPr>
          <p:sp>
            <p:nvSpPr>
              <p:cNvPr id="619" name="Google Shape;619;p16"/>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16"/>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16"/>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2" name="Google Shape;622;p16"/>
            <p:cNvGrpSpPr/>
            <p:nvPr/>
          </p:nvGrpSpPr>
          <p:grpSpPr>
            <a:xfrm>
              <a:off x="8869019" y="-622132"/>
              <a:ext cx="325154" cy="1788670"/>
              <a:chOff x="8869019" y="-622132"/>
              <a:chExt cx="325154" cy="1788670"/>
            </a:xfrm>
          </p:grpSpPr>
          <p:sp>
            <p:nvSpPr>
              <p:cNvPr id="623" name="Google Shape;623;p16"/>
              <p:cNvSpPr/>
              <p:nvPr/>
            </p:nvSpPr>
            <p:spPr>
              <a:xfrm rot="10800000">
                <a:off x="8869019" y="-622132"/>
                <a:ext cx="246869" cy="1703243"/>
              </a:xfrm>
              <a:custGeom>
                <a:rect b="b" l="l" r="r" t="t"/>
                <a:pathLst>
                  <a:path extrusionOk="0" h="29909" w="6019">
                    <a:moveTo>
                      <a:pt x="1" y="1"/>
                    </a:moveTo>
                    <a:lnTo>
                      <a:pt x="1" y="306"/>
                    </a:lnTo>
                    <a:lnTo>
                      <a:pt x="5699" y="306"/>
                    </a:lnTo>
                    <a:lnTo>
                      <a:pt x="5699" y="29909"/>
                    </a:lnTo>
                    <a:lnTo>
                      <a:pt x="6019" y="29909"/>
                    </a:lnTo>
                    <a:lnTo>
                      <a:pt x="6019" y="1"/>
                    </a:lnTo>
                    <a:close/>
                  </a:path>
                </a:pathLst>
              </a:custGeom>
              <a:gradFill>
                <a:gsLst>
                  <a:gs pos="0">
                    <a:schemeClr val="dk2">
                      <a:alpha val="31360"/>
                    </a:schemeClr>
                  </a:gs>
                  <a:gs pos="100000">
                    <a:srgbClr val="FFFFFF">
                      <a:alpha val="0"/>
                      <a:alpha val="3136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24" name="Google Shape;624;p16"/>
              <p:cNvGrpSpPr/>
              <p:nvPr/>
            </p:nvGrpSpPr>
            <p:grpSpPr>
              <a:xfrm rot="1800062">
                <a:off x="9035610" y="1007995"/>
                <a:ext cx="134040" cy="134009"/>
                <a:chOff x="1101075" y="2142375"/>
                <a:chExt cx="439200" cy="439100"/>
              </a:xfrm>
            </p:grpSpPr>
            <p:sp>
              <p:nvSpPr>
                <p:cNvPr id="625" name="Google Shape;625;p16"/>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16"/>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627" name="Google Shape;627;p16"/>
            <p:cNvSpPr/>
            <p:nvPr/>
          </p:nvSpPr>
          <p:spPr>
            <a:xfrm rot="2700000">
              <a:off x="8482428" y="-422541"/>
              <a:ext cx="981794" cy="2307832"/>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6"/>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16"/>
            <p:cNvSpPr/>
            <p:nvPr/>
          </p:nvSpPr>
          <p:spPr>
            <a:xfrm rot="2700000">
              <a:off x="8744103" y="-213191"/>
              <a:ext cx="981794" cy="2307832"/>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6"/>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9" name="Google Shape;629;p16"/>
          <p:cNvGrpSpPr/>
          <p:nvPr/>
        </p:nvGrpSpPr>
        <p:grpSpPr>
          <a:xfrm>
            <a:off x="8332551" y="-7"/>
            <a:ext cx="2386151" cy="3293873"/>
            <a:chOff x="8256351" y="-7"/>
            <a:chExt cx="2386151" cy="3293873"/>
          </a:xfrm>
        </p:grpSpPr>
        <p:pic>
          <p:nvPicPr>
            <p:cNvPr id="630" name="Google Shape;630;p16"/>
            <p:cNvPicPr preferRelativeResize="0"/>
            <p:nvPr/>
          </p:nvPicPr>
          <p:blipFill rotWithShape="1">
            <a:blip r:embed="rId2">
              <a:alphaModFix/>
            </a:blip>
            <a:srcRect b="26177" l="16960" r="7121" t="24718"/>
            <a:stretch/>
          </p:blipFill>
          <p:spPr>
            <a:xfrm rot="5400000">
              <a:off x="7886227" y="537590"/>
              <a:ext cx="3126400" cy="2386151"/>
            </a:xfrm>
            <a:prstGeom prst="rect">
              <a:avLst/>
            </a:prstGeom>
            <a:noFill/>
            <a:ln>
              <a:noFill/>
            </a:ln>
          </p:spPr>
        </p:pic>
        <p:grpSp>
          <p:nvGrpSpPr>
            <p:cNvPr id="631" name="Google Shape;631;p16"/>
            <p:cNvGrpSpPr/>
            <p:nvPr/>
          </p:nvGrpSpPr>
          <p:grpSpPr>
            <a:xfrm rot="10800000">
              <a:off x="8452444" y="-7"/>
              <a:ext cx="325154" cy="1788670"/>
              <a:chOff x="8869019" y="-622132"/>
              <a:chExt cx="325154" cy="1788670"/>
            </a:xfrm>
          </p:grpSpPr>
          <p:sp>
            <p:nvSpPr>
              <p:cNvPr id="632" name="Google Shape;632;p16"/>
              <p:cNvSpPr/>
              <p:nvPr/>
            </p:nvSpPr>
            <p:spPr>
              <a:xfrm rot="10800000">
                <a:off x="8869019" y="-622132"/>
                <a:ext cx="246869" cy="1703243"/>
              </a:xfrm>
              <a:custGeom>
                <a:rect b="b" l="l" r="r" t="t"/>
                <a:pathLst>
                  <a:path extrusionOk="0" h="29909" w="6019">
                    <a:moveTo>
                      <a:pt x="1" y="1"/>
                    </a:moveTo>
                    <a:lnTo>
                      <a:pt x="1" y="306"/>
                    </a:lnTo>
                    <a:lnTo>
                      <a:pt x="5699" y="306"/>
                    </a:lnTo>
                    <a:lnTo>
                      <a:pt x="5699" y="29909"/>
                    </a:lnTo>
                    <a:lnTo>
                      <a:pt x="6019" y="29909"/>
                    </a:lnTo>
                    <a:lnTo>
                      <a:pt x="6019" y="1"/>
                    </a:lnTo>
                    <a:close/>
                  </a:path>
                </a:pathLst>
              </a:custGeom>
              <a:gradFill>
                <a:gsLst>
                  <a:gs pos="0">
                    <a:schemeClr val="lt2">
                      <a:alpha val="31360"/>
                    </a:schemeClr>
                  </a:gs>
                  <a:gs pos="40000">
                    <a:srgbClr val="FF9900">
                      <a:alpha val="40784"/>
                      <a:alpha val="31360"/>
                    </a:srgbClr>
                  </a:gs>
                  <a:gs pos="100000">
                    <a:srgbClr val="FFFFFF">
                      <a:alpha val="0"/>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3" name="Google Shape;633;p16"/>
              <p:cNvGrpSpPr/>
              <p:nvPr/>
            </p:nvGrpSpPr>
            <p:grpSpPr>
              <a:xfrm rot="1800062">
                <a:off x="9035610" y="1007995"/>
                <a:ext cx="134040" cy="134009"/>
                <a:chOff x="1101075" y="2142375"/>
                <a:chExt cx="439200" cy="439100"/>
              </a:xfrm>
            </p:grpSpPr>
            <p:sp>
              <p:nvSpPr>
                <p:cNvPr id="634" name="Google Shape;634;p16"/>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16"/>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636" name="Google Shape;636;p16"/>
          <p:cNvGrpSpPr/>
          <p:nvPr/>
        </p:nvGrpSpPr>
        <p:grpSpPr>
          <a:xfrm>
            <a:off x="-213525" y="171225"/>
            <a:ext cx="439200" cy="439100"/>
            <a:chOff x="1101075" y="2142375"/>
            <a:chExt cx="439200" cy="439100"/>
          </a:xfrm>
        </p:grpSpPr>
        <p:sp>
          <p:nvSpPr>
            <p:cNvPr id="637" name="Google Shape;637;p16"/>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16"/>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9" name="Google Shape;639;p16"/>
          <p:cNvGrpSpPr/>
          <p:nvPr/>
        </p:nvGrpSpPr>
        <p:grpSpPr>
          <a:xfrm>
            <a:off x="-1262974" y="3161328"/>
            <a:ext cx="4822591" cy="2934500"/>
            <a:chOff x="-1186774" y="3161328"/>
            <a:chExt cx="4822591" cy="2934500"/>
          </a:xfrm>
        </p:grpSpPr>
        <p:pic>
          <p:nvPicPr>
            <p:cNvPr id="640" name="Google Shape;640;p16"/>
            <p:cNvPicPr preferRelativeResize="0"/>
            <p:nvPr/>
          </p:nvPicPr>
          <p:blipFill rotWithShape="1">
            <a:blip r:embed="rId2">
              <a:alphaModFix/>
            </a:blip>
            <a:srcRect b="26177" l="16960" r="7121" t="24718"/>
            <a:stretch/>
          </p:blipFill>
          <p:spPr>
            <a:xfrm rot="5400000">
              <a:off x="-1534175" y="3508728"/>
              <a:ext cx="2934500" cy="2239699"/>
            </a:xfrm>
            <a:prstGeom prst="rect">
              <a:avLst/>
            </a:prstGeom>
            <a:noFill/>
            <a:ln>
              <a:noFill/>
            </a:ln>
          </p:spPr>
        </p:pic>
        <p:sp>
          <p:nvSpPr>
            <p:cNvPr id="641" name="Google Shape;641;p16"/>
            <p:cNvSpPr/>
            <p:nvPr/>
          </p:nvSpPr>
          <p:spPr>
            <a:xfrm rot="-5400000">
              <a:off x="-184180" y="3596444"/>
              <a:ext cx="503090" cy="2327806"/>
            </a:xfrm>
            <a:custGeom>
              <a:rect b="b" l="l" r="r" t="t"/>
              <a:pathLst>
                <a:path extrusionOk="0" h="56755" w="12266">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42" name="Google Shape;642;p16"/>
            <p:cNvGrpSpPr/>
            <p:nvPr/>
          </p:nvGrpSpPr>
          <p:grpSpPr>
            <a:xfrm>
              <a:off x="58899" y="4608583"/>
              <a:ext cx="604346" cy="657081"/>
              <a:chOff x="58899" y="4608583"/>
              <a:chExt cx="604346" cy="657081"/>
            </a:xfrm>
          </p:grpSpPr>
          <p:grpSp>
            <p:nvGrpSpPr>
              <p:cNvPr id="643" name="Google Shape;643;p16"/>
              <p:cNvGrpSpPr/>
              <p:nvPr/>
            </p:nvGrpSpPr>
            <p:grpSpPr>
              <a:xfrm rot="10800000">
                <a:off x="58899" y="4608583"/>
                <a:ext cx="328346" cy="328531"/>
                <a:chOff x="3678700" y="407275"/>
                <a:chExt cx="708100" cy="708500"/>
              </a:xfrm>
            </p:grpSpPr>
            <p:sp>
              <p:nvSpPr>
                <p:cNvPr id="644" name="Google Shape;644;p16"/>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16"/>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16"/>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16"/>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16"/>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16"/>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16"/>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1" name="Google Shape;651;p16"/>
              <p:cNvGrpSpPr/>
              <p:nvPr/>
            </p:nvGrpSpPr>
            <p:grpSpPr>
              <a:xfrm rot="10800000">
                <a:off x="334899" y="4608583"/>
                <a:ext cx="328346" cy="328531"/>
                <a:chOff x="3678700" y="407275"/>
                <a:chExt cx="708100" cy="708500"/>
              </a:xfrm>
            </p:grpSpPr>
            <p:sp>
              <p:nvSpPr>
                <p:cNvPr id="652" name="Google Shape;652;p16"/>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16"/>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16"/>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16"/>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16"/>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16"/>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16"/>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9" name="Google Shape;659;p16"/>
              <p:cNvGrpSpPr/>
              <p:nvPr/>
            </p:nvGrpSpPr>
            <p:grpSpPr>
              <a:xfrm rot="10800000">
                <a:off x="282574" y="4937133"/>
                <a:ext cx="328346" cy="328531"/>
                <a:chOff x="3678700" y="407275"/>
                <a:chExt cx="708100" cy="708500"/>
              </a:xfrm>
            </p:grpSpPr>
            <p:sp>
              <p:nvSpPr>
                <p:cNvPr id="660" name="Google Shape;660;p16"/>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16"/>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16"/>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16"/>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16"/>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16"/>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16"/>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67" name="Google Shape;667;p16"/>
            <p:cNvGrpSpPr/>
            <p:nvPr/>
          </p:nvGrpSpPr>
          <p:grpSpPr>
            <a:xfrm>
              <a:off x="-923150" y="4796551"/>
              <a:ext cx="4558967" cy="134100"/>
              <a:chOff x="796100" y="3019701"/>
              <a:chExt cx="4558967" cy="134100"/>
            </a:xfrm>
          </p:grpSpPr>
          <p:sp>
            <p:nvSpPr>
              <p:cNvPr id="668" name="Google Shape;668;p16"/>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69" name="Google Shape;669;p16"/>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670" name="Google Shape;670;p16"/>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10_1_1">
    <p:spTree>
      <p:nvGrpSpPr>
        <p:cNvPr id="671" name="Shape 671"/>
        <p:cNvGrpSpPr/>
        <p:nvPr/>
      </p:nvGrpSpPr>
      <p:grpSpPr>
        <a:xfrm>
          <a:off x="0" y="0"/>
          <a:ext cx="0" cy="0"/>
          <a:chOff x="0" y="0"/>
          <a:chExt cx="0" cy="0"/>
        </a:xfrm>
      </p:grpSpPr>
      <p:sp>
        <p:nvSpPr>
          <p:cNvPr id="672" name="Google Shape;672;p1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grpSp>
        <p:nvGrpSpPr>
          <p:cNvPr id="673" name="Google Shape;673;p17"/>
          <p:cNvGrpSpPr/>
          <p:nvPr/>
        </p:nvGrpSpPr>
        <p:grpSpPr>
          <a:xfrm>
            <a:off x="-2176650" y="-112745"/>
            <a:ext cx="4680670" cy="5935195"/>
            <a:chOff x="-2176650" y="-112745"/>
            <a:chExt cx="4680670" cy="5935195"/>
          </a:xfrm>
        </p:grpSpPr>
        <p:grpSp>
          <p:nvGrpSpPr>
            <p:cNvPr id="674" name="Google Shape;674;p17"/>
            <p:cNvGrpSpPr/>
            <p:nvPr/>
          </p:nvGrpSpPr>
          <p:grpSpPr>
            <a:xfrm>
              <a:off x="-2176650" y="-112745"/>
              <a:ext cx="4680670" cy="5935195"/>
              <a:chOff x="-2176650" y="-112745"/>
              <a:chExt cx="4680670" cy="5935195"/>
            </a:xfrm>
          </p:grpSpPr>
          <p:sp>
            <p:nvSpPr>
              <p:cNvPr id="675" name="Google Shape;675;p17"/>
              <p:cNvSpPr/>
              <p:nvPr/>
            </p:nvSpPr>
            <p:spPr>
              <a:xfrm rot="-2700000">
                <a:off x="-1523974" y="2178291"/>
                <a:ext cx="2925242" cy="3057723"/>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76" name="Google Shape;676;p17"/>
              <p:cNvGrpSpPr/>
              <p:nvPr/>
            </p:nvGrpSpPr>
            <p:grpSpPr>
              <a:xfrm rot="-2700000">
                <a:off x="10491" y="4440580"/>
                <a:ext cx="582044" cy="582419"/>
                <a:chOff x="959750" y="3039275"/>
                <a:chExt cx="582050" cy="582425"/>
              </a:xfrm>
            </p:grpSpPr>
            <p:sp>
              <p:nvSpPr>
                <p:cNvPr id="677" name="Google Shape;677;p17"/>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17"/>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17"/>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17"/>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17"/>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17"/>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17"/>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4" name="Google Shape;684;p17"/>
              <p:cNvGrpSpPr/>
              <p:nvPr/>
            </p:nvGrpSpPr>
            <p:grpSpPr>
              <a:xfrm rot="-2700000">
                <a:off x="-183259" y="2704590"/>
                <a:ext cx="582044" cy="582419"/>
                <a:chOff x="959750" y="3039275"/>
                <a:chExt cx="582050" cy="582425"/>
              </a:xfrm>
            </p:grpSpPr>
            <p:sp>
              <p:nvSpPr>
                <p:cNvPr id="685" name="Google Shape;685;p17"/>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chemeClr val="lt2">
                        <a:alpha val="37270"/>
                      </a:schemeClr>
                    </a:gs>
                    <a:gs pos="78000">
                      <a:schemeClr val="lt1">
                        <a:alpha val="37270"/>
                      </a:schemeClr>
                    </a:gs>
                    <a:gs pos="100000">
                      <a:schemeClr val="lt1">
                        <a:alpha val="3727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17"/>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chemeClr val="lt2">
                        <a:alpha val="37270"/>
                      </a:schemeClr>
                    </a:gs>
                    <a:gs pos="78000">
                      <a:schemeClr val="lt1">
                        <a:alpha val="37270"/>
                      </a:schemeClr>
                    </a:gs>
                    <a:gs pos="100000">
                      <a:schemeClr val="lt1">
                        <a:alpha val="3727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17"/>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chemeClr val="lt2">
                        <a:alpha val="37270"/>
                      </a:schemeClr>
                    </a:gs>
                    <a:gs pos="78000">
                      <a:schemeClr val="lt1">
                        <a:alpha val="37270"/>
                      </a:schemeClr>
                    </a:gs>
                    <a:gs pos="100000">
                      <a:schemeClr val="lt1">
                        <a:alpha val="3727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17"/>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chemeClr val="lt2">
                        <a:alpha val="37270"/>
                      </a:schemeClr>
                    </a:gs>
                    <a:gs pos="78000">
                      <a:schemeClr val="lt1">
                        <a:alpha val="37270"/>
                      </a:schemeClr>
                    </a:gs>
                    <a:gs pos="100000">
                      <a:schemeClr val="lt1">
                        <a:alpha val="3727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17"/>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chemeClr val="lt2">
                        <a:alpha val="37270"/>
                      </a:schemeClr>
                    </a:gs>
                    <a:gs pos="78000">
                      <a:schemeClr val="lt1">
                        <a:alpha val="37270"/>
                      </a:schemeClr>
                    </a:gs>
                    <a:gs pos="100000">
                      <a:schemeClr val="lt1">
                        <a:alpha val="3727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17"/>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chemeClr val="lt2">
                        <a:alpha val="37270"/>
                      </a:schemeClr>
                    </a:gs>
                    <a:gs pos="78000">
                      <a:schemeClr val="lt1">
                        <a:alpha val="37270"/>
                      </a:schemeClr>
                    </a:gs>
                    <a:gs pos="100000">
                      <a:schemeClr val="lt1">
                        <a:alpha val="3727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17"/>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chemeClr val="lt2">
                        <a:alpha val="37270"/>
                      </a:schemeClr>
                    </a:gs>
                    <a:gs pos="78000">
                      <a:schemeClr val="lt1">
                        <a:alpha val="37270"/>
                      </a:schemeClr>
                    </a:gs>
                    <a:gs pos="100000">
                      <a:schemeClr val="lt1">
                        <a:alpha val="3727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92" name="Google Shape;692;p17"/>
              <p:cNvSpPr/>
              <p:nvPr/>
            </p:nvSpPr>
            <p:spPr>
              <a:xfrm flipH="1" rot="2700000">
                <a:off x="-1073899" y="473691"/>
                <a:ext cx="2925242" cy="3057723"/>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3" name="Google Shape;693;p17"/>
            <p:cNvGrpSpPr/>
            <p:nvPr/>
          </p:nvGrpSpPr>
          <p:grpSpPr>
            <a:xfrm>
              <a:off x="-234425" y="3727550"/>
              <a:ext cx="439200" cy="439100"/>
              <a:chOff x="1101075" y="2142375"/>
              <a:chExt cx="439200" cy="439100"/>
            </a:xfrm>
          </p:grpSpPr>
          <p:sp>
            <p:nvSpPr>
              <p:cNvPr id="694" name="Google Shape;694;p17"/>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17"/>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6" name="Google Shape;696;p17"/>
            <p:cNvGrpSpPr/>
            <p:nvPr/>
          </p:nvGrpSpPr>
          <p:grpSpPr>
            <a:xfrm rot="10800000">
              <a:off x="713225" y="4931225"/>
              <a:ext cx="439200" cy="439100"/>
              <a:chOff x="1101075" y="2142375"/>
              <a:chExt cx="439200" cy="439100"/>
            </a:xfrm>
          </p:grpSpPr>
          <p:sp>
            <p:nvSpPr>
              <p:cNvPr id="697" name="Google Shape;697;p17"/>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17"/>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99" name="Google Shape;699;p17"/>
          <p:cNvGrpSpPr/>
          <p:nvPr/>
        </p:nvGrpSpPr>
        <p:grpSpPr>
          <a:xfrm>
            <a:off x="6642300" y="-415701"/>
            <a:ext cx="4558967" cy="1887075"/>
            <a:chOff x="6566100" y="-415701"/>
            <a:chExt cx="4558967" cy="1887075"/>
          </a:xfrm>
        </p:grpSpPr>
        <p:pic>
          <p:nvPicPr>
            <p:cNvPr id="700" name="Google Shape;700;p17"/>
            <p:cNvPicPr preferRelativeResize="0"/>
            <p:nvPr/>
          </p:nvPicPr>
          <p:blipFill rotWithShape="1">
            <a:blip r:embed="rId2">
              <a:alphaModFix/>
            </a:blip>
            <a:srcRect b="26177" l="16960" r="7121" t="24718"/>
            <a:stretch/>
          </p:blipFill>
          <p:spPr>
            <a:xfrm>
              <a:off x="8278550" y="-392375"/>
              <a:ext cx="2441950" cy="1863749"/>
            </a:xfrm>
            <a:prstGeom prst="rect">
              <a:avLst/>
            </a:prstGeom>
            <a:noFill/>
            <a:ln>
              <a:noFill/>
            </a:ln>
          </p:spPr>
        </p:pic>
        <p:grpSp>
          <p:nvGrpSpPr>
            <p:cNvPr id="701" name="Google Shape;701;p17"/>
            <p:cNvGrpSpPr/>
            <p:nvPr/>
          </p:nvGrpSpPr>
          <p:grpSpPr>
            <a:xfrm rot="5400000">
              <a:off x="7714062" y="-991384"/>
              <a:ext cx="1433417" cy="2584783"/>
              <a:chOff x="-363163" y="-645596"/>
              <a:chExt cx="1433417" cy="2584783"/>
            </a:xfrm>
          </p:grpSpPr>
          <p:grpSp>
            <p:nvGrpSpPr>
              <p:cNvPr id="702" name="Google Shape;702;p17"/>
              <p:cNvGrpSpPr/>
              <p:nvPr/>
            </p:nvGrpSpPr>
            <p:grpSpPr>
              <a:xfrm rot="10800000">
                <a:off x="-64595" y="-645596"/>
                <a:ext cx="1134849" cy="2370191"/>
                <a:chOff x="-575575" y="3685599"/>
                <a:chExt cx="1421048" cy="2967932"/>
              </a:xfrm>
            </p:grpSpPr>
            <p:sp>
              <p:nvSpPr>
                <p:cNvPr id="703" name="Google Shape;703;p17"/>
                <p:cNvSpPr/>
                <p:nvPr/>
              </p:nvSpPr>
              <p:spPr>
                <a:xfrm>
                  <a:off x="-575575" y="3685599"/>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17"/>
                <p:cNvSpPr/>
                <p:nvPr/>
              </p:nvSpPr>
              <p:spPr>
                <a:xfrm rot="10800000">
                  <a:off x="-575573" y="3820175"/>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05" name="Google Shape;705;p17"/>
              <p:cNvSpPr/>
              <p:nvPr/>
            </p:nvSpPr>
            <p:spPr>
              <a:xfrm>
                <a:off x="0" y="361650"/>
                <a:ext cx="581991" cy="575861"/>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17"/>
              <p:cNvSpPr/>
              <p:nvPr/>
            </p:nvSpPr>
            <p:spPr>
              <a:xfrm>
                <a:off x="131225" y="0"/>
                <a:ext cx="581991" cy="575861"/>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07" name="Google Shape;707;p17"/>
              <p:cNvGrpSpPr/>
              <p:nvPr/>
            </p:nvGrpSpPr>
            <p:grpSpPr>
              <a:xfrm flipH="1" rot="-2700000">
                <a:off x="-216370" y="1084101"/>
                <a:ext cx="708093" cy="708493"/>
                <a:chOff x="3678700" y="407275"/>
                <a:chExt cx="708100" cy="708500"/>
              </a:xfrm>
            </p:grpSpPr>
            <p:sp>
              <p:nvSpPr>
                <p:cNvPr id="708" name="Google Shape;708;p17"/>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17"/>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17"/>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17"/>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17"/>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17"/>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17"/>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715" name="Google Shape;715;p17"/>
            <p:cNvGrpSpPr/>
            <p:nvPr/>
          </p:nvGrpSpPr>
          <p:grpSpPr>
            <a:xfrm rot="10800000">
              <a:off x="6566100" y="233963"/>
              <a:ext cx="4558967" cy="134100"/>
              <a:chOff x="796100" y="3019701"/>
              <a:chExt cx="4558967" cy="134100"/>
            </a:xfrm>
          </p:grpSpPr>
          <p:sp>
            <p:nvSpPr>
              <p:cNvPr id="716" name="Google Shape;716;p17"/>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17" name="Google Shape;717;p17"/>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718" name="Google Shape;718;p17"/>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CUSTOM_10_1_1_1">
    <p:spTree>
      <p:nvGrpSpPr>
        <p:cNvPr id="719" name="Shape 719"/>
        <p:cNvGrpSpPr/>
        <p:nvPr/>
      </p:nvGrpSpPr>
      <p:grpSpPr>
        <a:xfrm>
          <a:off x="0" y="0"/>
          <a:ext cx="0" cy="0"/>
          <a:chOff x="0" y="0"/>
          <a:chExt cx="0" cy="0"/>
        </a:xfrm>
      </p:grpSpPr>
      <p:grpSp>
        <p:nvGrpSpPr>
          <p:cNvPr id="720" name="Google Shape;720;p18"/>
          <p:cNvGrpSpPr/>
          <p:nvPr/>
        </p:nvGrpSpPr>
        <p:grpSpPr>
          <a:xfrm>
            <a:off x="5404975" y="2221118"/>
            <a:ext cx="4263000" cy="3617400"/>
            <a:chOff x="5328775" y="2221118"/>
            <a:chExt cx="4263000" cy="3617400"/>
          </a:xfrm>
        </p:grpSpPr>
        <p:sp>
          <p:nvSpPr>
            <p:cNvPr id="721" name="Google Shape;721;p18"/>
            <p:cNvSpPr/>
            <p:nvPr/>
          </p:nvSpPr>
          <p:spPr>
            <a:xfrm>
              <a:off x="5328775" y="2221118"/>
              <a:ext cx="4263000" cy="3617400"/>
            </a:xfrm>
            <a:prstGeom prst="ellipse">
              <a:avLst/>
            </a:pr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r="100%"/>
              </a:path>
              <a:tileRect l="-10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22" name="Google Shape;722;p18"/>
            <p:cNvGrpSpPr/>
            <p:nvPr/>
          </p:nvGrpSpPr>
          <p:grpSpPr>
            <a:xfrm>
              <a:off x="7218100" y="4855088"/>
              <a:ext cx="931125" cy="525763"/>
              <a:chOff x="7218100" y="4855088"/>
              <a:chExt cx="931125" cy="525763"/>
            </a:xfrm>
          </p:grpSpPr>
          <p:grpSp>
            <p:nvGrpSpPr>
              <p:cNvPr id="723" name="Google Shape;723;p18"/>
              <p:cNvGrpSpPr/>
              <p:nvPr/>
            </p:nvGrpSpPr>
            <p:grpSpPr>
              <a:xfrm>
                <a:off x="7710025" y="4941750"/>
                <a:ext cx="439200" cy="439100"/>
                <a:chOff x="1101075" y="2142375"/>
                <a:chExt cx="439200" cy="439100"/>
              </a:xfrm>
            </p:grpSpPr>
            <p:sp>
              <p:nvSpPr>
                <p:cNvPr id="724" name="Google Shape;724;p18"/>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18"/>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6" name="Google Shape;726;p18"/>
              <p:cNvGrpSpPr/>
              <p:nvPr/>
            </p:nvGrpSpPr>
            <p:grpSpPr>
              <a:xfrm>
                <a:off x="7218100" y="4855088"/>
                <a:ext cx="439200" cy="439100"/>
                <a:chOff x="1101075" y="2142375"/>
                <a:chExt cx="439200" cy="439100"/>
              </a:xfrm>
            </p:grpSpPr>
            <p:sp>
              <p:nvSpPr>
                <p:cNvPr id="727" name="Google Shape;727;p18"/>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18"/>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
        <p:nvSpPr>
          <p:cNvPr id="729" name="Google Shape;729;p1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grpSp>
        <p:nvGrpSpPr>
          <p:cNvPr id="730" name="Google Shape;730;p18"/>
          <p:cNvGrpSpPr/>
          <p:nvPr/>
        </p:nvGrpSpPr>
        <p:grpSpPr>
          <a:xfrm>
            <a:off x="-2175000" y="3012192"/>
            <a:ext cx="3701086" cy="3345172"/>
            <a:chOff x="-1886500" y="2599117"/>
            <a:chExt cx="3701086" cy="3345172"/>
          </a:xfrm>
        </p:grpSpPr>
        <p:pic>
          <p:nvPicPr>
            <p:cNvPr id="731" name="Google Shape;731;p18"/>
            <p:cNvPicPr preferRelativeResize="0"/>
            <p:nvPr/>
          </p:nvPicPr>
          <p:blipFill rotWithShape="1">
            <a:blip r:embed="rId2">
              <a:alphaModFix/>
            </a:blip>
            <a:srcRect b="26177" l="16960" r="7121" t="24718"/>
            <a:stretch/>
          </p:blipFill>
          <p:spPr>
            <a:xfrm rot="10800000">
              <a:off x="-1886500" y="3119537"/>
              <a:ext cx="3701086" cy="2824751"/>
            </a:xfrm>
            <a:prstGeom prst="rect">
              <a:avLst/>
            </a:prstGeom>
            <a:noFill/>
            <a:ln>
              <a:noFill/>
            </a:ln>
          </p:spPr>
        </p:pic>
        <p:sp>
          <p:nvSpPr>
            <p:cNvPr id="732" name="Google Shape;732;p18"/>
            <p:cNvSpPr/>
            <p:nvPr/>
          </p:nvSpPr>
          <p:spPr>
            <a:xfrm rot="10800000">
              <a:off x="-402274" y="2599117"/>
              <a:ext cx="1201697" cy="2824744"/>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18"/>
            <p:cNvSpPr/>
            <p:nvPr/>
          </p:nvSpPr>
          <p:spPr>
            <a:xfrm rot="10800000">
              <a:off x="-207237" y="2599870"/>
              <a:ext cx="1201697" cy="2824744"/>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6"/>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34" name="Google Shape;734;p18"/>
            <p:cNvGrpSpPr/>
            <p:nvPr/>
          </p:nvGrpSpPr>
          <p:grpSpPr>
            <a:xfrm rot="10800000">
              <a:off x="-37979" y="5013439"/>
              <a:ext cx="134004" cy="134004"/>
              <a:chOff x="8356813" y="1074288"/>
              <a:chExt cx="351900" cy="351900"/>
            </a:xfrm>
          </p:grpSpPr>
          <p:sp>
            <p:nvSpPr>
              <p:cNvPr id="735" name="Google Shape;735;p18"/>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18"/>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7" name="Google Shape;737;p18"/>
            <p:cNvGrpSpPr/>
            <p:nvPr/>
          </p:nvGrpSpPr>
          <p:grpSpPr>
            <a:xfrm rot="10800000">
              <a:off x="447446" y="4173589"/>
              <a:ext cx="134004" cy="134004"/>
              <a:chOff x="8356813" y="1074288"/>
              <a:chExt cx="351900" cy="351900"/>
            </a:xfrm>
          </p:grpSpPr>
          <p:sp>
            <p:nvSpPr>
              <p:cNvPr id="738" name="Google Shape;738;p18"/>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18"/>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0" name="Google Shape;740;p18"/>
            <p:cNvGrpSpPr/>
            <p:nvPr/>
          </p:nvGrpSpPr>
          <p:grpSpPr>
            <a:xfrm rot="10800000">
              <a:off x="539621" y="2985514"/>
              <a:ext cx="134004" cy="134004"/>
              <a:chOff x="8356813" y="1074288"/>
              <a:chExt cx="351900" cy="351900"/>
            </a:xfrm>
          </p:grpSpPr>
          <p:sp>
            <p:nvSpPr>
              <p:cNvPr id="741" name="Google Shape;741;p18"/>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18"/>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743" name="Google Shape;743;p18"/>
          <p:cNvGrpSpPr/>
          <p:nvPr/>
        </p:nvGrpSpPr>
        <p:grpSpPr>
          <a:xfrm>
            <a:off x="5928900" y="-249669"/>
            <a:ext cx="5688165" cy="3493826"/>
            <a:chOff x="5852700" y="-249669"/>
            <a:chExt cx="5688165" cy="3493826"/>
          </a:xfrm>
        </p:grpSpPr>
        <p:grpSp>
          <p:nvGrpSpPr>
            <p:cNvPr id="744" name="Google Shape;744;p18"/>
            <p:cNvGrpSpPr/>
            <p:nvPr/>
          </p:nvGrpSpPr>
          <p:grpSpPr>
            <a:xfrm>
              <a:off x="8783705" y="1899359"/>
              <a:ext cx="402160" cy="1344798"/>
              <a:chOff x="8668555" y="1976884"/>
              <a:chExt cx="402160" cy="1344798"/>
            </a:xfrm>
          </p:grpSpPr>
          <p:sp>
            <p:nvSpPr>
              <p:cNvPr id="745" name="Google Shape;745;p18"/>
              <p:cNvSpPr/>
              <p:nvPr/>
            </p:nvSpPr>
            <p:spPr>
              <a:xfrm flipH="1">
                <a:off x="8823846" y="2094964"/>
                <a:ext cx="246869" cy="1226718"/>
              </a:xfrm>
              <a:custGeom>
                <a:rect b="b" l="l" r="r" t="t"/>
                <a:pathLst>
                  <a:path extrusionOk="0" h="29909" w="6019">
                    <a:moveTo>
                      <a:pt x="1" y="1"/>
                    </a:moveTo>
                    <a:lnTo>
                      <a:pt x="1" y="306"/>
                    </a:lnTo>
                    <a:lnTo>
                      <a:pt x="5699" y="306"/>
                    </a:lnTo>
                    <a:lnTo>
                      <a:pt x="5699" y="29909"/>
                    </a:lnTo>
                    <a:lnTo>
                      <a:pt x="6019" y="29909"/>
                    </a:lnTo>
                    <a:lnTo>
                      <a:pt x="6019" y="1"/>
                    </a:lnTo>
                    <a:close/>
                  </a:path>
                </a:pathLst>
              </a:custGeom>
              <a:gradFill>
                <a:gsLst>
                  <a:gs pos="0">
                    <a:srgbClr val="9900FF">
                      <a:alpha val="46666"/>
                    </a:srgbClr>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18"/>
              <p:cNvSpPr/>
              <p:nvPr/>
            </p:nvSpPr>
            <p:spPr>
              <a:xfrm flipH="1">
                <a:off x="8668555" y="1976884"/>
                <a:ext cx="246869" cy="1226718"/>
              </a:xfrm>
              <a:custGeom>
                <a:rect b="b" l="l" r="r" t="t"/>
                <a:pathLst>
                  <a:path extrusionOk="0" h="29909" w="6019">
                    <a:moveTo>
                      <a:pt x="1" y="1"/>
                    </a:moveTo>
                    <a:lnTo>
                      <a:pt x="1" y="305"/>
                    </a:lnTo>
                    <a:lnTo>
                      <a:pt x="5714" y="305"/>
                    </a:lnTo>
                    <a:lnTo>
                      <a:pt x="5714" y="29909"/>
                    </a:lnTo>
                    <a:lnTo>
                      <a:pt x="6019" y="29909"/>
                    </a:lnTo>
                    <a:lnTo>
                      <a:pt x="6019" y="1"/>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7" name="Google Shape;747;p18"/>
            <p:cNvGrpSpPr/>
            <p:nvPr/>
          </p:nvGrpSpPr>
          <p:grpSpPr>
            <a:xfrm>
              <a:off x="8598675" y="1421188"/>
              <a:ext cx="904666" cy="726121"/>
              <a:chOff x="7945225" y="4302000"/>
              <a:chExt cx="904666" cy="726121"/>
            </a:xfrm>
          </p:grpSpPr>
          <p:sp>
            <p:nvSpPr>
              <p:cNvPr id="748" name="Google Shape;748;p18"/>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18"/>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18"/>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1" name="Google Shape;751;p18"/>
            <p:cNvGrpSpPr/>
            <p:nvPr/>
          </p:nvGrpSpPr>
          <p:grpSpPr>
            <a:xfrm flipH="1" rot="10800000">
              <a:off x="7579756" y="-249669"/>
              <a:ext cx="2601921" cy="2438355"/>
              <a:chOff x="7340128" y="2866613"/>
              <a:chExt cx="2439225" cy="2438355"/>
            </a:xfrm>
          </p:grpSpPr>
          <p:sp>
            <p:nvSpPr>
              <p:cNvPr id="752" name="Google Shape;752;p18"/>
              <p:cNvSpPr/>
              <p:nvPr/>
            </p:nvSpPr>
            <p:spPr>
              <a:xfrm flipH="1" rot="2700000">
                <a:off x="8012290" y="2875755"/>
                <a:ext cx="981794" cy="2307832"/>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18"/>
              <p:cNvSpPr/>
              <p:nvPr/>
            </p:nvSpPr>
            <p:spPr>
              <a:xfrm flipH="1" rot="2700000">
                <a:off x="8125398" y="2987994"/>
                <a:ext cx="981794" cy="2307832"/>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54" name="Google Shape;754;p18"/>
            <p:cNvSpPr/>
            <p:nvPr/>
          </p:nvSpPr>
          <p:spPr>
            <a:xfrm flipH="1" rot="5400000">
              <a:off x="6551329" y="-896010"/>
              <a:ext cx="577450" cy="1974708"/>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55" name="Google Shape;755;p18"/>
            <p:cNvGrpSpPr/>
            <p:nvPr/>
          </p:nvGrpSpPr>
          <p:grpSpPr>
            <a:xfrm>
              <a:off x="6917731" y="246011"/>
              <a:ext cx="4623133" cy="134070"/>
              <a:chOff x="6917731" y="246011"/>
              <a:chExt cx="4623133" cy="134070"/>
            </a:xfrm>
          </p:grpSpPr>
          <p:sp>
            <p:nvSpPr>
              <p:cNvPr id="756" name="Google Shape;756;p18"/>
              <p:cNvSpPr/>
              <p:nvPr/>
            </p:nvSpPr>
            <p:spPr>
              <a:xfrm flipH="1">
                <a:off x="6917731" y="246011"/>
                <a:ext cx="134070" cy="13407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18"/>
              <p:cNvSpPr/>
              <p:nvPr/>
            </p:nvSpPr>
            <p:spPr>
              <a:xfrm flipH="1">
                <a:off x="6947845" y="276153"/>
                <a:ext cx="73844" cy="73844"/>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58" name="Google Shape;758;p18"/>
              <p:cNvCxnSpPr/>
              <p:nvPr/>
            </p:nvCxnSpPr>
            <p:spPr>
              <a:xfrm rot="10800000">
                <a:off x="7013865" y="313050"/>
                <a:ext cx="4527000" cy="0"/>
              </a:xfrm>
              <a:prstGeom prst="straightConnector1">
                <a:avLst/>
              </a:prstGeom>
              <a:noFill/>
              <a:ln cap="flat" cmpd="sng" w="9525">
                <a:solidFill>
                  <a:schemeClr val="dk2"/>
                </a:solidFill>
                <a:prstDash val="solid"/>
                <a:round/>
                <a:headEnd len="med" w="med" type="none"/>
                <a:tailEnd len="med" w="med" type="none"/>
              </a:ln>
            </p:spPr>
          </p:cxnSp>
        </p:gr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ONE_COLUMN_TEXT_1">
    <p:spTree>
      <p:nvGrpSpPr>
        <p:cNvPr id="759" name="Shape 759"/>
        <p:cNvGrpSpPr/>
        <p:nvPr/>
      </p:nvGrpSpPr>
      <p:grpSpPr>
        <a:xfrm>
          <a:off x="0" y="0"/>
          <a:ext cx="0" cy="0"/>
          <a:chOff x="0" y="0"/>
          <a:chExt cx="0" cy="0"/>
        </a:xfrm>
      </p:grpSpPr>
      <p:sp>
        <p:nvSpPr>
          <p:cNvPr id="760" name="Google Shape;760;p1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761" name="Google Shape;761;p19"/>
          <p:cNvSpPr txBox="1"/>
          <p:nvPr>
            <p:ph idx="1" type="subTitle"/>
          </p:nvPr>
        </p:nvSpPr>
        <p:spPr>
          <a:xfrm>
            <a:off x="4881006" y="1786675"/>
            <a:ext cx="3543000" cy="18306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62" name="Google Shape;762;p19"/>
          <p:cNvSpPr txBox="1"/>
          <p:nvPr>
            <p:ph idx="2" type="subTitle"/>
          </p:nvPr>
        </p:nvSpPr>
        <p:spPr>
          <a:xfrm>
            <a:off x="720000" y="1786675"/>
            <a:ext cx="3543000" cy="18306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763" name="Google Shape;763;p19"/>
          <p:cNvGrpSpPr/>
          <p:nvPr/>
        </p:nvGrpSpPr>
        <p:grpSpPr>
          <a:xfrm>
            <a:off x="-96329" y="4888563"/>
            <a:ext cx="1590408" cy="88125"/>
            <a:chOff x="124624" y="4953514"/>
            <a:chExt cx="1137387" cy="88142"/>
          </a:xfrm>
        </p:grpSpPr>
        <p:sp>
          <p:nvSpPr>
            <p:cNvPr id="764" name="Google Shape;764;p19"/>
            <p:cNvSpPr/>
            <p:nvPr/>
          </p:nvSpPr>
          <p:spPr>
            <a:xfrm rot="5400000">
              <a:off x="687043" y="4391096"/>
              <a:ext cx="12551" cy="1137387"/>
            </a:xfrm>
            <a:custGeom>
              <a:rect b="b" l="l" r="r" t="t"/>
              <a:pathLst>
                <a:path extrusionOk="0" h="27731" w="306">
                  <a:moveTo>
                    <a:pt x="1" y="1"/>
                  </a:moveTo>
                  <a:lnTo>
                    <a:pt x="1"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19"/>
            <p:cNvSpPr/>
            <p:nvPr/>
          </p:nvSpPr>
          <p:spPr>
            <a:xfrm rot="5400000">
              <a:off x="687063" y="4466709"/>
              <a:ext cx="12510" cy="1137387"/>
            </a:xfrm>
            <a:custGeom>
              <a:rect b="b" l="l" r="r" t="t"/>
              <a:pathLst>
                <a:path extrusionOk="0" h="27731" w="305">
                  <a:moveTo>
                    <a:pt x="0" y="1"/>
                  </a:moveTo>
                  <a:lnTo>
                    <a:pt x="0"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6" name="Google Shape;766;p19"/>
          <p:cNvGrpSpPr/>
          <p:nvPr/>
        </p:nvGrpSpPr>
        <p:grpSpPr>
          <a:xfrm>
            <a:off x="6883700" y="1385725"/>
            <a:ext cx="4028179" cy="5283555"/>
            <a:chOff x="6883700" y="1385725"/>
            <a:chExt cx="4028179" cy="5283555"/>
          </a:xfrm>
        </p:grpSpPr>
        <p:sp>
          <p:nvSpPr>
            <p:cNvPr id="767" name="Google Shape;767;p19"/>
            <p:cNvSpPr/>
            <p:nvPr/>
          </p:nvSpPr>
          <p:spPr>
            <a:xfrm>
              <a:off x="6883700" y="140758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19"/>
            <p:cNvSpPr/>
            <p:nvPr/>
          </p:nvSpPr>
          <p:spPr>
            <a:xfrm>
              <a:off x="7842318" y="138572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19"/>
            <p:cNvSpPr/>
            <p:nvPr/>
          </p:nvSpPr>
          <p:spPr>
            <a:xfrm>
              <a:off x="7734200" y="2571774"/>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19"/>
            <p:cNvSpPr/>
            <p:nvPr/>
          </p:nvSpPr>
          <p:spPr>
            <a:xfrm>
              <a:off x="7758564" y="155007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1" name="Google Shape;771;p19"/>
          <p:cNvGrpSpPr/>
          <p:nvPr/>
        </p:nvGrpSpPr>
        <p:grpSpPr>
          <a:xfrm>
            <a:off x="4598006" y="-1699037"/>
            <a:ext cx="5579794" cy="3203424"/>
            <a:chOff x="4521806" y="-1546637"/>
            <a:chExt cx="5579794" cy="3203424"/>
          </a:xfrm>
        </p:grpSpPr>
        <p:grpSp>
          <p:nvGrpSpPr>
            <p:cNvPr id="772" name="Google Shape;772;p19"/>
            <p:cNvGrpSpPr/>
            <p:nvPr/>
          </p:nvGrpSpPr>
          <p:grpSpPr>
            <a:xfrm>
              <a:off x="4619858" y="-154439"/>
              <a:ext cx="916824" cy="700199"/>
              <a:chOff x="4619858" y="-154439"/>
              <a:chExt cx="916824" cy="700199"/>
            </a:xfrm>
          </p:grpSpPr>
          <p:sp>
            <p:nvSpPr>
              <p:cNvPr id="773" name="Google Shape;773;p19"/>
              <p:cNvSpPr/>
              <p:nvPr/>
            </p:nvSpPr>
            <p:spPr>
              <a:xfrm>
                <a:off x="4823308" y="126723"/>
                <a:ext cx="483874" cy="419037"/>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19"/>
              <p:cNvSpPr/>
              <p:nvPr/>
            </p:nvSpPr>
            <p:spPr>
              <a:xfrm>
                <a:off x="4619858" y="-114577"/>
                <a:ext cx="483874" cy="419037"/>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19"/>
              <p:cNvSpPr/>
              <p:nvPr/>
            </p:nvSpPr>
            <p:spPr>
              <a:xfrm>
                <a:off x="5052808" y="-154439"/>
                <a:ext cx="483874" cy="419037"/>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776" name="Google Shape;776;p19"/>
            <p:cNvPicPr preferRelativeResize="0"/>
            <p:nvPr/>
          </p:nvPicPr>
          <p:blipFill rotWithShape="1">
            <a:blip r:embed="rId2">
              <a:alphaModFix/>
            </a:blip>
            <a:srcRect b="26177" l="16960" r="7121" t="24718"/>
            <a:stretch/>
          </p:blipFill>
          <p:spPr>
            <a:xfrm>
              <a:off x="5904350" y="-1546637"/>
              <a:ext cx="4197251" cy="3203424"/>
            </a:xfrm>
            <a:prstGeom prst="rect">
              <a:avLst/>
            </a:prstGeom>
            <a:noFill/>
            <a:ln>
              <a:noFill/>
            </a:ln>
          </p:spPr>
        </p:pic>
        <p:sp>
          <p:nvSpPr>
            <p:cNvPr id="777" name="Google Shape;777;p19"/>
            <p:cNvSpPr/>
            <p:nvPr/>
          </p:nvSpPr>
          <p:spPr>
            <a:xfrm rot="-5400000">
              <a:off x="5282845" y="-1058949"/>
              <a:ext cx="981776" cy="2307791"/>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19"/>
            <p:cNvSpPr/>
            <p:nvPr/>
          </p:nvSpPr>
          <p:spPr>
            <a:xfrm rot="-5400000">
              <a:off x="5282230" y="-899603"/>
              <a:ext cx="981776" cy="2307791"/>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6"/>
                  </a:srgbClr>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79" name="Google Shape;779;p19"/>
            <p:cNvGrpSpPr/>
            <p:nvPr/>
          </p:nvGrpSpPr>
          <p:grpSpPr>
            <a:xfrm rot="10800000">
              <a:off x="8323180" y="210225"/>
              <a:ext cx="1493503" cy="88125"/>
              <a:chOff x="124624" y="4953514"/>
              <a:chExt cx="1137387" cy="88142"/>
            </a:xfrm>
          </p:grpSpPr>
          <p:sp>
            <p:nvSpPr>
              <p:cNvPr id="780" name="Google Shape;780;p19"/>
              <p:cNvSpPr/>
              <p:nvPr/>
            </p:nvSpPr>
            <p:spPr>
              <a:xfrm rot="5400000">
                <a:off x="687043" y="4391096"/>
                <a:ext cx="12551" cy="1137387"/>
              </a:xfrm>
              <a:custGeom>
                <a:rect b="b" l="l" r="r" t="t"/>
                <a:pathLst>
                  <a:path extrusionOk="0" h="27731" w="306">
                    <a:moveTo>
                      <a:pt x="1" y="1"/>
                    </a:moveTo>
                    <a:lnTo>
                      <a:pt x="1"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19"/>
              <p:cNvSpPr/>
              <p:nvPr/>
            </p:nvSpPr>
            <p:spPr>
              <a:xfrm rot="5400000">
                <a:off x="687063" y="4466709"/>
                <a:ext cx="12510" cy="1137387"/>
              </a:xfrm>
              <a:custGeom>
                <a:rect b="b" l="l" r="r" t="t"/>
                <a:pathLst>
                  <a:path extrusionOk="0" h="27731" w="305">
                    <a:moveTo>
                      <a:pt x="0" y="1"/>
                    </a:moveTo>
                    <a:lnTo>
                      <a:pt x="0"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82" name="Google Shape;782;p19"/>
            <p:cNvGrpSpPr/>
            <p:nvPr/>
          </p:nvGrpSpPr>
          <p:grpSpPr>
            <a:xfrm>
              <a:off x="4619231" y="-32636"/>
              <a:ext cx="254987" cy="255131"/>
              <a:chOff x="3678700" y="407275"/>
              <a:chExt cx="708100" cy="708500"/>
            </a:xfrm>
          </p:grpSpPr>
          <p:sp>
            <p:nvSpPr>
              <p:cNvPr id="783" name="Google Shape;783;p19"/>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19"/>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19"/>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19"/>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19"/>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19"/>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19"/>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90" name="Google Shape;790;p19"/>
            <p:cNvGrpSpPr/>
            <p:nvPr/>
          </p:nvGrpSpPr>
          <p:grpSpPr>
            <a:xfrm>
              <a:off x="4521806" y="126714"/>
              <a:ext cx="254987" cy="255131"/>
              <a:chOff x="3678700" y="407275"/>
              <a:chExt cx="708100" cy="708500"/>
            </a:xfrm>
          </p:grpSpPr>
          <p:sp>
            <p:nvSpPr>
              <p:cNvPr id="791" name="Google Shape;791;p19"/>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19"/>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19"/>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19"/>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19"/>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19"/>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19"/>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798" name="Shape 798"/>
        <p:cNvGrpSpPr/>
        <p:nvPr/>
      </p:nvGrpSpPr>
      <p:grpSpPr>
        <a:xfrm>
          <a:off x="0" y="0"/>
          <a:ext cx="0" cy="0"/>
          <a:chOff x="0" y="0"/>
          <a:chExt cx="0" cy="0"/>
        </a:xfrm>
      </p:grpSpPr>
      <p:sp>
        <p:nvSpPr>
          <p:cNvPr id="799" name="Google Shape;799;p20"/>
          <p:cNvSpPr txBox="1"/>
          <p:nvPr>
            <p:ph type="title"/>
          </p:nvPr>
        </p:nvSpPr>
        <p:spPr>
          <a:xfrm>
            <a:off x="720000" y="1565925"/>
            <a:ext cx="2799000" cy="7608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800" name="Google Shape;800;p20"/>
          <p:cNvSpPr txBox="1"/>
          <p:nvPr>
            <p:ph idx="1" type="subTitle"/>
          </p:nvPr>
        </p:nvSpPr>
        <p:spPr>
          <a:xfrm>
            <a:off x="720000" y="2326750"/>
            <a:ext cx="2799000" cy="11256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801" name="Google Shape;801;p20"/>
          <p:cNvGrpSpPr/>
          <p:nvPr/>
        </p:nvGrpSpPr>
        <p:grpSpPr>
          <a:xfrm>
            <a:off x="-1623735" y="2499757"/>
            <a:ext cx="5119205" cy="4373890"/>
            <a:chOff x="-1547535" y="2499757"/>
            <a:chExt cx="5119205" cy="4373890"/>
          </a:xfrm>
        </p:grpSpPr>
        <p:pic>
          <p:nvPicPr>
            <p:cNvPr id="802" name="Google Shape;802;p20"/>
            <p:cNvPicPr preferRelativeResize="0"/>
            <p:nvPr/>
          </p:nvPicPr>
          <p:blipFill rotWithShape="1">
            <a:blip r:embed="rId2">
              <a:alphaModFix/>
            </a:blip>
            <a:srcRect b="26177" l="16960" r="7121" t="24718"/>
            <a:stretch/>
          </p:blipFill>
          <p:spPr>
            <a:xfrm rot="-5400000">
              <a:off x="-1751185" y="3417285"/>
              <a:ext cx="3920501" cy="2992224"/>
            </a:xfrm>
            <a:prstGeom prst="rect">
              <a:avLst/>
            </a:prstGeom>
            <a:noFill/>
            <a:ln>
              <a:noFill/>
            </a:ln>
          </p:spPr>
        </p:pic>
        <p:grpSp>
          <p:nvGrpSpPr>
            <p:cNvPr id="803" name="Google Shape;803;p20"/>
            <p:cNvGrpSpPr/>
            <p:nvPr/>
          </p:nvGrpSpPr>
          <p:grpSpPr>
            <a:xfrm rot="-5400000">
              <a:off x="123777" y="4587830"/>
              <a:ext cx="480890" cy="481200"/>
              <a:chOff x="959750" y="3039275"/>
              <a:chExt cx="582050" cy="582425"/>
            </a:xfrm>
          </p:grpSpPr>
          <p:sp>
            <p:nvSpPr>
              <p:cNvPr id="804" name="Google Shape;804;p20"/>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20"/>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20"/>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20"/>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20"/>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20"/>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20"/>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11" name="Google Shape;811;p20"/>
            <p:cNvGrpSpPr/>
            <p:nvPr/>
          </p:nvGrpSpPr>
          <p:grpSpPr>
            <a:xfrm rot="-5400000">
              <a:off x="-564590" y="2079321"/>
              <a:ext cx="3153315" cy="5119205"/>
              <a:chOff x="6643701" y="816087"/>
              <a:chExt cx="3153315" cy="5119205"/>
            </a:xfrm>
          </p:grpSpPr>
          <p:sp>
            <p:nvSpPr>
              <p:cNvPr id="812" name="Google Shape;812;p20"/>
              <p:cNvSpPr/>
              <p:nvPr/>
            </p:nvSpPr>
            <p:spPr>
              <a:xfrm>
                <a:off x="6643701" y="816087"/>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13" name="Google Shape;813;p20"/>
              <p:cNvGrpSpPr/>
              <p:nvPr/>
            </p:nvGrpSpPr>
            <p:grpSpPr>
              <a:xfrm>
                <a:off x="8062611" y="3503222"/>
                <a:ext cx="134004" cy="134004"/>
                <a:chOff x="8356813" y="1074288"/>
                <a:chExt cx="351900" cy="351900"/>
              </a:xfrm>
            </p:grpSpPr>
            <p:sp>
              <p:nvSpPr>
                <p:cNvPr id="814" name="Google Shape;814;p20"/>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20"/>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16" name="Google Shape;816;p20"/>
              <p:cNvGrpSpPr/>
              <p:nvPr/>
            </p:nvGrpSpPr>
            <p:grpSpPr>
              <a:xfrm>
                <a:off x="7678536" y="3129397"/>
                <a:ext cx="134004" cy="134004"/>
                <a:chOff x="8356813" y="1074288"/>
                <a:chExt cx="351900" cy="351900"/>
              </a:xfrm>
            </p:grpSpPr>
            <p:sp>
              <p:nvSpPr>
                <p:cNvPr id="817" name="Google Shape;817;p20"/>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20"/>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19" name="Google Shape;819;p20"/>
              <p:cNvGrpSpPr/>
              <p:nvPr/>
            </p:nvGrpSpPr>
            <p:grpSpPr>
              <a:xfrm>
                <a:off x="8671986" y="2443197"/>
                <a:ext cx="134004" cy="134004"/>
                <a:chOff x="8356813" y="1074288"/>
                <a:chExt cx="351900" cy="351900"/>
              </a:xfrm>
            </p:grpSpPr>
            <p:sp>
              <p:nvSpPr>
                <p:cNvPr id="820" name="Google Shape;820;p20"/>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20"/>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22" name="Google Shape;822;p20"/>
            <p:cNvSpPr/>
            <p:nvPr/>
          </p:nvSpPr>
          <p:spPr>
            <a:xfrm>
              <a:off x="-630272" y="2499757"/>
              <a:ext cx="1031181" cy="275218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23" name="Google Shape;823;p20"/>
            <p:cNvGrpSpPr/>
            <p:nvPr/>
          </p:nvGrpSpPr>
          <p:grpSpPr>
            <a:xfrm rot="-5400000">
              <a:off x="99300" y="3411735"/>
              <a:ext cx="88151" cy="2151709"/>
              <a:chOff x="3054755" y="4367024"/>
              <a:chExt cx="88142" cy="1137387"/>
            </a:xfrm>
          </p:grpSpPr>
          <p:sp>
            <p:nvSpPr>
              <p:cNvPr id="824" name="Google Shape;824;p20"/>
              <p:cNvSpPr/>
              <p:nvPr/>
            </p:nvSpPr>
            <p:spPr>
              <a:xfrm>
                <a:off x="3054755" y="4367024"/>
                <a:ext cx="12551" cy="1137387"/>
              </a:xfrm>
              <a:custGeom>
                <a:rect b="b" l="l" r="r" t="t"/>
                <a:pathLst>
                  <a:path extrusionOk="0" h="27731" w="306">
                    <a:moveTo>
                      <a:pt x="1" y="1"/>
                    </a:moveTo>
                    <a:lnTo>
                      <a:pt x="1"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20"/>
              <p:cNvSpPr/>
              <p:nvPr/>
            </p:nvSpPr>
            <p:spPr>
              <a:xfrm>
                <a:off x="3130388" y="4367024"/>
                <a:ext cx="12510" cy="1137387"/>
              </a:xfrm>
              <a:custGeom>
                <a:rect b="b" l="l" r="r" t="t"/>
                <a:pathLst>
                  <a:path extrusionOk="0" h="27731" w="305">
                    <a:moveTo>
                      <a:pt x="0" y="1"/>
                    </a:moveTo>
                    <a:lnTo>
                      <a:pt x="0"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26" name="Google Shape;826;p20"/>
            <p:cNvGrpSpPr/>
            <p:nvPr/>
          </p:nvGrpSpPr>
          <p:grpSpPr>
            <a:xfrm rot="-5400000">
              <a:off x="-28713" y="3651410"/>
              <a:ext cx="88151" cy="2151709"/>
              <a:chOff x="3054755" y="4367024"/>
              <a:chExt cx="88142" cy="1137387"/>
            </a:xfrm>
          </p:grpSpPr>
          <p:sp>
            <p:nvSpPr>
              <p:cNvPr id="827" name="Google Shape;827;p20"/>
              <p:cNvSpPr/>
              <p:nvPr/>
            </p:nvSpPr>
            <p:spPr>
              <a:xfrm>
                <a:off x="3054755" y="4367024"/>
                <a:ext cx="12551" cy="1137387"/>
              </a:xfrm>
              <a:custGeom>
                <a:rect b="b" l="l" r="r" t="t"/>
                <a:pathLst>
                  <a:path extrusionOk="0" h="27731" w="306">
                    <a:moveTo>
                      <a:pt x="1" y="1"/>
                    </a:moveTo>
                    <a:lnTo>
                      <a:pt x="1" y="27730"/>
                    </a:lnTo>
                    <a:lnTo>
                      <a:pt x="305" y="27730"/>
                    </a:lnTo>
                    <a:lnTo>
                      <a:pt x="305" y="1"/>
                    </a:lnTo>
                    <a:close/>
                  </a:path>
                </a:pathLst>
              </a:custGeom>
              <a:gradFill>
                <a:gsLst>
                  <a:gs pos="0">
                    <a:schemeClr val="lt2">
                      <a:alpha val="46820"/>
                    </a:schemeClr>
                  </a:gs>
                  <a:gs pos="40000">
                    <a:srgbClr val="FF9900">
                      <a:alpha val="40784"/>
                      <a:alpha val="46820"/>
                    </a:srgbClr>
                  </a:gs>
                  <a:gs pos="100000">
                    <a:srgbClr val="FFFFFF">
                      <a:alpha val="0"/>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20"/>
              <p:cNvSpPr/>
              <p:nvPr/>
            </p:nvSpPr>
            <p:spPr>
              <a:xfrm>
                <a:off x="3130388" y="4367024"/>
                <a:ext cx="12510" cy="1137387"/>
              </a:xfrm>
              <a:custGeom>
                <a:rect b="b" l="l" r="r" t="t"/>
                <a:pathLst>
                  <a:path extrusionOk="0" h="27731" w="305">
                    <a:moveTo>
                      <a:pt x="0" y="1"/>
                    </a:moveTo>
                    <a:lnTo>
                      <a:pt x="0" y="27730"/>
                    </a:lnTo>
                    <a:lnTo>
                      <a:pt x="305" y="27730"/>
                    </a:lnTo>
                    <a:lnTo>
                      <a:pt x="305" y="1"/>
                    </a:lnTo>
                    <a:close/>
                  </a:path>
                </a:pathLst>
              </a:custGeom>
              <a:gradFill>
                <a:gsLst>
                  <a:gs pos="0">
                    <a:schemeClr val="lt2">
                      <a:alpha val="46820"/>
                    </a:schemeClr>
                  </a:gs>
                  <a:gs pos="40000">
                    <a:srgbClr val="FF9900">
                      <a:alpha val="40784"/>
                      <a:alpha val="46820"/>
                    </a:srgbClr>
                  </a:gs>
                  <a:gs pos="100000">
                    <a:srgbClr val="FFFFFF">
                      <a:alpha val="0"/>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829" name="Google Shape;829;p20"/>
          <p:cNvGrpSpPr/>
          <p:nvPr/>
        </p:nvGrpSpPr>
        <p:grpSpPr>
          <a:xfrm rot="-5400000">
            <a:off x="7274810" y="-1067450"/>
            <a:ext cx="3920501" cy="3213899"/>
            <a:chOff x="6643710" y="2822113"/>
            <a:chExt cx="3920501" cy="3213899"/>
          </a:xfrm>
        </p:grpSpPr>
        <p:pic>
          <p:nvPicPr>
            <p:cNvPr id="830" name="Google Shape;830;p20"/>
            <p:cNvPicPr preferRelativeResize="0"/>
            <p:nvPr/>
          </p:nvPicPr>
          <p:blipFill rotWithShape="1">
            <a:blip r:embed="rId2">
              <a:alphaModFix/>
            </a:blip>
            <a:srcRect b="26177" l="16960" r="7121" t="24718"/>
            <a:stretch/>
          </p:blipFill>
          <p:spPr>
            <a:xfrm>
              <a:off x="6643710" y="3043787"/>
              <a:ext cx="3920501" cy="2992224"/>
            </a:xfrm>
            <a:prstGeom prst="rect">
              <a:avLst/>
            </a:prstGeom>
            <a:noFill/>
            <a:ln>
              <a:noFill/>
            </a:ln>
          </p:spPr>
        </p:pic>
        <p:sp>
          <p:nvSpPr>
            <p:cNvPr id="831" name="Google Shape;831;p20"/>
            <p:cNvSpPr/>
            <p:nvPr/>
          </p:nvSpPr>
          <p:spPr>
            <a:xfrm rot="10800000">
              <a:off x="7869624" y="2920269"/>
              <a:ext cx="981776" cy="2307791"/>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20"/>
            <p:cNvSpPr/>
            <p:nvPr/>
          </p:nvSpPr>
          <p:spPr>
            <a:xfrm rot="10800000">
              <a:off x="8028970" y="2920884"/>
              <a:ext cx="981776" cy="2307791"/>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20"/>
            <p:cNvSpPr/>
            <p:nvPr/>
          </p:nvSpPr>
          <p:spPr>
            <a:xfrm>
              <a:off x="8764950" y="2822113"/>
              <a:ext cx="480893" cy="475828"/>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34" name="Google Shape;834;p20"/>
            <p:cNvGrpSpPr/>
            <p:nvPr/>
          </p:nvGrpSpPr>
          <p:grpSpPr>
            <a:xfrm>
              <a:off x="8671987" y="3471620"/>
              <a:ext cx="699928" cy="1651024"/>
              <a:chOff x="8337812" y="3492483"/>
              <a:chExt cx="699928" cy="1651024"/>
            </a:xfrm>
          </p:grpSpPr>
          <p:sp>
            <p:nvSpPr>
              <p:cNvPr id="835" name="Google Shape;835;p20"/>
              <p:cNvSpPr/>
              <p:nvPr/>
            </p:nvSpPr>
            <p:spPr>
              <a:xfrm>
                <a:off x="8337812" y="3492483"/>
                <a:ext cx="483116" cy="1013645"/>
              </a:xfrm>
              <a:custGeom>
                <a:rect b="b" l="l" r="r" t="t"/>
                <a:pathLst>
                  <a:path extrusionOk="0" h="24714" w="11779">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4"/>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20"/>
              <p:cNvSpPr/>
              <p:nvPr/>
            </p:nvSpPr>
            <p:spPr>
              <a:xfrm>
                <a:off x="8698380" y="3916789"/>
                <a:ext cx="246869" cy="1226718"/>
              </a:xfrm>
              <a:custGeom>
                <a:rect b="b" l="l" r="r" t="t"/>
                <a:pathLst>
                  <a:path extrusionOk="0" h="29909" w="6019">
                    <a:moveTo>
                      <a:pt x="1" y="1"/>
                    </a:moveTo>
                    <a:lnTo>
                      <a:pt x="1" y="306"/>
                    </a:lnTo>
                    <a:lnTo>
                      <a:pt x="5699" y="306"/>
                    </a:lnTo>
                    <a:lnTo>
                      <a:pt x="5699"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20"/>
              <p:cNvSpPr/>
              <p:nvPr/>
            </p:nvSpPr>
            <p:spPr>
              <a:xfrm>
                <a:off x="8790871" y="3823684"/>
                <a:ext cx="246869" cy="1226718"/>
              </a:xfrm>
              <a:custGeom>
                <a:rect b="b" l="l" r="r" t="t"/>
                <a:pathLst>
                  <a:path extrusionOk="0" h="29909" w="6019">
                    <a:moveTo>
                      <a:pt x="1" y="1"/>
                    </a:moveTo>
                    <a:lnTo>
                      <a:pt x="1" y="305"/>
                    </a:lnTo>
                    <a:lnTo>
                      <a:pt x="5714" y="305"/>
                    </a:lnTo>
                    <a:lnTo>
                      <a:pt x="5714"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38" name="Google Shape;838;p20"/>
            <p:cNvGrpSpPr/>
            <p:nvPr/>
          </p:nvGrpSpPr>
          <p:grpSpPr>
            <a:xfrm>
              <a:off x="8279400" y="4281138"/>
              <a:ext cx="904666" cy="726121"/>
              <a:chOff x="7945225" y="4302000"/>
              <a:chExt cx="904666" cy="726121"/>
            </a:xfrm>
          </p:grpSpPr>
          <p:sp>
            <p:nvSpPr>
              <p:cNvPr id="839" name="Google Shape;839;p20"/>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20"/>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20"/>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spTree>
      <p:nvGrpSpPr>
        <p:cNvPr id="842" name="Shape 842"/>
        <p:cNvGrpSpPr/>
        <p:nvPr/>
      </p:nvGrpSpPr>
      <p:grpSpPr>
        <a:xfrm>
          <a:off x="0" y="0"/>
          <a:ext cx="0" cy="0"/>
          <a:chOff x="0" y="0"/>
          <a:chExt cx="0" cy="0"/>
        </a:xfrm>
      </p:grpSpPr>
      <p:sp>
        <p:nvSpPr>
          <p:cNvPr id="843" name="Google Shape;843;p2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844" name="Google Shape;844;p21"/>
          <p:cNvSpPr txBox="1"/>
          <p:nvPr>
            <p:ph idx="1" type="body"/>
          </p:nvPr>
        </p:nvSpPr>
        <p:spPr>
          <a:xfrm>
            <a:off x="720000" y="1139550"/>
            <a:ext cx="4528500" cy="6978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Clr>
                <a:srgbClr val="434343"/>
              </a:buClr>
              <a:buSzPts val="1200"/>
              <a:buAutoNum type="arabicPeriod"/>
              <a:defRPr/>
            </a:lvl1pPr>
            <a:lvl2pPr indent="-304800" lvl="1" marL="914400" rtl="0">
              <a:lnSpc>
                <a:spcPct val="115000"/>
              </a:lnSpc>
              <a:spcBef>
                <a:spcPts val="0"/>
              </a:spcBef>
              <a:spcAft>
                <a:spcPts val="0"/>
              </a:spcAft>
              <a:buClr>
                <a:srgbClr val="434343"/>
              </a:buClr>
              <a:buSzPts val="1200"/>
              <a:buFont typeface="Roboto Condensed Light"/>
              <a:buAutoNum type="alphaLcPeriod"/>
              <a:defRPr>
                <a:solidFill>
                  <a:srgbClr val="434343"/>
                </a:solidFill>
              </a:defRPr>
            </a:lvl2pPr>
            <a:lvl3pPr indent="-304800" lvl="2" marL="1371600" rtl="0">
              <a:lnSpc>
                <a:spcPct val="115000"/>
              </a:lnSpc>
              <a:spcBef>
                <a:spcPts val="0"/>
              </a:spcBef>
              <a:spcAft>
                <a:spcPts val="0"/>
              </a:spcAft>
              <a:buClr>
                <a:srgbClr val="434343"/>
              </a:buClr>
              <a:buSzPts val="1200"/>
              <a:buFont typeface="Roboto Condensed Light"/>
              <a:buAutoNum type="romanLcPeriod"/>
              <a:defRPr>
                <a:solidFill>
                  <a:srgbClr val="434343"/>
                </a:solidFill>
              </a:defRPr>
            </a:lvl3pPr>
            <a:lvl4pPr indent="-304800" lvl="3" marL="1828800" rtl="0">
              <a:lnSpc>
                <a:spcPct val="115000"/>
              </a:lnSpc>
              <a:spcBef>
                <a:spcPts val="0"/>
              </a:spcBef>
              <a:spcAft>
                <a:spcPts val="0"/>
              </a:spcAft>
              <a:buClr>
                <a:srgbClr val="434343"/>
              </a:buClr>
              <a:buSzPts val="1200"/>
              <a:buFont typeface="Roboto Condensed Light"/>
              <a:buAutoNum type="arabicPeriod"/>
              <a:defRPr>
                <a:solidFill>
                  <a:srgbClr val="434343"/>
                </a:solidFill>
              </a:defRPr>
            </a:lvl4pPr>
            <a:lvl5pPr indent="-304800" lvl="4" marL="2286000" rtl="0">
              <a:lnSpc>
                <a:spcPct val="115000"/>
              </a:lnSpc>
              <a:spcBef>
                <a:spcPts val="0"/>
              </a:spcBef>
              <a:spcAft>
                <a:spcPts val="0"/>
              </a:spcAft>
              <a:buClr>
                <a:srgbClr val="434343"/>
              </a:buClr>
              <a:buSzPts val="1200"/>
              <a:buFont typeface="Roboto Condensed Light"/>
              <a:buAutoNum type="alphaLcPeriod"/>
              <a:defRPr>
                <a:solidFill>
                  <a:srgbClr val="434343"/>
                </a:solidFill>
              </a:defRPr>
            </a:lvl5pPr>
            <a:lvl6pPr indent="-304800" lvl="5" marL="2743200" rtl="0">
              <a:lnSpc>
                <a:spcPct val="115000"/>
              </a:lnSpc>
              <a:spcBef>
                <a:spcPts val="0"/>
              </a:spcBef>
              <a:spcAft>
                <a:spcPts val="0"/>
              </a:spcAft>
              <a:buClr>
                <a:srgbClr val="434343"/>
              </a:buClr>
              <a:buSzPts val="1200"/>
              <a:buFont typeface="Roboto Condensed Light"/>
              <a:buAutoNum type="romanLcPeriod"/>
              <a:defRPr>
                <a:solidFill>
                  <a:srgbClr val="434343"/>
                </a:solidFill>
              </a:defRPr>
            </a:lvl6pPr>
            <a:lvl7pPr indent="-304800" lvl="6" marL="3200400" rtl="0">
              <a:lnSpc>
                <a:spcPct val="115000"/>
              </a:lnSpc>
              <a:spcBef>
                <a:spcPts val="0"/>
              </a:spcBef>
              <a:spcAft>
                <a:spcPts val="0"/>
              </a:spcAft>
              <a:buClr>
                <a:srgbClr val="434343"/>
              </a:buClr>
              <a:buSzPts val="1200"/>
              <a:buFont typeface="Roboto Condensed Light"/>
              <a:buAutoNum type="arabicPeriod"/>
              <a:defRPr>
                <a:solidFill>
                  <a:srgbClr val="434343"/>
                </a:solidFill>
              </a:defRPr>
            </a:lvl7pPr>
            <a:lvl8pPr indent="-304800" lvl="7" marL="3657600" rtl="0">
              <a:lnSpc>
                <a:spcPct val="115000"/>
              </a:lnSpc>
              <a:spcBef>
                <a:spcPts val="0"/>
              </a:spcBef>
              <a:spcAft>
                <a:spcPts val="0"/>
              </a:spcAft>
              <a:buClr>
                <a:srgbClr val="434343"/>
              </a:buClr>
              <a:buSzPts val="1200"/>
              <a:buFont typeface="Roboto Condensed Light"/>
              <a:buAutoNum type="alphaLcPeriod"/>
              <a:defRPr>
                <a:solidFill>
                  <a:srgbClr val="434343"/>
                </a:solidFill>
              </a:defRPr>
            </a:lvl8pPr>
            <a:lvl9pPr indent="-304800" lvl="8" marL="4114800" rtl="0">
              <a:lnSpc>
                <a:spcPct val="115000"/>
              </a:lnSpc>
              <a:spcBef>
                <a:spcPts val="0"/>
              </a:spcBef>
              <a:spcAft>
                <a:spcPts val="0"/>
              </a:spcAft>
              <a:buClr>
                <a:srgbClr val="434343"/>
              </a:buClr>
              <a:buSzPts val="1200"/>
              <a:buFont typeface="Roboto Condensed Light"/>
              <a:buAutoNum type="romanLcPeriod"/>
              <a:defRPr>
                <a:solidFill>
                  <a:srgbClr val="434343"/>
                </a:solidFill>
              </a:defRPr>
            </a:lvl9pPr>
          </a:lstStyle>
          <a:p/>
        </p:txBody>
      </p:sp>
      <p:grpSp>
        <p:nvGrpSpPr>
          <p:cNvPr id="845" name="Google Shape;845;p21"/>
          <p:cNvGrpSpPr/>
          <p:nvPr/>
        </p:nvGrpSpPr>
        <p:grpSpPr>
          <a:xfrm>
            <a:off x="6846993" y="-1382193"/>
            <a:ext cx="4230595" cy="4230595"/>
            <a:chOff x="6597168" y="-1305993"/>
            <a:chExt cx="4230595" cy="4230595"/>
          </a:xfrm>
        </p:grpSpPr>
        <p:sp>
          <p:nvSpPr>
            <p:cNvPr id="846" name="Google Shape;846;p21"/>
            <p:cNvSpPr/>
            <p:nvPr/>
          </p:nvSpPr>
          <p:spPr>
            <a:xfrm flipH="1" rot="-8100000">
              <a:off x="7249845" y="-719557"/>
              <a:ext cx="2925242" cy="3057723"/>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21"/>
            <p:cNvSpPr/>
            <p:nvPr/>
          </p:nvSpPr>
          <p:spPr>
            <a:xfrm>
              <a:off x="8355611" y="-292048"/>
              <a:ext cx="577450" cy="1974708"/>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21"/>
            <p:cNvSpPr/>
            <p:nvPr/>
          </p:nvSpPr>
          <p:spPr>
            <a:xfrm>
              <a:off x="8608100" y="70376"/>
              <a:ext cx="687411" cy="2086997"/>
            </a:xfrm>
            <a:custGeom>
              <a:rect b="b" l="l" r="r" t="t"/>
              <a:pathLst>
                <a:path extrusionOk="0" h="43180" w="1676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49" name="Google Shape;849;p21"/>
            <p:cNvGrpSpPr/>
            <p:nvPr/>
          </p:nvGrpSpPr>
          <p:grpSpPr>
            <a:xfrm>
              <a:off x="8449011" y="1244697"/>
              <a:ext cx="134100" cy="134100"/>
              <a:chOff x="-1999139" y="3143772"/>
              <a:chExt cx="134100" cy="134100"/>
            </a:xfrm>
          </p:grpSpPr>
          <p:sp>
            <p:nvSpPr>
              <p:cNvPr id="850" name="Google Shape;850;p21"/>
              <p:cNvSpPr/>
              <p:nvPr/>
            </p:nvSpPr>
            <p:spPr>
              <a:xfrm>
                <a:off x="-1999139" y="3143772"/>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21"/>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52" name="Google Shape;852;p21"/>
            <p:cNvGrpSpPr/>
            <p:nvPr/>
          </p:nvGrpSpPr>
          <p:grpSpPr>
            <a:xfrm>
              <a:off x="8577286" y="2178484"/>
              <a:ext cx="134100" cy="134100"/>
              <a:chOff x="-1999139" y="3143772"/>
              <a:chExt cx="134100" cy="134100"/>
            </a:xfrm>
          </p:grpSpPr>
          <p:sp>
            <p:nvSpPr>
              <p:cNvPr id="853" name="Google Shape;853;p21"/>
              <p:cNvSpPr/>
              <p:nvPr/>
            </p:nvSpPr>
            <p:spPr>
              <a:xfrm>
                <a:off x="-1999139" y="3143772"/>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21"/>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55" name="Google Shape;855;p21"/>
            <p:cNvGrpSpPr/>
            <p:nvPr/>
          </p:nvGrpSpPr>
          <p:grpSpPr>
            <a:xfrm>
              <a:off x="8526386" y="311022"/>
              <a:ext cx="134004" cy="134004"/>
              <a:chOff x="8356813" y="1074288"/>
              <a:chExt cx="351900" cy="351900"/>
            </a:xfrm>
          </p:grpSpPr>
          <p:sp>
            <p:nvSpPr>
              <p:cNvPr id="856" name="Google Shape;856;p21"/>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21"/>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858" name="Google Shape;858;p21"/>
            <p:cNvPicPr preferRelativeResize="0"/>
            <p:nvPr/>
          </p:nvPicPr>
          <p:blipFill rotWithShape="1">
            <a:blip r:embed="rId2">
              <a:alphaModFix/>
            </a:blip>
            <a:srcRect b="26177" l="16960" r="7121" t="24718"/>
            <a:stretch/>
          </p:blipFill>
          <p:spPr>
            <a:xfrm>
              <a:off x="6929350" y="-1036475"/>
              <a:ext cx="2441950" cy="1863749"/>
            </a:xfrm>
            <a:prstGeom prst="rect">
              <a:avLst/>
            </a:prstGeom>
            <a:noFill/>
            <a:ln>
              <a:noFill/>
            </a:ln>
          </p:spPr>
        </p:pic>
      </p:grpSp>
      <p:grpSp>
        <p:nvGrpSpPr>
          <p:cNvPr id="859" name="Google Shape;859;p21"/>
          <p:cNvGrpSpPr/>
          <p:nvPr/>
        </p:nvGrpSpPr>
        <p:grpSpPr>
          <a:xfrm rot="5400000">
            <a:off x="-1981527" y="1924690"/>
            <a:ext cx="6191222" cy="6191222"/>
            <a:chOff x="-2825827" y="1271890"/>
            <a:chExt cx="6191222" cy="6191222"/>
          </a:xfrm>
        </p:grpSpPr>
        <p:pic>
          <p:nvPicPr>
            <p:cNvPr id="860" name="Google Shape;860;p21"/>
            <p:cNvPicPr preferRelativeResize="0"/>
            <p:nvPr/>
          </p:nvPicPr>
          <p:blipFill rotWithShape="1">
            <a:blip r:embed="rId2">
              <a:alphaModFix/>
            </a:blip>
            <a:srcRect b="26177" l="16960" r="7121" t="24718"/>
            <a:stretch/>
          </p:blipFill>
          <p:spPr>
            <a:xfrm>
              <a:off x="-680950" y="3866725"/>
              <a:ext cx="2441950" cy="1863749"/>
            </a:xfrm>
            <a:prstGeom prst="rect">
              <a:avLst/>
            </a:prstGeom>
            <a:noFill/>
            <a:ln>
              <a:noFill/>
            </a:ln>
          </p:spPr>
        </p:pic>
        <p:grpSp>
          <p:nvGrpSpPr>
            <p:cNvPr id="861" name="Google Shape;861;p21"/>
            <p:cNvGrpSpPr/>
            <p:nvPr/>
          </p:nvGrpSpPr>
          <p:grpSpPr>
            <a:xfrm>
              <a:off x="-2825827" y="1271890"/>
              <a:ext cx="6191222" cy="6191222"/>
              <a:chOff x="-2825827" y="1271890"/>
              <a:chExt cx="6191222" cy="6191222"/>
            </a:xfrm>
          </p:grpSpPr>
          <p:sp>
            <p:nvSpPr>
              <p:cNvPr id="862" name="Google Shape;862;p21"/>
              <p:cNvSpPr/>
              <p:nvPr/>
            </p:nvSpPr>
            <p:spPr>
              <a:xfrm flipH="1" rot="2700000">
                <a:off x="-1733384" y="1992813"/>
                <a:ext cx="4006334" cy="4749375"/>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21"/>
              <p:cNvSpPr/>
              <p:nvPr/>
            </p:nvSpPr>
            <p:spPr>
              <a:xfrm flipH="1" rot="2700000">
                <a:off x="-1192832" y="2500186"/>
                <a:ext cx="2925242" cy="3057723"/>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64" name="Google Shape;864;p21"/>
              <p:cNvGrpSpPr/>
              <p:nvPr/>
            </p:nvGrpSpPr>
            <p:grpSpPr>
              <a:xfrm rot="10800000">
                <a:off x="384881" y="3042905"/>
                <a:ext cx="134100" cy="134100"/>
                <a:chOff x="-1999139" y="3143772"/>
                <a:chExt cx="134100" cy="134100"/>
              </a:xfrm>
            </p:grpSpPr>
            <p:sp>
              <p:nvSpPr>
                <p:cNvPr id="865" name="Google Shape;865;p21"/>
                <p:cNvSpPr/>
                <p:nvPr/>
              </p:nvSpPr>
              <p:spPr>
                <a:xfrm>
                  <a:off x="-1999139" y="3143772"/>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21"/>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67" name="Google Shape;867;p21"/>
              <p:cNvGrpSpPr/>
              <p:nvPr/>
            </p:nvGrpSpPr>
            <p:grpSpPr>
              <a:xfrm rot="10800000">
                <a:off x="146106" y="3710980"/>
                <a:ext cx="134100" cy="134100"/>
                <a:chOff x="-1999139" y="3143772"/>
                <a:chExt cx="134100" cy="134100"/>
              </a:xfrm>
            </p:grpSpPr>
            <p:sp>
              <p:nvSpPr>
                <p:cNvPr id="868" name="Google Shape;868;p21"/>
                <p:cNvSpPr/>
                <p:nvPr/>
              </p:nvSpPr>
              <p:spPr>
                <a:xfrm>
                  <a:off x="-1999139" y="3143772"/>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21"/>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70" name="Google Shape;870;p21"/>
              <p:cNvGrpSpPr/>
              <p:nvPr/>
            </p:nvGrpSpPr>
            <p:grpSpPr>
              <a:xfrm>
                <a:off x="-102297" y="3780153"/>
                <a:ext cx="939901" cy="2449421"/>
                <a:chOff x="-102297" y="3780153"/>
                <a:chExt cx="939901" cy="2449421"/>
              </a:xfrm>
            </p:grpSpPr>
            <p:sp>
              <p:nvSpPr>
                <p:cNvPr id="871" name="Google Shape;871;p21"/>
                <p:cNvSpPr/>
                <p:nvPr/>
              </p:nvSpPr>
              <p:spPr>
                <a:xfrm rot="10800000">
                  <a:off x="260154" y="4254866"/>
                  <a:ext cx="577450" cy="1974708"/>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21"/>
                <p:cNvSpPr/>
                <p:nvPr/>
              </p:nvSpPr>
              <p:spPr>
                <a:xfrm rot="10800000">
                  <a:off x="-102297" y="3780153"/>
                  <a:ext cx="687411" cy="2086997"/>
                </a:xfrm>
                <a:custGeom>
                  <a:rect b="b" l="l" r="r" t="t"/>
                  <a:pathLst>
                    <a:path extrusionOk="0" h="43180" w="1676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73" name="Google Shape;873;p21"/>
                <p:cNvGrpSpPr/>
                <p:nvPr/>
              </p:nvGrpSpPr>
              <p:grpSpPr>
                <a:xfrm rot="10800000">
                  <a:off x="532825" y="5492502"/>
                  <a:ext cx="134004" cy="134004"/>
                  <a:chOff x="8356813" y="1074288"/>
                  <a:chExt cx="351900" cy="351900"/>
                </a:xfrm>
              </p:grpSpPr>
              <p:sp>
                <p:nvSpPr>
                  <p:cNvPr id="874" name="Google Shape;874;p21"/>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21"/>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4_1_1">
    <p:spTree>
      <p:nvGrpSpPr>
        <p:cNvPr id="876" name="Shape 876"/>
        <p:cNvGrpSpPr/>
        <p:nvPr/>
      </p:nvGrpSpPr>
      <p:grpSpPr>
        <a:xfrm>
          <a:off x="0" y="0"/>
          <a:ext cx="0" cy="0"/>
          <a:chOff x="0" y="0"/>
          <a:chExt cx="0" cy="0"/>
        </a:xfrm>
      </p:grpSpPr>
      <p:grpSp>
        <p:nvGrpSpPr>
          <p:cNvPr id="877" name="Google Shape;877;p22"/>
          <p:cNvGrpSpPr/>
          <p:nvPr/>
        </p:nvGrpSpPr>
        <p:grpSpPr>
          <a:xfrm>
            <a:off x="4582521" y="2433470"/>
            <a:ext cx="5022035" cy="4764449"/>
            <a:chOff x="4571996" y="2268220"/>
            <a:chExt cx="5022035" cy="4764449"/>
          </a:xfrm>
        </p:grpSpPr>
        <p:pic>
          <p:nvPicPr>
            <p:cNvPr id="878" name="Google Shape;878;p22"/>
            <p:cNvPicPr preferRelativeResize="0"/>
            <p:nvPr/>
          </p:nvPicPr>
          <p:blipFill rotWithShape="1">
            <a:blip r:embed="rId2">
              <a:alphaModFix/>
            </a:blip>
            <a:srcRect b="26177" l="16960" r="7121" t="24718"/>
            <a:stretch/>
          </p:blipFill>
          <p:spPr>
            <a:xfrm flipH="1">
              <a:off x="5978271" y="3376950"/>
              <a:ext cx="3615750" cy="2759625"/>
            </a:xfrm>
            <a:prstGeom prst="rect">
              <a:avLst/>
            </a:prstGeom>
            <a:noFill/>
            <a:ln>
              <a:noFill/>
            </a:ln>
          </p:spPr>
        </p:pic>
        <p:grpSp>
          <p:nvGrpSpPr>
            <p:cNvPr id="879" name="Google Shape;879;p22"/>
            <p:cNvGrpSpPr/>
            <p:nvPr/>
          </p:nvGrpSpPr>
          <p:grpSpPr>
            <a:xfrm rot="10800000">
              <a:off x="4571996" y="2268220"/>
              <a:ext cx="5022035" cy="4764449"/>
              <a:chOff x="-494406" y="-1584825"/>
              <a:chExt cx="4397193" cy="4171657"/>
            </a:xfrm>
          </p:grpSpPr>
          <p:grpSp>
            <p:nvGrpSpPr>
              <p:cNvPr id="880" name="Google Shape;880;p22"/>
              <p:cNvGrpSpPr/>
              <p:nvPr/>
            </p:nvGrpSpPr>
            <p:grpSpPr>
              <a:xfrm>
                <a:off x="245875" y="-51824"/>
                <a:ext cx="208200" cy="1824700"/>
                <a:chOff x="1040050" y="3812126"/>
                <a:chExt cx="208200" cy="1824700"/>
              </a:xfrm>
            </p:grpSpPr>
            <p:sp>
              <p:nvSpPr>
                <p:cNvPr id="881" name="Google Shape;881;p22"/>
                <p:cNvSpPr/>
                <p:nvPr/>
              </p:nvSpPr>
              <p:spPr>
                <a:xfrm>
                  <a:off x="1040050" y="3812126"/>
                  <a:ext cx="12550" cy="1824700"/>
                </a:xfrm>
                <a:custGeom>
                  <a:rect b="b" l="l" r="r" t="t"/>
                  <a:pathLst>
                    <a:path extrusionOk="0" h="27731" w="306">
                      <a:moveTo>
                        <a:pt x="1" y="1"/>
                      </a:moveTo>
                      <a:lnTo>
                        <a:pt x="1"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22"/>
                <p:cNvSpPr/>
                <p:nvPr/>
              </p:nvSpPr>
              <p:spPr>
                <a:xfrm>
                  <a:off x="1235741" y="3812126"/>
                  <a:ext cx="12509" cy="1824700"/>
                </a:xfrm>
                <a:custGeom>
                  <a:rect b="b" l="l" r="r" t="t"/>
                  <a:pathLst>
                    <a:path extrusionOk="0" h="27731" w="305">
                      <a:moveTo>
                        <a:pt x="0" y="1"/>
                      </a:moveTo>
                      <a:lnTo>
                        <a:pt x="0"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83" name="Google Shape;883;p22"/>
              <p:cNvGrpSpPr/>
              <p:nvPr/>
            </p:nvGrpSpPr>
            <p:grpSpPr>
              <a:xfrm rot="-8100000">
                <a:off x="540898" y="-1172741"/>
                <a:ext cx="2552124" cy="3347490"/>
                <a:chOff x="2976325" y="908175"/>
                <a:chExt cx="4028179" cy="5283555"/>
              </a:xfrm>
            </p:grpSpPr>
            <p:sp>
              <p:nvSpPr>
                <p:cNvPr id="884" name="Google Shape;884;p22"/>
                <p:cNvSpPr/>
                <p:nvPr/>
              </p:nvSpPr>
              <p:spPr>
                <a:xfrm>
                  <a:off x="2976325" y="93003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22"/>
                <p:cNvSpPr/>
                <p:nvPr/>
              </p:nvSpPr>
              <p:spPr>
                <a:xfrm>
                  <a:off x="3934943" y="90817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22"/>
                <p:cNvSpPr/>
                <p:nvPr/>
              </p:nvSpPr>
              <p:spPr>
                <a:xfrm>
                  <a:off x="3851189" y="107252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87" name="Google Shape;887;p22"/>
              <p:cNvGrpSpPr/>
              <p:nvPr/>
            </p:nvGrpSpPr>
            <p:grpSpPr>
              <a:xfrm>
                <a:off x="-1" y="621223"/>
                <a:ext cx="699940" cy="478601"/>
                <a:chOff x="39722" y="4349021"/>
                <a:chExt cx="1061964" cy="726143"/>
              </a:xfrm>
            </p:grpSpPr>
            <p:grpSp>
              <p:nvGrpSpPr>
                <p:cNvPr id="888" name="Google Shape;888;p22"/>
                <p:cNvGrpSpPr/>
                <p:nvPr/>
              </p:nvGrpSpPr>
              <p:grpSpPr>
                <a:xfrm rot="2700000">
                  <a:off x="140502" y="4460924"/>
                  <a:ext cx="524584" cy="502337"/>
                  <a:chOff x="1189791" y="-1767331"/>
                  <a:chExt cx="904284" cy="865933"/>
                </a:xfrm>
              </p:grpSpPr>
              <p:sp>
                <p:nvSpPr>
                  <p:cNvPr id="889" name="Google Shape;889;p22"/>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r="100%"/>
                    </a:path>
                    <a:tileRect l="-10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90" name="Google Shape;890;p22"/>
                  <p:cNvGrpSpPr/>
                  <p:nvPr/>
                </p:nvGrpSpPr>
                <p:grpSpPr>
                  <a:xfrm>
                    <a:off x="1232795" y="-1740829"/>
                    <a:ext cx="717621" cy="717392"/>
                    <a:chOff x="1483457" y="3953671"/>
                    <a:chExt cx="717621" cy="717392"/>
                  </a:xfrm>
                </p:grpSpPr>
                <p:sp>
                  <p:nvSpPr>
                    <p:cNvPr id="891" name="Google Shape;891;p22"/>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22"/>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22"/>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22"/>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22"/>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96" name="Google Shape;896;p22"/>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7" name="Google Shape;897;p22"/>
              <p:cNvGrpSpPr/>
              <p:nvPr/>
            </p:nvGrpSpPr>
            <p:grpSpPr>
              <a:xfrm>
                <a:off x="955673" y="11"/>
                <a:ext cx="592576" cy="405260"/>
                <a:chOff x="39722" y="4349021"/>
                <a:chExt cx="1061964" cy="726143"/>
              </a:xfrm>
            </p:grpSpPr>
            <p:grpSp>
              <p:nvGrpSpPr>
                <p:cNvPr id="898" name="Google Shape;898;p22"/>
                <p:cNvGrpSpPr/>
                <p:nvPr/>
              </p:nvGrpSpPr>
              <p:grpSpPr>
                <a:xfrm rot="2700000">
                  <a:off x="140502" y="4460924"/>
                  <a:ext cx="524584" cy="502337"/>
                  <a:chOff x="1189791" y="-1767331"/>
                  <a:chExt cx="904284" cy="865933"/>
                </a:xfrm>
              </p:grpSpPr>
              <p:sp>
                <p:nvSpPr>
                  <p:cNvPr id="899" name="Google Shape;899;p22"/>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r="100%"/>
                    </a:path>
                    <a:tileRect l="-10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00" name="Google Shape;900;p22"/>
                  <p:cNvGrpSpPr/>
                  <p:nvPr/>
                </p:nvGrpSpPr>
                <p:grpSpPr>
                  <a:xfrm>
                    <a:off x="1232795" y="-1740829"/>
                    <a:ext cx="717621" cy="717392"/>
                    <a:chOff x="1483457" y="3953671"/>
                    <a:chExt cx="717621" cy="717392"/>
                  </a:xfrm>
                </p:grpSpPr>
                <p:sp>
                  <p:nvSpPr>
                    <p:cNvPr id="901" name="Google Shape;901;p22"/>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22"/>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22"/>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22"/>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22"/>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906" name="Google Shape;906;p22"/>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07" name="Google Shape;907;p22"/>
              <p:cNvGrpSpPr/>
              <p:nvPr/>
            </p:nvGrpSpPr>
            <p:grpSpPr>
              <a:xfrm>
                <a:off x="441574" y="-36652"/>
                <a:ext cx="699940" cy="478601"/>
                <a:chOff x="39722" y="4349021"/>
                <a:chExt cx="1061964" cy="726143"/>
              </a:xfrm>
            </p:grpSpPr>
            <p:grpSp>
              <p:nvGrpSpPr>
                <p:cNvPr id="908" name="Google Shape;908;p22"/>
                <p:cNvGrpSpPr/>
                <p:nvPr/>
              </p:nvGrpSpPr>
              <p:grpSpPr>
                <a:xfrm rot="2700000">
                  <a:off x="140502" y="4460924"/>
                  <a:ext cx="524584" cy="502337"/>
                  <a:chOff x="1189791" y="-1767331"/>
                  <a:chExt cx="904284" cy="865933"/>
                </a:xfrm>
              </p:grpSpPr>
              <p:sp>
                <p:nvSpPr>
                  <p:cNvPr id="909" name="Google Shape;909;p22"/>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r="100%"/>
                    </a:path>
                    <a:tileRect l="-10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10" name="Google Shape;910;p22"/>
                  <p:cNvGrpSpPr/>
                  <p:nvPr/>
                </p:nvGrpSpPr>
                <p:grpSpPr>
                  <a:xfrm>
                    <a:off x="1232795" y="-1740829"/>
                    <a:ext cx="717621" cy="717392"/>
                    <a:chOff x="1483457" y="3953671"/>
                    <a:chExt cx="717621" cy="717392"/>
                  </a:xfrm>
                </p:grpSpPr>
                <p:sp>
                  <p:nvSpPr>
                    <p:cNvPr id="911" name="Google Shape;911;p22"/>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22"/>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22"/>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22"/>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22"/>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916" name="Google Shape;916;p22"/>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17" name="Google Shape;917;p22"/>
              <p:cNvGrpSpPr/>
              <p:nvPr/>
            </p:nvGrpSpPr>
            <p:grpSpPr>
              <a:xfrm>
                <a:off x="-494406" y="-252396"/>
                <a:ext cx="1741563" cy="1288563"/>
                <a:chOff x="-494406" y="-252396"/>
                <a:chExt cx="1741563" cy="1288563"/>
              </a:xfrm>
            </p:grpSpPr>
            <p:sp>
              <p:nvSpPr>
                <p:cNvPr id="918" name="Google Shape;918;p22"/>
                <p:cNvSpPr/>
                <p:nvPr/>
              </p:nvSpPr>
              <p:spPr>
                <a:xfrm rot="2700000">
                  <a:off x="137431"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r="100%"/>
                  </a:path>
                  <a:tileRect l="-10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p22"/>
                <p:cNvSpPr/>
                <p:nvPr/>
              </p:nvSpPr>
              <p:spPr>
                <a:xfrm rot="2700000">
                  <a:off x="-315569"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r="100%"/>
                  </a:path>
                  <a:tileRect l="-10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920" name="Google Shape;920;p22"/>
            <p:cNvGrpSpPr/>
            <p:nvPr/>
          </p:nvGrpSpPr>
          <p:grpSpPr>
            <a:xfrm>
              <a:off x="5643425" y="4968525"/>
              <a:ext cx="439200" cy="439100"/>
              <a:chOff x="1101075" y="2142375"/>
              <a:chExt cx="439200" cy="439100"/>
            </a:xfrm>
          </p:grpSpPr>
          <p:sp>
            <p:nvSpPr>
              <p:cNvPr id="921" name="Google Shape;921;p22"/>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22"/>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923" name="Google Shape;923;p2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924" name="Google Shape;924;p22"/>
          <p:cNvSpPr txBox="1"/>
          <p:nvPr>
            <p:ph idx="1" type="body"/>
          </p:nvPr>
        </p:nvSpPr>
        <p:spPr>
          <a:xfrm>
            <a:off x="720000" y="1139550"/>
            <a:ext cx="4290900" cy="34314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Clr>
                <a:srgbClr val="434343"/>
              </a:buClr>
              <a:buSzPts val="1200"/>
              <a:buChar char="●"/>
              <a:defRPr sz="1200">
                <a:solidFill>
                  <a:srgbClr val="191919"/>
                </a:solidFill>
              </a:defRPr>
            </a:lvl1pPr>
            <a:lvl2pPr indent="-304800" lvl="1" marL="914400" rtl="0">
              <a:lnSpc>
                <a:spcPct val="115000"/>
              </a:lnSpc>
              <a:spcBef>
                <a:spcPts val="0"/>
              </a:spcBef>
              <a:spcAft>
                <a:spcPts val="0"/>
              </a:spcAft>
              <a:buClr>
                <a:srgbClr val="434343"/>
              </a:buClr>
              <a:buSzPts val="1200"/>
              <a:buFont typeface="Roboto Condensed Light"/>
              <a:buChar char="○"/>
              <a:defRPr>
                <a:solidFill>
                  <a:srgbClr val="434343"/>
                </a:solidFill>
              </a:defRPr>
            </a:lvl2pPr>
            <a:lvl3pPr indent="-304800" lvl="2" marL="1371600" rtl="0">
              <a:lnSpc>
                <a:spcPct val="115000"/>
              </a:lnSpc>
              <a:spcBef>
                <a:spcPts val="0"/>
              </a:spcBef>
              <a:spcAft>
                <a:spcPts val="0"/>
              </a:spcAft>
              <a:buClr>
                <a:srgbClr val="434343"/>
              </a:buClr>
              <a:buSzPts val="1200"/>
              <a:buFont typeface="Roboto Condensed Light"/>
              <a:buChar char="■"/>
              <a:defRPr>
                <a:solidFill>
                  <a:srgbClr val="434343"/>
                </a:solidFill>
              </a:defRPr>
            </a:lvl3pPr>
            <a:lvl4pPr indent="-304800" lvl="3" marL="1828800" rtl="0">
              <a:lnSpc>
                <a:spcPct val="115000"/>
              </a:lnSpc>
              <a:spcBef>
                <a:spcPts val="0"/>
              </a:spcBef>
              <a:spcAft>
                <a:spcPts val="0"/>
              </a:spcAft>
              <a:buClr>
                <a:srgbClr val="434343"/>
              </a:buClr>
              <a:buSzPts val="1200"/>
              <a:buFont typeface="Roboto Condensed Light"/>
              <a:buChar char="●"/>
              <a:defRPr>
                <a:solidFill>
                  <a:srgbClr val="434343"/>
                </a:solidFill>
              </a:defRPr>
            </a:lvl4pPr>
            <a:lvl5pPr indent="-304800" lvl="4" marL="2286000" rtl="0">
              <a:lnSpc>
                <a:spcPct val="115000"/>
              </a:lnSpc>
              <a:spcBef>
                <a:spcPts val="0"/>
              </a:spcBef>
              <a:spcAft>
                <a:spcPts val="0"/>
              </a:spcAft>
              <a:buClr>
                <a:srgbClr val="434343"/>
              </a:buClr>
              <a:buSzPts val="1200"/>
              <a:buFont typeface="Roboto Condensed Light"/>
              <a:buChar char="○"/>
              <a:defRPr>
                <a:solidFill>
                  <a:srgbClr val="434343"/>
                </a:solidFill>
              </a:defRPr>
            </a:lvl5pPr>
            <a:lvl6pPr indent="-304800" lvl="5" marL="2743200" rtl="0">
              <a:lnSpc>
                <a:spcPct val="115000"/>
              </a:lnSpc>
              <a:spcBef>
                <a:spcPts val="0"/>
              </a:spcBef>
              <a:spcAft>
                <a:spcPts val="0"/>
              </a:spcAft>
              <a:buClr>
                <a:srgbClr val="434343"/>
              </a:buClr>
              <a:buSzPts val="1200"/>
              <a:buFont typeface="Roboto Condensed Light"/>
              <a:buChar char="■"/>
              <a:defRPr>
                <a:solidFill>
                  <a:srgbClr val="434343"/>
                </a:solidFill>
              </a:defRPr>
            </a:lvl6pPr>
            <a:lvl7pPr indent="-304800" lvl="6" marL="3200400" rtl="0">
              <a:lnSpc>
                <a:spcPct val="115000"/>
              </a:lnSpc>
              <a:spcBef>
                <a:spcPts val="0"/>
              </a:spcBef>
              <a:spcAft>
                <a:spcPts val="0"/>
              </a:spcAft>
              <a:buClr>
                <a:srgbClr val="434343"/>
              </a:buClr>
              <a:buSzPts val="1200"/>
              <a:buFont typeface="Roboto Condensed Light"/>
              <a:buChar char="●"/>
              <a:defRPr>
                <a:solidFill>
                  <a:srgbClr val="434343"/>
                </a:solidFill>
              </a:defRPr>
            </a:lvl7pPr>
            <a:lvl8pPr indent="-304800" lvl="7" marL="3657600" rtl="0">
              <a:lnSpc>
                <a:spcPct val="115000"/>
              </a:lnSpc>
              <a:spcBef>
                <a:spcPts val="0"/>
              </a:spcBef>
              <a:spcAft>
                <a:spcPts val="0"/>
              </a:spcAft>
              <a:buClr>
                <a:srgbClr val="434343"/>
              </a:buClr>
              <a:buSzPts val="1200"/>
              <a:buFont typeface="Roboto Condensed Light"/>
              <a:buChar char="○"/>
              <a:defRPr>
                <a:solidFill>
                  <a:srgbClr val="434343"/>
                </a:solidFill>
              </a:defRPr>
            </a:lvl8pPr>
            <a:lvl9pPr indent="-304800" lvl="8" marL="4114800" rtl="0">
              <a:lnSpc>
                <a:spcPct val="115000"/>
              </a:lnSpc>
              <a:spcBef>
                <a:spcPts val="0"/>
              </a:spcBef>
              <a:spcAft>
                <a:spcPts val="0"/>
              </a:spcAft>
              <a:buClr>
                <a:srgbClr val="434343"/>
              </a:buClr>
              <a:buSzPts val="1200"/>
              <a:buFont typeface="Roboto Condensed Light"/>
              <a:buChar char="■"/>
              <a:defRPr>
                <a:solidFill>
                  <a:srgbClr val="434343"/>
                </a:solidFill>
              </a:defRPr>
            </a:lvl9pPr>
          </a:lstStyle>
          <a:p/>
        </p:txBody>
      </p:sp>
      <p:sp>
        <p:nvSpPr>
          <p:cNvPr id="925" name="Google Shape;925;p22"/>
          <p:cNvSpPr txBox="1"/>
          <p:nvPr>
            <p:ph idx="2" type="body"/>
          </p:nvPr>
        </p:nvSpPr>
        <p:spPr>
          <a:xfrm>
            <a:off x="5249025" y="1139550"/>
            <a:ext cx="3174900" cy="34314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Clr>
                <a:srgbClr val="434343"/>
              </a:buClr>
              <a:buSzPts val="1200"/>
              <a:buChar char="●"/>
              <a:defRPr sz="1200">
                <a:solidFill>
                  <a:srgbClr val="191919"/>
                </a:solidFill>
              </a:defRPr>
            </a:lvl1pPr>
            <a:lvl2pPr indent="-304800" lvl="1" marL="914400" rtl="0">
              <a:lnSpc>
                <a:spcPct val="115000"/>
              </a:lnSpc>
              <a:spcBef>
                <a:spcPts val="0"/>
              </a:spcBef>
              <a:spcAft>
                <a:spcPts val="0"/>
              </a:spcAft>
              <a:buClr>
                <a:srgbClr val="434343"/>
              </a:buClr>
              <a:buSzPts val="1200"/>
              <a:buFont typeface="Roboto Condensed Light"/>
              <a:buChar char="○"/>
              <a:defRPr>
                <a:solidFill>
                  <a:srgbClr val="434343"/>
                </a:solidFill>
              </a:defRPr>
            </a:lvl2pPr>
            <a:lvl3pPr indent="-304800" lvl="2" marL="1371600" rtl="0">
              <a:lnSpc>
                <a:spcPct val="115000"/>
              </a:lnSpc>
              <a:spcBef>
                <a:spcPts val="0"/>
              </a:spcBef>
              <a:spcAft>
                <a:spcPts val="0"/>
              </a:spcAft>
              <a:buClr>
                <a:srgbClr val="434343"/>
              </a:buClr>
              <a:buSzPts val="1200"/>
              <a:buFont typeface="Roboto Condensed Light"/>
              <a:buChar char="■"/>
              <a:defRPr>
                <a:solidFill>
                  <a:srgbClr val="434343"/>
                </a:solidFill>
              </a:defRPr>
            </a:lvl3pPr>
            <a:lvl4pPr indent="-304800" lvl="3" marL="1828800" rtl="0">
              <a:lnSpc>
                <a:spcPct val="115000"/>
              </a:lnSpc>
              <a:spcBef>
                <a:spcPts val="0"/>
              </a:spcBef>
              <a:spcAft>
                <a:spcPts val="0"/>
              </a:spcAft>
              <a:buClr>
                <a:srgbClr val="434343"/>
              </a:buClr>
              <a:buSzPts val="1200"/>
              <a:buFont typeface="Roboto Condensed Light"/>
              <a:buChar char="●"/>
              <a:defRPr>
                <a:solidFill>
                  <a:srgbClr val="434343"/>
                </a:solidFill>
              </a:defRPr>
            </a:lvl4pPr>
            <a:lvl5pPr indent="-304800" lvl="4" marL="2286000" rtl="0">
              <a:lnSpc>
                <a:spcPct val="115000"/>
              </a:lnSpc>
              <a:spcBef>
                <a:spcPts val="0"/>
              </a:spcBef>
              <a:spcAft>
                <a:spcPts val="0"/>
              </a:spcAft>
              <a:buClr>
                <a:srgbClr val="434343"/>
              </a:buClr>
              <a:buSzPts val="1200"/>
              <a:buFont typeface="Roboto Condensed Light"/>
              <a:buChar char="○"/>
              <a:defRPr>
                <a:solidFill>
                  <a:srgbClr val="434343"/>
                </a:solidFill>
              </a:defRPr>
            </a:lvl5pPr>
            <a:lvl6pPr indent="-304800" lvl="5" marL="2743200" rtl="0">
              <a:lnSpc>
                <a:spcPct val="115000"/>
              </a:lnSpc>
              <a:spcBef>
                <a:spcPts val="0"/>
              </a:spcBef>
              <a:spcAft>
                <a:spcPts val="0"/>
              </a:spcAft>
              <a:buClr>
                <a:srgbClr val="434343"/>
              </a:buClr>
              <a:buSzPts val="1200"/>
              <a:buFont typeface="Roboto Condensed Light"/>
              <a:buChar char="■"/>
              <a:defRPr>
                <a:solidFill>
                  <a:srgbClr val="434343"/>
                </a:solidFill>
              </a:defRPr>
            </a:lvl6pPr>
            <a:lvl7pPr indent="-304800" lvl="6" marL="3200400" rtl="0">
              <a:lnSpc>
                <a:spcPct val="115000"/>
              </a:lnSpc>
              <a:spcBef>
                <a:spcPts val="0"/>
              </a:spcBef>
              <a:spcAft>
                <a:spcPts val="0"/>
              </a:spcAft>
              <a:buClr>
                <a:srgbClr val="434343"/>
              </a:buClr>
              <a:buSzPts val="1200"/>
              <a:buFont typeface="Roboto Condensed Light"/>
              <a:buChar char="●"/>
              <a:defRPr>
                <a:solidFill>
                  <a:srgbClr val="434343"/>
                </a:solidFill>
              </a:defRPr>
            </a:lvl7pPr>
            <a:lvl8pPr indent="-304800" lvl="7" marL="3657600" rtl="0">
              <a:lnSpc>
                <a:spcPct val="115000"/>
              </a:lnSpc>
              <a:spcBef>
                <a:spcPts val="0"/>
              </a:spcBef>
              <a:spcAft>
                <a:spcPts val="0"/>
              </a:spcAft>
              <a:buClr>
                <a:srgbClr val="434343"/>
              </a:buClr>
              <a:buSzPts val="1200"/>
              <a:buFont typeface="Roboto Condensed Light"/>
              <a:buChar char="○"/>
              <a:defRPr>
                <a:solidFill>
                  <a:srgbClr val="434343"/>
                </a:solidFill>
              </a:defRPr>
            </a:lvl8pPr>
            <a:lvl9pPr indent="-304800" lvl="8" marL="4114800" rtl="0">
              <a:lnSpc>
                <a:spcPct val="115000"/>
              </a:lnSpc>
              <a:spcBef>
                <a:spcPts val="0"/>
              </a:spcBef>
              <a:spcAft>
                <a:spcPts val="0"/>
              </a:spcAft>
              <a:buClr>
                <a:srgbClr val="434343"/>
              </a:buClr>
              <a:buSzPts val="1200"/>
              <a:buFont typeface="Roboto Condensed Light"/>
              <a:buChar char="■"/>
              <a:defRPr>
                <a:solidFill>
                  <a:srgbClr val="434343"/>
                </a:solidFill>
              </a:defRPr>
            </a:lvl9pPr>
          </a:lstStyle>
          <a:p/>
        </p:txBody>
      </p:sp>
      <p:grpSp>
        <p:nvGrpSpPr>
          <p:cNvPr id="926" name="Google Shape;926;p22"/>
          <p:cNvGrpSpPr/>
          <p:nvPr/>
        </p:nvGrpSpPr>
        <p:grpSpPr>
          <a:xfrm>
            <a:off x="-913829" y="-2335097"/>
            <a:ext cx="5022161" cy="4764814"/>
            <a:chOff x="-837629" y="-2258897"/>
            <a:chExt cx="5022161" cy="4764814"/>
          </a:xfrm>
        </p:grpSpPr>
        <p:grpSp>
          <p:nvGrpSpPr>
            <p:cNvPr id="927" name="Google Shape;927;p22"/>
            <p:cNvGrpSpPr/>
            <p:nvPr/>
          </p:nvGrpSpPr>
          <p:grpSpPr>
            <a:xfrm>
              <a:off x="-837629" y="-736613"/>
              <a:ext cx="1989039" cy="1471668"/>
              <a:chOff x="-494406" y="-252396"/>
              <a:chExt cx="1741563" cy="1288563"/>
            </a:xfrm>
          </p:grpSpPr>
          <p:sp>
            <p:nvSpPr>
              <p:cNvPr id="928" name="Google Shape;928;p22"/>
              <p:cNvSpPr/>
              <p:nvPr/>
            </p:nvSpPr>
            <p:spPr>
              <a:xfrm rot="2700000">
                <a:off x="137431"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r="100%"/>
                </a:path>
                <a:tileRect l="-10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p22"/>
              <p:cNvSpPr/>
              <p:nvPr/>
            </p:nvSpPr>
            <p:spPr>
              <a:xfrm rot="2700000">
                <a:off x="-315569"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r="100%"/>
                </a:path>
                <a:tileRect l="-10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30" name="Google Shape;930;p22"/>
            <p:cNvGrpSpPr/>
            <p:nvPr/>
          </p:nvGrpSpPr>
          <p:grpSpPr>
            <a:xfrm rot="-8100000">
              <a:off x="344623" y="-1788220"/>
              <a:ext cx="2915004" cy="3823461"/>
              <a:chOff x="2976325" y="908175"/>
              <a:chExt cx="4028179" cy="5283555"/>
            </a:xfrm>
          </p:grpSpPr>
          <p:sp>
            <p:nvSpPr>
              <p:cNvPr id="931" name="Google Shape;931;p22"/>
              <p:cNvSpPr/>
              <p:nvPr/>
            </p:nvSpPr>
            <p:spPr>
              <a:xfrm>
                <a:off x="2976325" y="93003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 name="Google Shape;932;p22"/>
              <p:cNvSpPr/>
              <p:nvPr/>
            </p:nvSpPr>
            <p:spPr>
              <a:xfrm>
                <a:off x="3934943" y="90817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22"/>
              <p:cNvSpPr/>
              <p:nvPr/>
            </p:nvSpPr>
            <p:spPr>
              <a:xfrm>
                <a:off x="3851189" y="107252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34" name="Google Shape;934;p22"/>
            <p:cNvGrpSpPr/>
            <p:nvPr/>
          </p:nvGrpSpPr>
          <p:grpSpPr>
            <a:xfrm>
              <a:off x="-272968" y="261330"/>
              <a:ext cx="799446" cy="546640"/>
              <a:chOff x="39722" y="4349021"/>
              <a:chExt cx="1061964" cy="726143"/>
            </a:xfrm>
          </p:grpSpPr>
          <p:grpSp>
            <p:nvGrpSpPr>
              <p:cNvPr id="935" name="Google Shape;935;p22"/>
              <p:cNvGrpSpPr/>
              <p:nvPr/>
            </p:nvGrpSpPr>
            <p:grpSpPr>
              <a:xfrm rot="2700000">
                <a:off x="140502" y="4460924"/>
                <a:ext cx="524584" cy="502337"/>
                <a:chOff x="1189791" y="-1767331"/>
                <a:chExt cx="904284" cy="865933"/>
              </a:xfrm>
            </p:grpSpPr>
            <p:sp>
              <p:nvSpPr>
                <p:cNvPr id="936" name="Google Shape;936;p22"/>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r="100%"/>
                  </a:path>
                  <a:tileRect l="-10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37" name="Google Shape;937;p22"/>
                <p:cNvGrpSpPr/>
                <p:nvPr/>
              </p:nvGrpSpPr>
              <p:grpSpPr>
                <a:xfrm>
                  <a:off x="1232795" y="-1740829"/>
                  <a:ext cx="717621" cy="717392"/>
                  <a:chOff x="1483457" y="3953671"/>
                  <a:chExt cx="717621" cy="717392"/>
                </a:xfrm>
              </p:grpSpPr>
              <p:sp>
                <p:nvSpPr>
                  <p:cNvPr id="938" name="Google Shape;938;p22"/>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22"/>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p22"/>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22"/>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22"/>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943" name="Google Shape;943;p22"/>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944" name="Google Shape;944;p22"/>
          <p:cNvGrpSpPr/>
          <p:nvPr/>
        </p:nvGrpSpPr>
        <p:grpSpPr>
          <a:xfrm>
            <a:off x="-224248" y="3297090"/>
            <a:ext cx="605804" cy="2417785"/>
            <a:chOff x="-224248" y="3297090"/>
            <a:chExt cx="605804" cy="2417785"/>
          </a:xfrm>
        </p:grpSpPr>
        <p:grpSp>
          <p:nvGrpSpPr>
            <p:cNvPr id="945" name="Google Shape;945;p22"/>
            <p:cNvGrpSpPr/>
            <p:nvPr/>
          </p:nvGrpSpPr>
          <p:grpSpPr>
            <a:xfrm>
              <a:off x="143770" y="3630885"/>
              <a:ext cx="237785" cy="2083990"/>
              <a:chOff x="1040050" y="3812126"/>
              <a:chExt cx="208200" cy="1824700"/>
            </a:xfrm>
          </p:grpSpPr>
          <p:sp>
            <p:nvSpPr>
              <p:cNvPr id="946" name="Google Shape;946;p22"/>
              <p:cNvSpPr/>
              <p:nvPr/>
            </p:nvSpPr>
            <p:spPr>
              <a:xfrm>
                <a:off x="1040050" y="3812126"/>
                <a:ext cx="12550" cy="1824700"/>
              </a:xfrm>
              <a:custGeom>
                <a:rect b="b" l="l" r="r" t="t"/>
                <a:pathLst>
                  <a:path extrusionOk="0" h="27731" w="306">
                    <a:moveTo>
                      <a:pt x="1" y="1"/>
                    </a:moveTo>
                    <a:lnTo>
                      <a:pt x="1"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 name="Google Shape;947;p22"/>
              <p:cNvSpPr/>
              <p:nvPr/>
            </p:nvSpPr>
            <p:spPr>
              <a:xfrm>
                <a:off x="1235741" y="3812126"/>
                <a:ext cx="12509" cy="1824700"/>
              </a:xfrm>
              <a:custGeom>
                <a:rect b="b" l="l" r="r" t="t"/>
                <a:pathLst>
                  <a:path extrusionOk="0" h="27731" w="305">
                    <a:moveTo>
                      <a:pt x="0" y="1"/>
                    </a:moveTo>
                    <a:lnTo>
                      <a:pt x="0"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48" name="Google Shape;948;p22"/>
            <p:cNvGrpSpPr/>
            <p:nvPr/>
          </p:nvGrpSpPr>
          <p:grpSpPr>
            <a:xfrm rot="10800000">
              <a:off x="-224248" y="3297090"/>
              <a:ext cx="439200" cy="439100"/>
              <a:chOff x="1101075" y="2142375"/>
              <a:chExt cx="439200" cy="439100"/>
            </a:xfrm>
          </p:grpSpPr>
          <p:sp>
            <p:nvSpPr>
              <p:cNvPr id="949" name="Google Shape;949;p22"/>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 name="Google Shape;950;p22"/>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951" name="Google Shape;951;p22"/>
          <p:cNvGrpSpPr/>
          <p:nvPr/>
        </p:nvGrpSpPr>
        <p:grpSpPr>
          <a:xfrm>
            <a:off x="3585480" y="-1456810"/>
            <a:ext cx="3681465" cy="2759625"/>
            <a:chOff x="3585480" y="-1380610"/>
            <a:chExt cx="3681465" cy="2759625"/>
          </a:xfrm>
        </p:grpSpPr>
        <p:pic>
          <p:nvPicPr>
            <p:cNvPr id="952" name="Google Shape;952;p22"/>
            <p:cNvPicPr preferRelativeResize="0"/>
            <p:nvPr/>
          </p:nvPicPr>
          <p:blipFill rotWithShape="1">
            <a:blip r:embed="rId2">
              <a:alphaModFix/>
            </a:blip>
            <a:srcRect b="26177" l="16960" r="7121" t="24718"/>
            <a:stretch/>
          </p:blipFill>
          <p:spPr>
            <a:xfrm flipH="1" rot="10800000">
              <a:off x="3585480" y="-1380610"/>
              <a:ext cx="3615750" cy="2759625"/>
            </a:xfrm>
            <a:prstGeom prst="rect">
              <a:avLst/>
            </a:prstGeom>
            <a:noFill/>
            <a:ln>
              <a:noFill/>
            </a:ln>
          </p:spPr>
        </p:pic>
        <p:grpSp>
          <p:nvGrpSpPr>
            <p:cNvPr id="953" name="Google Shape;953;p22"/>
            <p:cNvGrpSpPr/>
            <p:nvPr/>
          </p:nvGrpSpPr>
          <p:grpSpPr>
            <a:xfrm>
              <a:off x="6590156" y="-232440"/>
              <a:ext cx="676790" cy="462843"/>
              <a:chOff x="39722" y="4349021"/>
              <a:chExt cx="1061964" cy="726143"/>
            </a:xfrm>
          </p:grpSpPr>
          <p:grpSp>
            <p:nvGrpSpPr>
              <p:cNvPr id="954" name="Google Shape;954;p22"/>
              <p:cNvGrpSpPr/>
              <p:nvPr/>
            </p:nvGrpSpPr>
            <p:grpSpPr>
              <a:xfrm rot="2700000">
                <a:off x="140502" y="4460924"/>
                <a:ext cx="524584" cy="502337"/>
                <a:chOff x="1189791" y="-1767331"/>
                <a:chExt cx="904284" cy="865933"/>
              </a:xfrm>
            </p:grpSpPr>
            <p:sp>
              <p:nvSpPr>
                <p:cNvPr id="955" name="Google Shape;955;p22"/>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r="100%"/>
                  </a:path>
                  <a:tileRect l="-10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56" name="Google Shape;956;p22"/>
                <p:cNvGrpSpPr/>
                <p:nvPr/>
              </p:nvGrpSpPr>
              <p:grpSpPr>
                <a:xfrm>
                  <a:off x="1232795" y="-1740829"/>
                  <a:ext cx="717621" cy="717392"/>
                  <a:chOff x="1483457" y="3953671"/>
                  <a:chExt cx="717621" cy="717392"/>
                </a:xfrm>
              </p:grpSpPr>
              <p:sp>
                <p:nvSpPr>
                  <p:cNvPr id="957" name="Google Shape;957;p22"/>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22"/>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22"/>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22"/>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22"/>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962" name="Google Shape;962;p22"/>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63" name="Google Shape;963;p22"/>
            <p:cNvGrpSpPr/>
            <p:nvPr/>
          </p:nvGrpSpPr>
          <p:grpSpPr>
            <a:xfrm>
              <a:off x="6003005" y="-274104"/>
              <a:ext cx="799446" cy="546640"/>
              <a:chOff x="39722" y="4349021"/>
              <a:chExt cx="1061964" cy="726143"/>
            </a:xfrm>
          </p:grpSpPr>
          <p:grpSp>
            <p:nvGrpSpPr>
              <p:cNvPr id="964" name="Google Shape;964;p22"/>
              <p:cNvGrpSpPr/>
              <p:nvPr/>
            </p:nvGrpSpPr>
            <p:grpSpPr>
              <a:xfrm rot="2700000">
                <a:off x="140502" y="4460924"/>
                <a:ext cx="524584" cy="502337"/>
                <a:chOff x="1189791" y="-1767331"/>
                <a:chExt cx="904284" cy="865933"/>
              </a:xfrm>
            </p:grpSpPr>
            <p:sp>
              <p:nvSpPr>
                <p:cNvPr id="965" name="Google Shape;965;p22"/>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r="100%"/>
                  </a:path>
                  <a:tileRect l="-10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66" name="Google Shape;966;p22"/>
                <p:cNvGrpSpPr/>
                <p:nvPr/>
              </p:nvGrpSpPr>
              <p:grpSpPr>
                <a:xfrm>
                  <a:off x="1232795" y="-1740829"/>
                  <a:ext cx="717621" cy="717392"/>
                  <a:chOff x="1483457" y="3953671"/>
                  <a:chExt cx="717621" cy="717392"/>
                </a:xfrm>
              </p:grpSpPr>
              <p:sp>
                <p:nvSpPr>
                  <p:cNvPr id="967" name="Google Shape;967;p22"/>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22"/>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22"/>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22"/>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22"/>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972" name="Google Shape;972;p22"/>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973" name="Shape 973"/>
        <p:cNvGrpSpPr/>
        <p:nvPr/>
      </p:nvGrpSpPr>
      <p:grpSpPr>
        <a:xfrm>
          <a:off x="0" y="0"/>
          <a:ext cx="0" cy="0"/>
          <a:chOff x="0" y="0"/>
          <a:chExt cx="0" cy="0"/>
        </a:xfrm>
      </p:grpSpPr>
      <p:sp>
        <p:nvSpPr>
          <p:cNvPr id="974" name="Google Shape;974;p2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975" name="Google Shape;975;p23"/>
          <p:cNvSpPr txBox="1"/>
          <p:nvPr>
            <p:ph idx="1" type="subTitle"/>
          </p:nvPr>
        </p:nvSpPr>
        <p:spPr>
          <a:xfrm>
            <a:off x="713225" y="2041525"/>
            <a:ext cx="5578500" cy="6066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976" name="Google Shape;976;p23"/>
          <p:cNvSpPr txBox="1"/>
          <p:nvPr>
            <p:ph idx="2" type="subTitle"/>
          </p:nvPr>
        </p:nvSpPr>
        <p:spPr>
          <a:xfrm>
            <a:off x="713225" y="3366650"/>
            <a:ext cx="5578500" cy="6426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977" name="Google Shape;977;p23"/>
          <p:cNvSpPr txBox="1"/>
          <p:nvPr>
            <p:ph idx="3" type="subTitle"/>
          </p:nvPr>
        </p:nvSpPr>
        <p:spPr>
          <a:xfrm>
            <a:off x="713225" y="1679400"/>
            <a:ext cx="5578500" cy="4023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IBM Plex Mono"/>
              <a:buNone/>
              <a:defRPr b="1" sz="2000">
                <a:latin typeface="IBM Plex Mono"/>
                <a:ea typeface="IBM Plex Mono"/>
                <a:cs typeface="IBM Plex Mono"/>
                <a:sym typeface="IBM Plex Mono"/>
              </a:defRPr>
            </a:lvl1pPr>
            <a:lvl2pPr lvl="1"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978" name="Google Shape;978;p23"/>
          <p:cNvSpPr txBox="1"/>
          <p:nvPr>
            <p:ph idx="4" type="subTitle"/>
          </p:nvPr>
        </p:nvSpPr>
        <p:spPr>
          <a:xfrm>
            <a:off x="713225" y="3040550"/>
            <a:ext cx="5578500" cy="4023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IBM Plex Mono"/>
              <a:buNone/>
              <a:defRPr b="1" sz="2000">
                <a:latin typeface="IBM Plex Mono"/>
                <a:ea typeface="IBM Plex Mono"/>
                <a:cs typeface="IBM Plex Mono"/>
                <a:sym typeface="IBM Plex Mono"/>
              </a:defRPr>
            </a:lvl1pPr>
            <a:lvl2pPr lvl="1"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grpSp>
        <p:nvGrpSpPr>
          <p:cNvPr id="979" name="Google Shape;979;p23"/>
          <p:cNvGrpSpPr/>
          <p:nvPr/>
        </p:nvGrpSpPr>
        <p:grpSpPr>
          <a:xfrm flipH="1" rot="-5400000">
            <a:off x="6239121" y="1032770"/>
            <a:ext cx="5022035" cy="4764449"/>
            <a:chOff x="4571996" y="2268220"/>
            <a:chExt cx="5022035" cy="4764449"/>
          </a:xfrm>
        </p:grpSpPr>
        <p:pic>
          <p:nvPicPr>
            <p:cNvPr id="980" name="Google Shape;980;p23"/>
            <p:cNvPicPr preferRelativeResize="0"/>
            <p:nvPr/>
          </p:nvPicPr>
          <p:blipFill rotWithShape="1">
            <a:blip r:embed="rId2">
              <a:alphaModFix/>
            </a:blip>
            <a:srcRect b="26177" l="16960" r="7121" t="24718"/>
            <a:stretch/>
          </p:blipFill>
          <p:spPr>
            <a:xfrm flipH="1">
              <a:off x="5978271" y="3376950"/>
              <a:ext cx="3615750" cy="2759625"/>
            </a:xfrm>
            <a:prstGeom prst="rect">
              <a:avLst/>
            </a:prstGeom>
            <a:noFill/>
            <a:ln>
              <a:noFill/>
            </a:ln>
          </p:spPr>
        </p:pic>
        <p:grpSp>
          <p:nvGrpSpPr>
            <p:cNvPr id="981" name="Google Shape;981;p23"/>
            <p:cNvGrpSpPr/>
            <p:nvPr/>
          </p:nvGrpSpPr>
          <p:grpSpPr>
            <a:xfrm rot="10800000">
              <a:off x="4571996" y="2268220"/>
              <a:ext cx="5022035" cy="4764449"/>
              <a:chOff x="-494406" y="-1584825"/>
              <a:chExt cx="4397193" cy="4171657"/>
            </a:xfrm>
          </p:grpSpPr>
          <p:grpSp>
            <p:nvGrpSpPr>
              <p:cNvPr id="982" name="Google Shape;982;p23"/>
              <p:cNvGrpSpPr/>
              <p:nvPr/>
            </p:nvGrpSpPr>
            <p:grpSpPr>
              <a:xfrm>
                <a:off x="245875" y="-51824"/>
                <a:ext cx="208200" cy="1824700"/>
                <a:chOff x="1040050" y="3812126"/>
                <a:chExt cx="208200" cy="1824700"/>
              </a:xfrm>
            </p:grpSpPr>
            <p:sp>
              <p:nvSpPr>
                <p:cNvPr id="983" name="Google Shape;983;p23"/>
                <p:cNvSpPr/>
                <p:nvPr/>
              </p:nvSpPr>
              <p:spPr>
                <a:xfrm>
                  <a:off x="1040050" y="3812126"/>
                  <a:ext cx="12550" cy="1824700"/>
                </a:xfrm>
                <a:custGeom>
                  <a:rect b="b" l="l" r="r" t="t"/>
                  <a:pathLst>
                    <a:path extrusionOk="0" h="27731" w="306">
                      <a:moveTo>
                        <a:pt x="1" y="1"/>
                      </a:moveTo>
                      <a:lnTo>
                        <a:pt x="1"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 name="Google Shape;984;p23"/>
                <p:cNvSpPr/>
                <p:nvPr/>
              </p:nvSpPr>
              <p:spPr>
                <a:xfrm>
                  <a:off x="1235741" y="3812126"/>
                  <a:ext cx="12509" cy="1824700"/>
                </a:xfrm>
                <a:custGeom>
                  <a:rect b="b" l="l" r="r" t="t"/>
                  <a:pathLst>
                    <a:path extrusionOk="0" h="27731" w="305">
                      <a:moveTo>
                        <a:pt x="0" y="1"/>
                      </a:moveTo>
                      <a:lnTo>
                        <a:pt x="0"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85" name="Google Shape;985;p23"/>
              <p:cNvGrpSpPr/>
              <p:nvPr/>
            </p:nvGrpSpPr>
            <p:grpSpPr>
              <a:xfrm rot="-8100000">
                <a:off x="540898" y="-1172741"/>
                <a:ext cx="2552124" cy="3347490"/>
                <a:chOff x="2976325" y="908175"/>
                <a:chExt cx="4028179" cy="5283555"/>
              </a:xfrm>
            </p:grpSpPr>
            <p:sp>
              <p:nvSpPr>
                <p:cNvPr id="986" name="Google Shape;986;p23"/>
                <p:cNvSpPr/>
                <p:nvPr/>
              </p:nvSpPr>
              <p:spPr>
                <a:xfrm>
                  <a:off x="2976325" y="93003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7" name="Google Shape;987;p23"/>
                <p:cNvSpPr/>
                <p:nvPr/>
              </p:nvSpPr>
              <p:spPr>
                <a:xfrm>
                  <a:off x="3934943" y="90817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8" name="Google Shape;988;p23"/>
                <p:cNvSpPr/>
                <p:nvPr/>
              </p:nvSpPr>
              <p:spPr>
                <a:xfrm>
                  <a:off x="3851189" y="107252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89" name="Google Shape;989;p23"/>
              <p:cNvGrpSpPr/>
              <p:nvPr/>
            </p:nvGrpSpPr>
            <p:grpSpPr>
              <a:xfrm>
                <a:off x="-1" y="621223"/>
                <a:ext cx="699940" cy="478601"/>
                <a:chOff x="39722" y="4349021"/>
                <a:chExt cx="1061964" cy="726143"/>
              </a:xfrm>
            </p:grpSpPr>
            <p:grpSp>
              <p:nvGrpSpPr>
                <p:cNvPr id="990" name="Google Shape;990;p23"/>
                <p:cNvGrpSpPr/>
                <p:nvPr/>
              </p:nvGrpSpPr>
              <p:grpSpPr>
                <a:xfrm rot="2700000">
                  <a:off x="140502" y="4460924"/>
                  <a:ext cx="524584" cy="502337"/>
                  <a:chOff x="1189791" y="-1767331"/>
                  <a:chExt cx="904284" cy="865933"/>
                </a:xfrm>
              </p:grpSpPr>
              <p:sp>
                <p:nvSpPr>
                  <p:cNvPr id="991" name="Google Shape;991;p23"/>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r="100%"/>
                    </a:path>
                    <a:tileRect l="-10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92" name="Google Shape;992;p23"/>
                  <p:cNvGrpSpPr/>
                  <p:nvPr/>
                </p:nvGrpSpPr>
                <p:grpSpPr>
                  <a:xfrm>
                    <a:off x="1232795" y="-1740829"/>
                    <a:ext cx="717621" cy="717392"/>
                    <a:chOff x="1483457" y="3953671"/>
                    <a:chExt cx="717621" cy="717392"/>
                  </a:xfrm>
                </p:grpSpPr>
                <p:sp>
                  <p:nvSpPr>
                    <p:cNvPr id="993" name="Google Shape;993;p23"/>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p23"/>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 name="Google Shape;995;p23"/>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 name="Google Shape;996;p23"/>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p23"/>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998" name="Google Shape;998;p23"/>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99" name="Google Shape;999;p23"/>
              <p:cNvGrpSpPr/>
              <p:nvPr/>
            </p:nvGrpSpPr>
            <p:grpSpPr>
              <a:xfrm>
                <a:off x="955673" y="11"/>
                <a:ext cx="592576" cy="405260"/>
                <a:chOff x="39722" y="4349021"/>
                <a:chExt cx="1061964" cy="726143"/>
              </a:xfrm>
            </p:grpSpPr>
            <p:grpSp>
              <p:nvGrpSpPr>
                <p:cNvPr id="1000" name="Google Shape;1000;p23"/>
                <p:cNvGrpSpPr/>
                <p:nvPr/>
              </p:nvGrpSpPr>
              <p:grpSpPr>
                <a:xfrm rot="2700000">
                  <a:off x="140502" y="4460924"/>
                  <a:ext cx="524584" cy="502337"/>
                  <a:chOff x="1189791" y="-1767331"/>
                  <a:chExt cx="904284" cy="865933"/>
                </a:xfrm>
              </p:grpSpPr>
              <p:sp>
                <p:nvSpPr>
                  <p:cNvPr id="1001" name="Google Shape;1001;p23"/>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r="100%"/>
                    </a:path>
                    <a:tileRect l="-10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02" name="Google Shape;1002;p23"/>
                  <p:cNvGrpSpPr/>
                  <p:nvPr/>
                </p:nvGrpSpPr>
                <p:grpSpPr>
                  <a:xfrm>
                    <a:off x="1232795" y="-1740829"/>
                    <a:ext cx="717621" cy="717392"/>
                    <a:chOff x="1483457" y="3953671"/>
                    <a:chExt cx="717621" cy="717392"/>
                  </a:xfrm>
                </p:grpSpPr>
                <p:sp>
                  <p:nvSpPr>
                    <p:cNvPr id="1003" name="Google Shape;1003;p23"/>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p23"/>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23"/>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23"/>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7" name="Google Shape;1007;p23"/>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008" name="Google Shape;1008;p23"/>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09" name="Google Shape;1009;p23"/>
              <p:cNvGrpSpPr/>
              <p:nvPr/>
            </p:nvGrpSpPr>
            <p:grpSpPr>
              <a:xfrm>
                <a:off x="441574" y="-36652"/>
                <a:ext cx="699940" cy="478601"/>
                <a:chOff x="39722" y="4349021"/>
                <a:chExt cx="1061964" cy="726143"/>
              </a:xfrm>
            </p:grpSpPr>
            <p:grpSp>
              <p:nvGrpSpPr>
                <p:cNvPr id="1010" name="Google Shape;1010;p23"/>
                <p:cNvGrpSpPr/>
                <p:nvPr/>
              </p:nvGrpSpPr>
              <p:grpSpPr>
                <a:xfrm rot="2700000">
                  <a:off x="140502" y="4460924"/>
                  <a:ext cx="524584" cy="502337"/>
                  <a:chOff x="1189791" y="-1767331"/>
                  <a:chExt cx="904284" cy="865933"/>
                </a:xfrm>
              </p:grpSpPr>
              <p:sp>
                <p:nvSpPr>
                  <p:cNvPr id="1011" name="Google Shape;1011;p23"/>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r="100%"/>
                    </a:path>
                    <a:tileRect l="-10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12" name="Google Shape;1012;p23"/>
                  <p:cNvGrpSpPr/>
                  <p:nvPr/>
                </p:nvGrpSpPr>
                <p:grpSpPr>
                  <a:xfrm>
                    <a:off x="1232795" y="-1740829"/>
                    <a:ext cx="717621" cy="717392"/>
                    <a:chOff x="1483457" y="3953671"/>
                    <a:chExt cx="717621" cy="717392"/>
                  </a:xfrm>
                </p:grpSpPr>
                <p:sp>
                  <p:nvSpPr>
                    <p:cNvPr id="1013" name="Google Shape;1013;p23"/>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23"/>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23"/>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23"/>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23"/>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018" name="Google Shape;1018;p23"/>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19" name="Google Shape;1019;p23"/>
              <p:cNvGrpSpPr/>
              <p:nvPr/>
            </p:nvGrpSpPr>
            <p:grpSpPr>
              <a:xfrm>
                <a:off x="-494406" y="-252396"/>
                <a:ext cx="1741563" cy="1288563"/>
                <a:chOff x="-494406" y="-252396"/>
                <a:chExt cx="1741563" cy="1288563"/>
              </a:xfrm>
            </p:grpSpPr>
            <p:sp>
              <p:nvSpPr>
                <p:cNvPr id="1020" name="Google Shape;1020;p23"/>
                <p:cNvSpPr/>
                <p:nvPr/>
              </p:nvSpPr>
              <p:spPr>
                <a:xfrm rot="2700000">
                  <a:off x="137431"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r="100%"/>
                  </a:path>
                  <a:tileRect l="-10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23"/>
                <p:cNvSpPr/>
                <p:nvPr/>
              </p:nvSpPr>
              <p:spPr>
                <a:xfrm rot="2700000">
                  <a:off x="-315569"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r="100%"/>
                  </a:path>
                  <a:tileRect l="-10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022" name="Google Shape;1022;p23"/>
            <p:cNvGrpSpPr/>
            <p:nvPr/>
          </p:nvGrpSpPr>
          <p:grpSpPr>
            <a:xfrm>
              <a:off x="5643425" y="4968525"/>
              <a:ext cx="439200" cy="439100"/>
              <a:chOff x="1101075" y="2142375"/>
              <a:chExt cx="439200" cy="439100"/>
            </a:xfrm>
          </p:grpSpPr>
          <p:sp>
            <p:nvSpPr>
              <p:cNvPr id="1023" name="Google Shape;1023;p23"/>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23"/>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pic>
        <p:nvPicPr>
          <p:cNvPr id="1025" name="Google Shape;1025;p23"/>
          <p:cNvPicPr preferRelativeResize="0"/>
          <p:nvPr/>
        </p:nvPicPr>
        <p:blipFill rotWithShape="1">
          <a:blip r:embed="rId2">
            <a:alphaModFix/>
          </a:blip>
          <a:srcRect b="26177" l="16960" r="7121" t="24718"/>
          <a:stretch/>
        </p:blipFill>
        <p:spPr>
          <a:xfrm rot="5400000">
            <a:off x="-1432850" y="882950"/>
            <a:ext cx="2441950" cy="1863749"/>
          </a:xfrm>
          <a:prstGeom prst="rect">
            <a:avLst/>
          </a:prstGeom>
          <a:noFill/>
          <a:ln>
            <a:noFill/>
          </a:ln>
        </p:spPr>
      </p:pic>
      <p:grpSp>
        <p:nvGrpSpPr>
          <p:cNvPr id="1026" name="Google Shape;1026;p23"/>
          <p:cNvGrpSpPr/>
          <p:nvPr/>
        </p:nvGrpSpPr>
        <p:grpSpPr>
          <a:xfrm rot="10800000">
            <a:off x="6045700" y="237976"/>
            <a:ext cx="4558967" cy="134100"/>
            <a:chOff x="796100" y="3019701"/>
            <a:chExt cx="4558967" cy="134100"/>
          </a:xfrm>
        </p:grpSpPr>
        <p:sp>
          <p:nvSpPr>
            <p:cNvPr id="1027" name="Google Shape;1027;p23"/>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28" name="Google Shape;1028;p23"/>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1029" name="Google Shape;1029;p23"/>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30" name="Google Shape;1030;p23"/>
          <p:cNvGrpSpPr/>
          <p:nvPr/>
        </p:nvGrpSpPr>
        <p:grpSpPr>
          <a:xfrm>
            <a:off x="-1143750" y="3925887"/>
            <a:ext cx="4558967" cy="1517787"/>
            <a:chOff x="-1143750" y="3849687"/>
            <a:chExt cx="4558967" cy="1517787"/>
          </a:xfrm>
        </p:grpSpPr>
        <p:grpSp>
          <p:nvGrpSpPr>
            <p:cNvPr id="1031" name="Google Shape;1031;p23"/>
            <p:cNvGrpSpPr/>
            <p:nvPr/>
          </p:nvGrpSpPr>
          <p:grpSpPr>
            <a:xfrm rot="5400000">
              <a:off x="-805838" y="4155104"/>
              <a:ext cx="1517787" cy="906953"/>
              <a:chOff x="-55500" y="4835979"/>
              <a:chExt cx="1517787" cy="906953"/>
            </a:xfrm>
          </p:grpSpPr>
          <p:sp>
            <p:nvSpPr>
              <p:cNvPr id="1032" name="Google Shape;1032;p23"/>
              <p:cNvSpPr/>
              <p:nvPr/>
            </p:nvSpPr>
            <p:spPr>
              <a:xfrm>
                <a:off x="-55500" y="4895154"/>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3" name="Google Shape;1033;p23"/>
              <p:cNvSpPr/>
              <p:nvPr/>
            </p:nvSpPr>
            <p:spPr>
              <a:xfrm>
                <a:off x="522674" y="4951702"/>
                <a:ext cx="340329" cy="325895"/>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4" name="Google Shape;1034;p23"/>
              <p:cNvSpPr/>
              <p:nvPr/>
            </p:nvSpPr>
            <p:spPr>
              <a:xfrm>
                <a:off x="401812" y="51855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5" name="Google Shape;1035;p23"/>
              <p:cNvSpPr/>
              <p:nvPr/>
            </p:nvSpPr>
            <p:spPr>
              <a:xfrm>
                <a:off x="880250" y="48359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36" name="Google Shape;1036;p23"/>
            <p:cNvGrpSpPr/>
            <p:nvPr/>
          </p:nvGrpSpPr>
          <p:grpSpPr>
            <a:xfrm>
              <a:off x="-549966" y="3946426"/>
              <a:ext cx="2833357" cy="1421047"/>
              <a:chOff x="-677366" y="4067276"/>
              <a:chExt cx="2833357" cy="1421047"/>
            </a:xfrm>
          </p:grpSpPr>
          <p:sp>
            <p:nvSpPr>
              <p:cNvPr id="1037" name="Google Shape;1037;p23"/>
              <p:cNvSpPr/>
              <p:nvPr/>
            </p:nvSpPr>
            <p:spPr>
              <a:xfrm rot="5400000">
                <a:off x="28789" y="3361120"/>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9900FF">
                      <a:alpha val="46666"/>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38" name="Google Shape;1038;p23"/>
              <p:cNvGrpSpPr/>
              <p:nvPr/>
            </p:nvGrpSpPr>
            <p:grpSpPr>
              <a:xfrm>
                <a:off x="317735" y="4614472"/>
                <a:ext cx="161977" cy="161940"/>
                <a:chOff x="1101075" y="2142375"/>
                <a:chExt cx="439200" cy="439100"/>
              </a:xfrm>
            </p:grpSpPr>
            <p:sp>
              <p:nvSpPr>
                <p:cNvPr id="1039" name="Google Shape;1039;p23"/>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0" name="Google Shape;1040;p23"/>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41" name="Google Shape;1041;p23"/>
              <p:cNvGrpSpPr/>
              <p:nvPr/>
            </p:nvGrpSpPr>
            <p:grpSpPr>
              <a:xfrm rot="10800000">
                <a:off x="1700151" y="5032693"/>
                <a:ext cx="161977" cy="161940"/>
                <a:chOff x="1101075" y="2142375"/>
                <a:chExt cx="439200" cy="439100"/>
              </a:xfrm>
            </p:grpSpPr>
            <p:sp>
              <p:nvSpPr>
                <p:cNvPr id="1042" name="Google Shape;1042;p23"/>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p23"/>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044" name="Google Shape;1044;p23"/>
            <p:cNvSpPr/>
            <p:nvPr/>
          </p:nvSpPr>
          <p:spPr>
            <a:xfrm rot="-5400000">
              <a:off x="362395" y="3696219"/>
              <a:ext cx="503090" cy="2327806"/>
            </a:xfrm>
            <a:custGeom>
              <a:rect b="b" l="l" r="r" t="t"/>
              <a:pathLst>
                <a:path extrusionOk="0" h="56755" w="12266">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45" name="Google Shape;1045;p23"/>
            <p:cNvGrpSpPr/>
            <p:nvPr/>
          </p:nvGrpSpPr>
          <p:grpSpPr>
            <a:xfrm>
              <a:off x="-1143750" y="4741576"/>
              <a:ext cx="4558967" cy="134100"/>
              <a:chOff x="796100" y="3019701"/>
              <a:chExt cx="4558967" cy="134100"/>
            </a:xfrm>
          </p:grpSpPr>
          <p:sp>
            <p:nvSpPr>
              <p:cNvPr id="1046" name="Google Shape;1046;p23"/>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47" name="Google Shape;1047;p23"/>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1048" name="Google Shape;1048;p23"/>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1049" name="Shape 1049"/>
        <p:cNvGrpSpPr/>
        <p:nvPr/>
      </p:nvGrpSpPr>
      <p:grpSpPr>
        <a:xfrm>
          <a:off x="0" y="0"/>
          <a:ext cx="0" cy="0"/>
          <a:chOff x="0" y="0"/>
          <a:chExt cx="0" cy="0"/>
        </a:xfrm>
      </p:grpSpPr>
      <p:grpSp>
        <p:nvGrpSpPr>
          <p:cNvPr id="1050" name="Google Shape;1050;p24"/>
          <p:cNvGrpSpPr/>
          <p:nvPr/>
        </p:nvGrpSpPr>
        <p:grpSpPr>
          <a:xfrm>
            <a:off x="7059553" y="-2136808"/>
            <a:ext cx="4192757" cy="4558967"/>
            <a:chOff x="6983353" y="-2136808"/>
            <a:chExt cx="4192757" cy="4558967"/>
          </a:xfrm>
        </p:grpSpPr>
        <p:grpSp>
          <p:nvGrpSpPr>
            <p:cNvPr id="1051" name="Google Shape;1051;p24"/>
            <p:cNvGrpSpPr/>
            <p:nvPr/>
          </p:nvGrpSpPr>
          <p:grpSpPr>
            <a:xfrm rot="-509296">
              <a:off x="7187207" y="-982000"/>
              <a:ext cx="3785049" cy="3043008"/>
              <a:chOff x="7103825" y="-713112"/>
              <a:chExt cx="3785226" cy="3043150"/>
            </a:xfrm>
          </p:grpSpPr>
          <p:sp>
            <p:nvSpPr>
              <p:cNvPr id="1052" name="Google Shape;1052;p24"/>
              <p:cNvSpPr/>
              <p:nvPr/>
            </p:nvSpPr>
            <p:spPr>
              <a:xfrm rot="-3600017">
                <a:off x="7761095" y="-21"/>
                <a:ext cx="2152450" cy="1864030"/>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53" name="Google Shape;1053;p24"/>
              <p:cNvPicPr preferRelativeResize="0"/>
              <p:nvPr/>
            </p:nvPicPr>
            <p:blipFill rotWithShape="1">
              <a:blip r:embed="rId2">
                <a:alphaModFix/>
              </a:blip>
              <a:srcRect b="17663" l="0" r="0" t="17657"/>
              <a:stretch/>
            </p:blipFill>
            <p:spPr>
              <a:xfrm>
                <a:off x="7103825" y="-713112"/>
                <a:ext cx="3785226" cy="2888974"/>
              </a:xfrm>
              <a:prstGeom prst="rect">
                <a:avLst/>
              </a:prstGeom>
              <a:noFill/>
              <a:ln>
                <a:noFill/>
              </a:ln>
            </p:spPr>
          </p:pic>
        </p:grpSp>
        <p:grpSp>
          <p:nvGrpSpPr>
            <p:cNvPr id="1054" name="Google Shape;1054;p24"/>
            <p:cNvGrpSpPr/>
            <p:nvPr/>
          </p:nvGrpSpPr>
          <p:grpSpPr>
            <a:xfrm rot="5400000">
              <a:off x="6489450" y="75626"/>
              <a:ext cx="4558967" cy="134100"/>
              <a:chOff x="796100" y="3019701"/>
              <a:chExt cx="4558967" cy="134100"/>
            </a:xfrm>
          </p:grpSpPr>
          <p:sp>
            <p:nvSpPr>
              <p:cNvPr id="1055" name="Google Shape;1055;p24"/>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56" name="Google Shape;1056;p24"/>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1057" name="Google Shape;1057;p24"/>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058" name="Google Shape;1058;p24"/>
          <p:cNvSpPr txBox="1"/>
          <p:nvPr>
            <p:ph idx="1" type="subTitle"/>
          </p:nvPr>
        </p:nvSpPr>
        <p:spPr>
          <a:xfrm>
            <a:off x="720000" y="2649975"/>
            <a:ext cx="1981800" cy="10881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59" name="Google Shape;1059;p24"/>
          <p:cNvSpPr txBox="1"/>
          <p:nvPr>
            <p:ph idx="2" type="subTitle"/>
          </p:nvPr>
        </p:nvSpPr>
        <p:spPr>
          <a:xfrm>
            <a:off x="3584484" y="2649975"/>
            <a:ext cx="1981800" cy="10881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60" name="Google Shape;1060;p24"/>
          <p:cNvSpPr txBox="1"/>
          <p:nvPr>
            <p:ph idx="3" type="subTitle"/>
          </p:nvPr>
        </p:nvSpPr>
        <p:spPr>
          <a:xfrm>
            <a:off x="6448975" y="2649975"/>
            <a:ext cx="1981800" cy="10881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61" name="Google Shape;1061;p2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062" name="Google Shape;1062;p24"/>
          <p:cNvSpPr txBox="1"/>
          <p:nvPr>
            <p:ph idx="4" type="subTitle"/>
          </p:nvPr>
        </p:nvSpPr>
        <p:spPr>
          <a:xfrm>
            <a:off x="720000" y="2323875"/>
            <a:ext cx="1981800" cy="4023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IBM Plex Mono"/>
              <a:buNone/>
              <a:defRPr b="1" sz="2000">
                <a:latin typeface="IBM Plex Mono"/>
                <a:ea typeface="IBM Plex Mono"/>
                <a:cs typeface="IBM Plex Mono"/>
                <a:sym typeface="IBM Plex Mono"/>
              </a:defRPr>
            </a:lvl1pPr>
            <a:lvl2pPr lvl="1"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1063" name="Google Shape;1063;p24"/>
          <p:cNvSpPr txBox="1"/>
          <p:nvPr>
            <p:ph idx="5" type="subTitle"/>
          </p:nvPr>
        </p:nvSpPr>
        <p:spPr>
          <a:xfrm>
            <a:off x="3584483" y="2323875"/>
            <a:ext cx="1981800" cy="4023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IBM Plex Mono"/>
              <a:buNone/>
              <a:defRPr b="1" sz="2000">
                <a:latin typeface="IBM Plex Mono"/>
                <a:ea typeface="IBM Plex Mono"/>
                <a:cs typeface="IBM Plex Mono"/>
                <a:sym typeface="IBM Plex Mono"/>
              </a:defRPr>
            </a:lvl1pPr>
            <a:lvl2pPr lvl="1"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1064" name="Google Shape;1064;p24"/>
          <p:cNvSpPr txBox="1"/>
          <p:nvPr>
            <p:ph idx="6" type="subTitle"/>
          </p:nvPr>
        </p:nvSpPr>
        <p:spPr>
          <a:xfrm>
            <a:off x="6448972" y="2323875"/>
            <a:ext cx="1981800" cy="4023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IBM Plex Mono"/>
              <a:buNone/>
              <a:defRPr b="1" sz="2000">
                <a:latin typeface="IBM Plex Mono"/>
                <a:ea typeface="IBM Plex Mono"/>
                <a:cs typeface="IBM Plex Mono"/>
                <a:sym typeface="IBM Plex Mono"/>
              </a:defRPr>
            </a:lvl1pPr>
            <a:lvl2pPr lvl="1"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grpSp>
        <p:nvGrpSpPr>
          <p:cNvPr id="1065" name="Google Shape;1065;p24"/>
          <p:cNvGrpSpPr/>
          <p:nvPr/>
        </p:nvGrpSpPr>
        <p:grpSpPr>
          <a:xfrm>
            <a:off x="6067575" y="2796625"/>
            <a:ext cx="4006263" cy="4771152"/>
            <a:chOff x="5915175" y="2339425"/>
            <a:chExt cx="4006263" cy="4771152"/>
          </a:xfrm>
        </p:grpSpPr>
        <p:sp>
          <p:nvSpPr>
            <p:cNvPr id="1066" name="Google Shape;1066;p24"/>
            <p:cNvSpPr/>
            <p:nvPr/>
          </p:nvSpPr>
          <p:spPr>
            <a:xfrm>
              <a:off x="5915175" y="236128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p24"/>
            <p:cNvSpPr/>
            <p:nvPr/>
          </p:nvSpPr>
          <p:spPr>
            <a:xfrm>
              <a:off x="6873793" y="233942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68" name="Google Shape;1068;p24"/>
            <p:cNvGrpSpPr/>
            <p:nvPr/>
          </p:nvGrpSpPr>
          <p:grpSpPr>
            <a:xfrm>
              <a:off x="7520550" y="4608575"/>
              <a:ext cx="582050" cy="582425"/>
              <a:chOff x="959750" y="3039275"/>
              <a:chExt cx="582050" cy="582425"/>
            </a:xfrm>
          </p:grpSpPr>
          <p:sp>
            <p:nvSpPr>
              <p:cNvPr id="1069" name="Google Shape;1069;p24"/>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0" name="Google Shape;1070;p24"/>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1" name="Google Shape;1071;p24"/>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24"/>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24"/>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4" name="Google Shape;1074;p24"/>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5" name="Google Shape;1075;p24"/>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76" name="Google Shape;1076;p24"/>
            <p:cNvGrpSpPr/>
            <p:nvPr/>
          </p:nvGrpSpPr>
          <p:grpSpPr>
            <a:xfrm>
              <a:off x="8484675" y="3658275"/>
              <a:ext cx="582050" cy="582425"/>
              <a:chOff x="959750" y="3039275"/>
              <a:chExt cx="582050" cy="582425"/>
            </a:xfrm>
          </p:grpSpPr>
          <p:sp>
            <p:nvSpPr>
              <p:cNvPr id="1077" name="Google Shape;1077;p24"/>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8" name="Google Shape;1078;p24"/>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24"/>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0" name="Google Shape;1080;p24"/>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1" name="Google Shape;1081;p24"/>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p24"/>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3" name="Google Shape;1083;p24"/>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084" name="Google Shape;1084;p24"/>
          <p:cNvGrpSpPr/>
          <p:nvPr/>
        </p:nvGrpSpPr>
        <p:grpSpPr>
          <a:xfrm>
            <a:off x="-235366" y="3828554"/>
            <a:ext cx="5249359" cy="2992224"/>
            <a:chOff x="-258616" y="3430829"/>
            <a:chExt cx="5249359" cy="2992224"/>
          </a:xfrm>
        </p:grpSpPr>
        <p:pic>
          <p:nvPicPr>
            <p:cNvPr id="1085" name="Google Shape;1085;p24"/>
            <p:cNvPicPr preferRelativeResize="0"/>
            <p:nvPr/>
          </p:nvPicPr>
          <p:blipFill rotWithShape="1">
            <a:blip r:embed="rId3">
              <a:alphaModFix/>
            </a:blip>
            <a:srcRect b="26177" l="16960" r="7121" t="24718"/>
            <a:stretch/>
          </p:blipFill>
          <p:spPr>
            <a:xfrm>
              <a:off x="1070243" y="3430829"/>
              <a:ext cx="3920501" cy="2992224"/>
            </a:xfrm>
            <a:prstGeom prst="rect">
              <a:avLst/>
            </a:prstGeom>
            <a:noFill/>
            <a:ln>
              <a:noFill/>
            </a:ln>
          </p:spPr>
        </p:pic>
        <p:sp>
          <p:nvSpPr>
            <p:cNvPr id="1086" name="Google Shape;1086;p24"/>
            <p:cNvSpPr/>
            <p:nvPr/>
          </p:nvSpPr>
          <p:spPr>
            <a:xfrm>
              <a:off x="363250" y="4667754"/>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7" name="Google Shape;1087;p24"/>
            <p:cNvSpPr/>
            <p:nvPr/>
          </p:nvSpPr>
          <p:spPr>
            <a:xfrm>
              <a:off x="941424" y="4724302"/>
              <a:ext cx="340329" cy="325895"/>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p24"/>
            <p:cNvSpPr/>
            <p:nvPr/>
          </p:nvSpPr>
          <p:spPr>
            <a:xfrm>
              <a:off x="820562" y="49581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9" name="Google Shape;1089;p24"/>
            <p:cNvSpPr/>
            <p:nvPr/>
          </p:nvSpPr>
          <p:spPr>
            <a:xfrm>
              <a:off x="1299000" y="46085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24"/>
            <p:cNvSpPr/>
            <p:nvPr/>
          </p:nvSpPr>
          <p:spPr>
            <a:xfrm rot="5400000">
              <a:off x="447539" y="3133720"/>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91" name="Google Shape;1091;p24"/>
            <p:cNvGrpSpPr/>
            <p:nvPr/>
          </p:nvGrpSpPr>
          <p:grpSpPr>
            <a:xfrm>
              <a:off x="736485" y="4387072"/>
              <a:ext cx="161977" cy="161940"/>
              <a:chOff x="1101075" y="2142375"/>
              <a:chExt cx="439200" cy="439100"/>
            </a:xfrm>
          </p:grpSpPr>
          <p:sp>
            <p:nvSpPr>
              <p:cNvPr id="1092" name="Google Shape;1092;p24"/>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3" name="Google Shape;1093;p24"/>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94" name="Google Shape;1094;p24"/>
            <p:cNvGrpSpPr/>
            <p:nvPr/>
          </p:nvGrpSpPr>
          <p:grpSpPr>
            <a:xfrm rot="10800000">
              <a:off x="2118901" y="4805293"/>
              <a:ext cx="161977" cy="161940"/>
              <a:chOff x="1101075" y="2142375"/>
              <a:chExt cx="439200" cy="439100"/>
            </a:xfrm>
          </p:grpSpPr>
          <p:sp>
            <p:nvSpPr>
              <p:cNvPr id="1095" name="Google Shape;1095;p24"/>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24"/>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097" name="Google Shape;1097;p24"/>
          <p:cNvGrpSpPr/>
          <p:nvPr/>
        </p:nvGrpSpPr>
        <p:grpSpPr>
          <a:xfrm>
            <a:off x="-515563" y="-797996"/>
            <a:ext cx="1433417" cy="2584783"/>
            <a:chOff x="-363163" y="-645596"/>
            <a:chExt cx="1433417" cy="2584783"/>
          </a:xfrm>
        </p:grpSpPr>
        <p:grpSp>
          <p:nvGrpSpPr>
            <p:cNvPr id="1098" name="Google Shape;1098;p24"/>
            <p:cNvGrpSpPr/>
            <p:nvPr/>
          </p:nvGrpSpPr>
          <p:grpSpPr>
            <a:xfrm rot="10800000">
              <a:off x="-64595" y="-645596"/>
              <a:ext cx="1134849" cy="2370191"/>
              <a:chOff x="-575575" y="3685599"/>
              <a:chExt cx="1421048" cy="2967932"/>
            </a:xfrm>
          </p:grpSpPr>
          <p:sp>
            <p:nvSpPr>
              <p:cNvPr id="1099" name="Google Shape;1099;p24"/>
              <p:cNvSpPr/>
              <p:nvPr/>
            </p:nvSpPr>
            <p:spPr>
              <a:xfrm>
                <a:off x="-575575" y="3685599"/>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0" name="Google Shape;1100;p24"/>
              <p:cNvSpPr/>
              <p:nvPr/>
            </p:nvSpPr>
            <p:spPr>
              <a:xfrm rot="10800000">
                <a:off x="-575573" y="3820175"/>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01" name="Google Shape;1101;p24"/>
            <p:cNvSpPr/>
            <p:nvPr/>
          </p:nvSpPr>
          <p:spPr>
            <a:xfrm>
              <a:off x="0" y="361650"/>
              <a:ext cx="581991" cy="575861"/>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2" name="Google Shape;1102;p24"/>
            <p:cNvSpPr/>
            <p:nvPr/>
          </p:nvSpPr>
          <p:spPr>
            <a:xfrm>
              <a:off x="131225" y="0"/>
              <a:ext cx="581991" cy="575861"/>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03" name="Google Shape;1103;p24"/>
            <p:cNvGrpSpPr/>
            <p:nvPr/>
          </p:nvGrpSpPr>
          <p:grpSpPr>
            <a:xfrm flipH="1" rot="-2700000">
              <a:off x="-216370" y="1084101"/>
              <a:ext cx="708093" cy="708493"/>
              <a:chOff x="3678700" y="407275"/>
              <a:chExt cx="708100" cy="708500"/>
            </a:xfrm>
          </p:grpSpPr>
          <p:sp>
            <p:nvSpPr>
              <p:cNvPr id="1104" name="Google Shape;1104;p24"/>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5" name="Google Shape;1105;p24"/>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6" name="Google Shape;1106;p24"/>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7" name="Google Shape;1107;p24"/>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8" name="Google Shape;1108;p24"/>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9" name="Google Shape;1109;p24"/>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0" name="Google Shape;1110;p24"/>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6_1">
    <p:spTree>
      <p:nvGrpSpPr>
        <p:cNvPr id="1111" name="Shape 1111"/>
        <p:cNvGrpSpPr/>
        <p:nvPr/>
      </p:nvGrpSpPr>
      <p:grpSpPr>
        <a:xfrm>
          <a:off x="0" y="0"/>
          <a:ext cx="0" cy="0"/>
          <a:chOff x="0" y="0"/>
          <a:chExt cx="0" cy="0"/>
        </a:xfrm>
      </p:grpSpPr>
      <p:sp>
        <p:nvSpPr>
          <p:cNvPr id="1112" name="Google Shape;1112;p25"/>
          <p:cNvSpPr txBox="1"/>
          <p:nvPr>
            <p:ph idx="1" type="subTitle"/>
          </p:nvPr>
        </p:nvSpPr>
        <p:spPr>
          <a:xfrm>
            <a:off x="720000" y="3520475"/>
            <a:ext cx="1981800" cy="10881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13" name="Google Shape;1113;p25"/>
          <p:cNvSpPr txBox="1"/>
          <p:nvPr>
            <p:ph idx="2" type="subTitle"/>
          </p:nvPr>
        </p:nvSpPr>
        <p:spPr>
          <a:xfrm>
            <a:off x="3584484" y="3520475"/>
            <a:ext cx="1981800" cy="10881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14" name="Google Shape;1114;p25"/>
          <p:cNvSpPr txBox="1"/>
          <p:nvPr>
            <p:ph idx="3" type="subTitle"/>
          </p:nvPr>
        </p:nvSpPr>
        <p:spPr>
          <a:xfrm>
            <a:off x="6448975" y="3520475"/>
            <a:ext cx="1981800" cy="10881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15" name="Google Shape;1115;p2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116" name="Google Shape;1116;p25"/>
          <p:cNvSpPr txBox="1"/>
          <p:nvPr>
            <p:ph idx="4" type="subTitle"/>
          </p:nvPr>
        </p:nvSpPr>
        <p:spPr>
          <a:xfrm>
            <a:off x="720000" y="3194375"/>
            <a:ext cx="1981800" cy="4023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IBM Plex Mono"/>
              <a:buNone/>
              <a:defRPr b="1" sz="2000">
                <a:latin typeface="IBM Plex Mono"/>
                <a:ea typeface="IBM Plex Mono"/>
                <a:cs typeface="IBM Plex Mono"/>
                <a:sym typeface="IBM Plex Mono"/>
              </a:defRPr>
            </a:lvl1pPr>
            <a:lvl2pPr lvl="1"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1117" name="Google Shape;1117;p25"/>
          <p:cNvSpPr txBox="1"/>
          <p:nvPr>
            <p:ph idx="5" type="subTitle"/>
          </p:nvPr>
        </p:nvSpPr>
        <p:spPr>
          <a:xfrm>
            <a:off x="3584483" y="3194375"/>
            <a:ext cx="1981800" cy="4023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IBM Plex Mono"/>
              <a:buNone/>
              <a:defRPr b="1" sz="2000">
                <a:latin typeface="IBM Plex Mono"/>
                <a:ea typeface="IBM Plex Mono"/>
                <a:cs typeface="IBM Plex Mono"/>
                <a:sym typeface="IBM Plex Mono"/>
              </a:defRPr>
            </a:lvl1pPr>
            <a:lvl2pPr lvl="1"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1118" name="Google Shape;1118;p25"/>
          <p:cNvSpPr txBox="1"/>
          <p:nvPr>
            <p:ph idx="6" type="subTitle"/>
          </p:nvPr>
        </p:nvSpPr>
        <p:spPr>
          <a:xfrm>
            <a:off x="6448972" y="3194375"/>
            <a:ext cx="1981800" cy="4023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IBM Plex Mono"/>
              <a:buNone/>
              <a:defRPr b="1" sz="2000">
                <a:latin typeface="IBM Plex Mono"/>
                <a:ea typeface="IBM Plex Mono"/>
                <a:cs typeface="IBM Plex Mono"/>
                <a:sym typeface="IBM Plex Mono"/>
              </a:defRPr>
            </a:lvl1pPr>
            <a:lvl2pPr lvl="1"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1119" name="Google Shape;1119;p25"/>
          <p:cNvSpPr/>
          <p:nvPr>
            <p:ph idx="7" type="pic"/>
          </p:nvPr>
        </p:nvSpPr>
        <p:spPr>
          <a:xfrm>
            <a:off x="720000" y="1236800"/>
            <a:ext cx="1981800" cy="1662300"/>
          </a:xfrm>
          <a:prstGeom prst="snip1Rect">
            <a:avLst>
              <a:gd fmla="val 16667" name="adj"/>
            </a:avLst>
          </a:prstGeom>
          <a:noFill/>
          <a:ln>
            <a:noFill/>
          </a:ln>
        </p:spPr>
      </p:sp>
      <p:sp>
        <p:nvSpPr>
          <p:cNvPr id="1120" name="Google Shape;1120;p25"/>
          <p:cNvSpPr/>
          <p:nvPr>
            <p:ph idx="8" type="pic"/>
          </p:nvPr>
        </p:nvSpPr>
        <p:spPr>
          <a:xfrm>
            <a:off x="3584475" y="1236800"/>
            <a:ext cx="1981800" cy="1662300"/>
          </a:xfrm>
          <a:prstGeom prst="snip1Rect">
            <a:avLst>
              <a:gd fmla="val 16667" name="adj"/>
            </a:avLst>
          </a:prstGeom>
          <a:noFill/>
          <a:ln>
            <a:noFill/>
          </a:ln>
        </p:spPr>
      </p:sp>
      <p:sp>
        <p:nvSpPr>
          <p:cNvPr id="1121" name="Google Shape;1121;p25"/>
          <p:cNvSpPr/>
          <p:nvPr>
            <p:ph idx="9" type="pic"/>
          </p:nvPr>
        </p:nvSpPr>
        <p:spPr>
          <a:xfrm>
            <a:off x="6448950" y="1236800"/>
            <a:ext cx="1981800" cy="1662300"/>
          </a:xfrm>
          <a:prstGeom prst="snip1Rect">
            <a:avLst>
              <a:gd fmla="val 16667" name="adj"/>
            </a:avLst>
          </a:prstGeom>
          <a:noFill/>
          <a:ln>
            <a:noFill/>
          </a:ln>
        </p:spPr>
      </p:sp>
      <p:grpSp>
        <p:nvGrpSpPr>
          <p:cNvPr id="1122" name="Google Shape;1122;p25"/>
          <p:cNvGrpSpPr/>
          <p:nvPr/>
        </p:nvGrpSpPr>
        <p:grpSpPr>
          <a:xfrm>
            <a:off x="-928041" y="3925887"/>
            <a:ext cx="2833357" cy="1517787"/>
            <a:chOff x="-623241" y="3849687"/>
            <a:chExt cx="2833357" cy="1517787"/>
          </a:xfrm>
        </p:grpSpPr>
        <p:grpSp>
          <p:nvGrpSpPr>
            <p:cNvPr id="1123" name="Google Shape;1123;p25"/>
            <p:cNvGrpSpPr/>
            <p:nvPr/>
          </p:nvGrpSpPr>
          <p:grpSpPr>
            <a:xfrm rot="5400000">
              <a:off x="-879113" y="4155104"/>
              <a:ext cx="1517787" cy="906953"/>
              <a:chOff x="-55500" y="4835979"/>
              <a:chExt cx="1517787" cy="906953"/>
            </a:xfrm>
          </p:grpSpPr>
          <p:sp>
            <p:nvSpPr>
              <p:cNvPr id="1124" name="Google Shape;1124;p25"/>
              <p:cNvSpPr/>
              <p:nvPr/>
            </p:nvSpPr>
            <p:spPr>
              <a:xfrm>
                <a:off x="-55500" y="4895154"/>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5" name="Google Shape;1125;p25"/>
              <p:cNvSpPr/>
              <p:nvPr/>
            </p:nvSpPr>
            <p:spPr>
              <a:xfrm>
                <a:off x="522674" y="4951702"/>
                <a:ext cx="340329" cy="325895"/>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6" name="Google Shape;1126;p25"/>
              <p:cNvSpPr/>
              <p:nvPr/>
            </p:nvSpPr>
            <p:spPr>
              <a:xfrm>
                <a:off x="401812" y="51855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7" name="Google Shape;1127;p25"/>
              <p:cNvSpPr/>
              <p:nvPr/>
            </p:nvSpPr>
            <p:spPr>
              <a:xfrm>
                <a:off x="880250" y="48359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28" name="Google Shape;1128;p25"/>
            <p:cNvGrpSpPr/>
            <p:nvPr/>
          </p:nvGrpSpPr>
          <p:grpSpPr>
            <a:xfrm>
              <a:off x="-623241" y="3946426"/>
              <a:ext cx="2833357" cy="1421047"/>
              <a:chOff x="-677366" y="4067276"/>
              <a:chExt cx="2833357" cy="1421047"/>
            </a:xfrm>
          </p:grpSpPr>
          <p:sp>
            <p:nvSpPr>
              <p:cNvPr id="1129" name="Google Shape;1129;p25"/>
              <p:cNvSpPr/>
              <p:nvPr/>
            </p:nvSpPr>
            <p:spPr>
              <a:xfrm rot="5400000">
                <a:off x="28789" y="3361120"/>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9900FF">
                      <a:alpha val="46666"/>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30" name="Google Shape;1130;p25"/>
              <p:cNvGrpSpPr/>
              <p:nvPr/>
            </p:nvGrpSpPr>
            <p:grpSpPr>
              <a:xfrm>
                <a:off x="317735" y="4614472"/>
                <a:ext cx="161977" cy="161940"/>
                <a:chOff x="1101075" y="2142375"/>
                <a:chExt cx="439200" cy="439100"/>
              </a:xfrm>
            </p:grpSpPr>
            <p:sp>
              <p:nvSpPr>
                <p:cNvPr id="1131" name="Google Shape;1131;p25"/>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2" name="Google Shape;1132;p25"/>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33" name="Google Shape;1133;p25"/>
              <p:cNvGrpSpPr/>
              <p:nvPr/>
            </p:nvGrpSpPr>
            <p:grpSpPr>
              <a:xfrm rot="10800000">
                <a:off x="1700151" y="5032693"/>
                <a:ext cx="161977" cy="161940"/>
                <a:chOff x="1101075" y="2142375"/>
                <a:chExt cx="439200" cy="439100"/>
              </a:xfrm>
            </p:grpSpPr>
            <p:sp>
              <p:nvSpPr>
                <p:cNvPr id="1134" name="Google Shape;1134;p25"/>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5" name="Google Shape;1135;p25"/>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136" name="Google Shape;1136;p25"/>
            <p:cNvSpPr/>
            <p:nvPr/>
          </p:nvSpPr>
          <p:spPr>
            <a:xfrm rot="-5400000">
              <a:off x="289120" y="3696219"/>
              <a:ext cx="503090" cy="2327806"/>
            </a:xfrm>
            <a:custGeom>
              <a:rect b="b" l="l" r="r" t="t"/>
              <a:pathLst>
                <a:path extrusionOk="0" h="56755" w="12266">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37" name="Google Shape;1137;p25"/>
          <p:cNvGrpSpPr/>
          <p:nvPr/>
        </p:nvGrpSpPr>
        <p:grpSpPr>
          <a:xfrm>
            <a:off x="6400125" y="-1754449"/>
            <a:ext cx="4189199" cy="3065874"/>
            <a:chOff x="6171525" y="-1678249"/>
            <a:chExt cx="4189199" cy="3065874"/>
          </a:xfrm>
        </p:grpSpPr>
        <p:sp>
          <p:nvSpPr>
            <p:cNvPr id="1138" name="Google Shape;1138;p25"/>
            <p:cNvSpPr/>
            <p:nvPr/>
          </p:nvSpPr>
          <p:spPr>
            <a:xfrm rot="-5400000">
              <a:off x="6808863" y="-808395"/>
              <a:ext cx="1558682"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39" name="Google Shape;1139;p25"/>
            <p:cNvPicPr preferRelativeResize="0"/>
            <p:nvPr/>
          </p:nvPicPr>
          <p:blipFill rotWithShape="1">
            <a:blip r:embed="rId2">
              <a:alphaModFix/>
            </a:blip>
            <a:srcRect b="26177" l="16960" r="7121" t="24718"/>
            <a:stretch/>
          </p:blipFill>
          <p:spPr>
            <a:xfrm>
              <a:off x="6587425" y="-1678249"/>
              <a:ext cx="3773299" cy="2879876"/>
            </a:xfrm>
            <a:prstGeom prst="rect">
              <a:avLst/>
            </a:prstGeom>
            <a:noFill/>
            <a:ln>
              <a:noFill/>
            </a:ln>
          </p:spPr>
        </p:pic>
        <p:sp>
          <p:nvSpPr>
            <p:cNvPr id="1140" name="Google Shape;1140;p25"/>
            <p:cNvSpPr/>
            <p:nvPr/>
          </p:nvSpPr>
          <p:spPr>
            <a:xfrm>
              <a:off x="8292929" y="-80469"/>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r="100%"/>
              </a:path>
              <a:tileRect l="-10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41" name="Google Shape;1141;p25"/>
            <p:cNvGrpSpPr/>
            <p:nvPr/>
          </p:nvGrpSpPr>
          <p:grpSpPr>
            <a:xfrm rot="-2700000">
              <a:off x="8302147" y="61289"/>
              <a:ext cx="582044" cy="582419"/>
              <a:chOff x="959750" y="3039275"/>
              <a:chExt cx="582050" cy="582425"/>
            </a:xfrm>
          </p:grpSpPr>
          <p:sp>
            <p:nvSpPr>
              <p:cNvPr id="1142" name="Google Shape;1142;p25"/>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3" name="Google Shape;1143;p25"/>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4" name="Google Shape;1144;p25"/>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p25"/>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6" name="Google Shape;1146;p25"/>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7" name="Google Shape;1147;p25"/>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8" name="Google Shape;1148;p25"/>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49" name="Google Shape;1149;p25"/>
            <p:cNvGrpSpPr/>
            <p:nvPr/>
          </p:nvGrpSpPr>
          <p:grpSpPr>
            <a:xfrm rot="-2700000">
              <a:off x="8551447" y="61289"/>
              <a:ext cx="582044" cy="582419"/>
              <a:chOff x="959750" y="3039275"/>
              <a:chExt cx="582050" cy="582425"/>
            </a:xfrm>
          </p:grpSpPr>
          <p:sp>
            <p:nvSpPr>
              <p:cNvPr id="1150" name="Google Shape;1150;p25"/>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1" name="Google Shape;1151;p25"/>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2" name="Google Shape;1152;p25"/>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3" name="Google Shape;1153;p25"/>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4" name="Google Shape;1154;p25"/>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5" name="Google Shape;1155;p25"/>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6" name="Google Shape;1156;p25"/>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157" name="Google Shape;1157;p25"/>
          <p:cNvGrpSpPr/>
          <p:nvPr/>
        </p:nvGrpSpPr>
        <p:grpSpPr>
          <a:xfrm rot="2700000">
            <a:off x="8945322" y="2352177"/>
            <a:ext cx="439196" cy="439096"/>
            <a:chOff x="1101075" y="2142375"/>
            <a:chExt cx="439200" cy="439100"/>
          </a:xfrm>
        </p:grpSpPr>
        <p:sp>
          <p:nvSpPr>
            <p:cNvPr id="1158" name="Google Shape;1158;p25"/>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9" name="Google Shape;1159;p25"/>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60" name="Google Shape;1160;p25"/>
          <p:cNvGrpSpPr/>
          <p:nvPr/>
        </p:nvGrpSpPr>
        <p:grpSpPr>
          <a:xfrm rot="10800000">
            <a:off x="4995775" y="180626"/>
            <a:ext cx="4558967" cy="134100"/>
            <a:chOff x="796100" y="3019701"/>
            <a:chExt cx="4558967" cy="134100"/>
          </a:xfrm>
        </p:grpSpPr>
        <p:sp>
          <p:nvSpPr>
            <p:cNvPr id="1161" name="Google Shape;1161;p25"/>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62" name="Google Shape;1162;p25"/>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1163" name="Google Shape;1163;p25"/>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1164" name="Shape 1164"/>
        <p:cNvGrpSpPr/>
        <p:nvPr/>
      </p:nvGrpSpPr>
      <p:grpSpPr>
        <a:xfrm>
          <a:off x="0" y="0"/>
          <a:ext cx="0" cy="0"/>
          <a:chOff x="0" y="0"/>
          <a:chExt cx="0" cy="0"/>
        </a:xfrm>
      </p:grpSpPr>
      <p:sp>
        <p:nvSpPr>
          <p:cNvPr id="1165" name="Google Shape;1165;p2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166" name="Google Shape;1166;p26"/>
          <p:cNvSpPr txBox="1"/>
          <p:nvPr>
            <p:ph idx="1" type="subTitle"/>
          </p:nvPr>
        </p:nvSpPr>
        <p:spPr>
          <a:xfrm>
            <a:off x="1804750" y="1935218"/>
            <a:ext cx="2102100" cy="66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67" name="Google Shape;1167;p26"/>
          <p:cNvSpPr txBox="1"/>
          <p:nvPr>
            <p:ph idx="2" type="subTitle"/>
          </p:nvPr>
        </p:nvSpPr>
        <p:spPr>
          <a:xfrm>
            <a:off x="5237152" y="1935218"/>
            <a:ext cx="2102100" cy="66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68" name="Google Shape;1168;p26"/>
          <p:cNvSpPr txBox="1"/>
          <p:nvPr>
            <p:ph idx="3" type="subTitle"/>
          </p:nvPr>
        </p:nvSpPr>
        <p:spPr>
          <a:xfrm>
            <a:off x="1804750" y="3561374"/>
            <a:ext cx="2102100" cy="66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69" name="Google Shape;1169;p26"/>
          <p:cNvSpPr txBox="1"/>
          <p:nvPr>
            <p:ph idx="4" type="subTitle"/>
          </p:nvPr>
        </p:nvSpPr>
        <p:spPr>
          <a:xfrm>
            <a:off x="5237152" y="3561374"/>
            <a:ext cx="2102100" cy="66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70" name="Google Shape;1170;p26"/>
          <p:cNvSpPr txBox="1"/>
          <p:nvPr>
            <p:ph idx="5" type="subTitle"/>
          </p:nvPr>
        </p:nvSpPr>
        <p:spPr>
          <a:xfrm>
            <a:off x="1804750" y="1605775"/>
            <a:ext cx="2102100" cy="405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IBM Plex Mono"/>
              <a:buNone/>
              <a:defRPr b="1" sz="2000">
                <a:latin typeface="IBM Plex Mono"/>
                <a:ea typeface="IBM Plex Mono"/>
                <a:cs typeface="IBM Plex Mono"/>
                <a:sym typeface="IBM Plex Mono"/>
              </a:defRPr>
            </a:lvl1pPr>
            <a:lvl2pPr lvl="1"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1171" name="Google Shape;1171;p26"/>
          <p:cNvSpPr txBox="1"/>
          <p:nvPr>
            <p:ph idx="6" type="subTitle"/>
          </p:nvPr>
        </p:nvSpPr>
        <p:spPr>
          <a:xfrm>
            <a:off x="5237150" y="1605775"/>
            <a:ext cx="2102100" cy="405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IBM Plex Mono"/>
              <a:buNone/>
              <a:defRPr b="1" sz="2000">
                <a:latin typeface="IBM Plex Mono"/>
                <a:ea typeface="IBM Plex Mono"/>
                <a:cs typeface="IBM Plex Mono"/>
                <a:sym typeface="IBM Plex Mono"/>
              </a:defRPr>
            </a:lvl1pPr>
            <a:lvl2pPr lvl="1"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1172" name="Google Shape;1172;p26"/>
          <p:cNvSpPr txBox="1"/>
          <p:nvPr>
            <p:ph idx="7" type="subTitle"/>
          </p:nvPr>
        </p:nvSpPr>
        <p:spPr>
          <a:xfrm>
            <a:off x="1804750" y="3231981"/>
            <a:ext cx="2102100" cy="405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IBM Plex Mono"/>
              <a:buNone/>
              <a:defRPr b="1" sz="2000">
                <a:latin typeface="IBM Plex Mono"/>
                <a:ea typeface="IBM Plex Mono"/>
                <a:cs typeface="IBM Plex Mono"/>
                <a:sym typeface="IBM Plex Mono"/>
              </a:defRPr>
            </a:lvl1pPr>
            <a:lvl2pPr lvl="1"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1173" name="Google Shape;1173;p26"/>
          <p:cNvSpPr txBox="1"/>
          <p:nvPr>
            <p:ph idx="8" type="subTitle"/>
          </p:nvPr>
        </p:nvSpPr>
        <p:spPr>
          <a:xfrm>
            <a:off x="5237150" y="3231981"/>
            <a:ext cx="2102100" cy="405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IBM Plex Mono"/>
              <a:buNone/>
              <a:defRPr b="1" sz="2000">
                <a:latin typeface="IBM Plex Mono"/>
                <a:ea typeface="IBM Plex Mono"/>
                <a:cs typeface="IBM Plex Mono"/>
                <a:sym typeface="IBM Plex Mono"/>
              </a:defRPr>
            </a:lvl1pPr>
            <a:lvl2pPr lvl="1"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grpSp>
        <p:nvGrpSpPr>
          <p:cNvPr id="1174" name="Google Shape;1174;p26"/>
          <p:cNvGrpSpPr/>
          <p:nvPr/>
        </p:nvGrpSpPr>
        <p:grpSpPr>
          <a:xfrm>
            <a:off x="-2902027" y="1271890"/>
            <a:ext cx="6191222" cy="6191222"/>
            <a:chOff x="-2825827" y="1271890"/>
            <a:chExt cx="6191222" cy="6191222"/>
          </a:xfrm>
        </p:grpSpPr>
        <p:pic>
          <p:nvPicPr>
            <p:cNvPr id="1175" name="Google Shape;1175;p26"/>
            <p:cNvPicPr preferRelativeResize="0"/>
            <p:nvPr/>
          </p:nvPicPr>
          <p:blipFill rotWithShape="1">
            <a:blip r:embed="rId2">
              <a:alphaModFix/>
            </a:blip>
            <a:srcRect b="26177" l="16960" r="7121" t="24718"/>
            <a:stretch/>
          </p:blipFill>
          <p:spPr>
            <a:xfrm>
              <a:off x="-680950" y="3866725"/>
              <a:ext cx="2441950" cy="1863749"/>
            </a:xfrm>
            <a:prstGeom prst="rect">
              <a:avLst/>
            </a:prstGeom>
            <a:noFill/>
            <a:ln>
              <a:noFill/>
            </a:ln>
          </p:spPr>
        </p:pic>
        <p:grpSp>
          <p:nvGrpSpPr>
            <p:cNvPr id="1176" name="Google Shape;1176;p26"/>
            <p:cNvGrpSpPr/>
            <p:nvPr/>
          </p:nvGrpSpPr>
          <p:grpSpPr>
            <a:xfrm>
              <a:off x="-2825827" y="1271890"/>
              <a:ext cx="6191222" cy="6191222"/>
              <a:chOff x="-2825827" y="1271890"/>
              <a:chExt cx="6191222" cy="6191222"/>
            </a:xfrm>
          </p:grpSpPr>
          <p:sp>
            <p:nvSpPr>
              <p:cNvPr id="1177" name="Google Shape;1177;p26"/>
              <p:cNvSpPr/>
              <p:nvPr/>
            </p:nvSpPr>
            <p:spPr>
              <a:xfrm flipH="1" rot="2700000">
                <a:off x="-1733384" y="1992813"/>
                <a:ext cx="4006334" cy="4749375"/>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8" name="Google Shape;1178;p26"/>
              <p:cNvSpPr/>
              <p:nvPr/>
            </p:nvSpPr>
            <p:spPr>
              <a:xfrm flipH="1" rot="2700000">
                <a:off x="-1192832" y="2500186"/>
                <a:ext cx="2925242" cy="3057723"/>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79" name="Google Shape;1179;p26"/>
              <p:cNvGrpSpPr/>
              <p:nvPr/>
            </p:nvGrpSpPr>
            <p:grpSpPr>
              <a:xfrm rot="10800000">
                <a:off x="384881" y="3042905"/>
                <a:ext cx="134100" cy="134100"/>
                <a:chOff x="-1999139" y="3143772"/>
                <a:chExt cx="134100" cy="134100"/>
              </a:xfrm>
            </p:grpSpPr>
            <p:sp>
              <p:nvSpPr>
                <p:cNvPr id="1180" name="Google Shape;1180;p26"/>
                <p:cNvSpPr/>
                <p:nvPr/>
              </p:nvSpPr>
              <p:spPr>
                <a:xfrm>
                  <a:off x="-1999139" y="3143772"/>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1" name="Google Shape;1181;p26"/>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2" name="Google Shape;1182;p26"/>
              <p:cNvGrpSpPr/>
              <p:nvPr/>
            </p:nvGrpSpPr>
            <p:grpSpPr>
              <a:xfrm rot="10800000">
                <a:off x="146106" y="3710980"/>
                <a:ext cx="134100" cy="134100"/>
                <a:chOff x="-1999139" y="3143772"/>
                <a:chExt cx="134100" cy="134100"/>
              </a:xfrm>
            </p:grpSpPr>
            <p:sp>
              <p:nvSpPr>
                <p:cNvPr id="1183" name="Google Shape;1183;p26"/>
                <p:cNvSpPr/>
                <p:nvPr/>
              </p:nvSpPr>
              <p:spPr>
                <a:xfrm>
                  <a:off x="-1999139" y="3143772"/>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4" name="Google Shape;1184;p26"/>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5" name="Google Shape;1185;p26"/>
              <p:cNvGrpSpPr/>
              <p:nvPr/>
            </p:nvGrpSpPr>
            <p:grpSpPr>
              <a:xfrm>
                <a:off x="-102297" y="3780153"/>
                <a:ext cx="939901" cy="2449421"/>
                <a:chOff x="-102297" y="3780153"/>
                <a:chExt cx="939901" cy="2449421"/>
              </a:xfrm>
            </p:grpSpPr>
            <p:sp>
              <p:nvSpPr>
                <p:cNvPr id="1186" name="Google Shape;1186;p26"/>
                <p:cNvSpPr/>
                <p:nvPr/>
              </p:nvSpPr>
              <p:spPr>
                <a:xfrm rot="10800000">
                  <a:off x="260154" y="4254866"/>
                  <a:ext cx="577450" cy="1974708"/>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7" name="Google Shape;1187;p26"/>
                <p:cNvSpPr/>
                <p:nvPr/>
              </p:nvSpPr>
              <p:spPr>
                <a:xfrm rot="10800000">
                  <a:off x="-102297" y="3780153"/>
                  <a:ext cx="687411" cy="2086997"/>
                </a:xfrm>
                <a:custGeom>
                  <a:rect b="b" l="l" r="r" t="t"/>
                  <a:pathLst>
                    <a:path extrusionOk="0" h="43180" w="1676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88" name="Google Shape;1188;p26"/>
                <p:cNvGrpSpPr/>
                <p:nvPr/>
              </p:nvGrpSpPr>
              <p:grpSpPr>
                <a:xfrm rot="10800000">
                  <a:off x="532825" y="5492502"/>
                  <a:ext cx="134004" cy="134004"/>
                  <a:chOff x="8356813" y="1074288"/>
                  <a:chExt cx="351900" cy="351900"/>
                </a:xfrm>
              </p:grpSpPr>
              <p:sp>
                <p:nvSpPr>
                  <p:cNvPr id="1189" name="Google Shape;1189;p26"/>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26"/>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grpSp>
        <p:nvGrpSpPr>
          <p:cNvPr id="1191" name="Google Shape;1191;p26"/>
          <p:cNvGrpSpPr/>
          <p:nvPr/>
        </p:nvGrpSpPr>
        <p:grpSpPr>
          <a:xfrm>
            <a:off x="5650173" y="-1036475"/>
            <a:ext cx="6191222" cy="6865137"/>
            <a:chOff x="5497773" y="-1036475"/>
            <a:chExt cx="6191222" cy="6865137"/>
          </a:xfrm>
        </p:grpSpPr>
        <p:grpSp>
          <p:nvGrpSpPr>
            <p:cNvPr id="1192" name="Google Shape;1192;p26"/>
            <p:cNvGrpSpPr/>
            <p:nvPr/>
          </p:nvGrpSpPr>
          <p:grpSpPr>
            <a:xfrm>
              <a:off x="5497773" y="-362560"/>
              <a:ext cx="6191222" cy="6191222"/>
              <a:chOff x="5584373" y="-362560"/>
              <a:chExt cx="6191222" cy="6191222"/>
            </a:xfrm>
          </p:grpSpPr>
          <p:grpSp>
            <p:nvGrpSpPr>
              <p:cNvPr id="1193" name="Google Shape;1193;p26"/>
              <p:cNvGrpSpPr/>
              <p:nvPr/>
            </p:nvGrpSpPr>
            <p:grpSpPr>
              <a:xfrm>
                <a:off x="5584373" y="-362560"/>
                <a:ext cx="6191222" cy="6191222"/>
                <a:chOff x="5443673" y="-405860"/>
                <a:chExt cx="6191222" cy="6191222"/>
              </a:xfrm>
            </p:grpSpPr>
            <p:sp>
              <p:nvSpPr>
                <p:cNvPr id="1194" name="Google Shape;1194;p26"/>
                <p:cNvSpPr/>
                <p:nvPr/>
              </p:nvSpPr>
              <p:spPr>
                <a:xfrm flipH="1" rot="-8100000">
                  <a:off x="6536116" y="315063"/>
                  <a:ext cx="4006334" cy="4749375"/>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5" name="Google Shape;1195;p26"/>
                <p:cNvSpPr/>
                <p:nvPr/>
              </p:nvSpPr>
              <p:spPr>
                <a:xfrm flipH="1" rot="-8100000">
                  <a:off x="7076657" y="1499343"/>
                  <a:ext cx="2925242" cy="3057723"/>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6" name="Google Shape;1196;p26"/>
                <p:cNvSpPr/>
                <p:nvPr/>
              </p:nvSpPr>
              <p:spPr>
                <a:xfrm>
                  <a:off x="8301511" y="-335348"/>
                  <a:ext cx="577450" cy="1974708"/>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7" name="Google Shape;1197;p26"/>
                <p:cNvSpPr/>
                <p:nvPr/>
              </p:nvSpPr>
              <p:spPr>
                <a:xfrm>
                  <a:off x="8554000" y="27076"/>
                  <a:ext cx="687411" cy="2086997"/>
                </a:xfrm>
                <a:custGeom>
                  <a:rect b="b" l="l" r="r" t="t"/>
                  <a:pathLst>
                    <a:path extrusionOk="0" h="43180" w="1676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98" name="Google Shape;1198;p26"/>
              <p:cNvGrpSpPr/>
              <p:nvPr/>
            </p:nvGrpSpPr>
            <p:grpSpPr>
              <a:xfrm>
                <a:off x="8430786" y="3923547"/>
                <a:ext cx="134100" cy="134100"/>
                <a:chOff x="-1999139" y="3143772"/>
                <a:chExt cx="134100" cy="134100"/>
              </a:xfrm>
            </p:grpSpPr>
            <p:sp>
              <p:nvSpPr>
                <p:cNvPr id="1199" name="Google Shape;1199;p26"/>
                <p:cNvSpPr/>
                <p:nvPr/>
              </p:nvSpPr>
              <p:spPr>
                <a:xfrm>
                  <a:off x="-1999139" y="3143772"/>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0" name="Google Shape;1200;p26"/>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01" name="Google Shape;1201;p26"/>
              <p:cNvGrpSpPr/>
              <p:nvPr/>
            </p:nvGrpSpPr>
            <p:grpSpPr>
              <a:xfrm>
                <a:off x="8669561" y="3255472"/>
                <a:ext cx="134100" cy="134100"/>
                <a:chOff x="-1999139" y="3143772"/>
                <a:chExt cx="134100" cy="134100"/>
              </a:xfrm>
            </p:grpSpPr>
            <p:sp>
              <p:nvSpPr>
                <p:cNvPr id="1202" name="Google Shape;1202;p26"/>
                <p:cNvSpPr/>
                <p:nvPr/>
              </p:nvSpPr>
              <p:spPr>
                <a:xfrm>
                  <a:off x="-1999139" y="3143772"/>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3" name="Google Shape;1203;p26"/>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04" name="Google Shape;1204;p26"/>
              <p:cNvGrpSpPr/>
              <p:nvPr/>
            </p:nvGrpSpPr>
            <p:grpSpPr>
              <a:xfrm>
                <a:off x="8612986" y="311022"/>
                <a:ext cx="134004" cy="134004"/>
                <a:chOff x="8356813" y="1074288"/>
                <a:chExt cx="351900" cy="351900"/>
              </a:xfrm>
            </p:grpSpPr>
            <p:sp>
              <p:nvSpPr>
                <p:cNvPr id="1205" name="Google Shape;1205;p26"/>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6" name="Google Shape;1206;p26"/>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pic>
          <p:nvPicPr>
            <p:cNvPr id="1207" name="Google Shape;1207;p26"/>
            <p:cNvPicPr preferRelativeResize="0"/>
            <p:nvPr/>
          </p:nvPicPr>
          <p:blipFill rotWithShape="1">
            <a:blip r:embed="rId2">
              <a:alphaModFix/>
            </a:blip>
            <a:srcRect b="26177" l="16960" r="7121" t="24718"/>
            <a:stretch/>
          </p:blipFill>
          <p:spPr>
            <a:xfrm>
              <a:off x="6929350" y="-1036475"/>
              <a:ext cx="2441950" cy="1863749"/>
            </a:xfrm>
            <a:prstGeom prst="rect">
              <a:avLst/>
            </a:prstGeom>
            <a:noFill/>
            <a:ln>
              <a:noFill/>
            </a:ln>
          </p:spPr>
        </p:pic>
      </p:grpSp>
      <p:grpSp>
        <p:nvGrpSpPr>
          <p:cNvPr id="1208" name="Google Shape;1208;p26"/>
          <p:cNvGrpSpPr/>
          <p:nvPr/>
        </p:nvGrpSpPr>
        <p:grpSpPr>
          <a:xfrm>
            <a:off x="3983988" y="4933175"/>
            <a:ext cx="667916" cy="439200"/>
            <a:chOff x="3983988" y="4933175"/>
            <a:chExt cx="667916" cy="439200"/>
          </a:xfrm>
        </p:grpSpPr>
        <p:grpSp>
          <p:nvGrpSpPr>
            <p:cNvPr id="1209" name="Google Shape;1209;p26"/>
            <p:cNvGrpSpPr/>
            <p:nvPr/>
          </p:nvGrpSpPr>
          <p:grpSpPr>
            <a:xfrm rot="5400000">
              <a:off x="3983938" y="4933225"/>
              <a:ext cx="439200" cy="439100"/>
              <a:chOff x="1101075" y="2142375"/>
              <a:chExt cx="439200" cy="439100"/>
            </a:xfrm>
          </p:grpSpPr>
          <p:sp>
            <p:nvSpPr>
              <p:cNvPr id="1210" name="Google Shape;1210;p26"/>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2000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1" name="Google Shape;1211;p26"/>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2000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12" name="Google Shape;1212;p26"/>
            <p:cNvGrpSpPr/>
            <p:nvPr/>
          </p:nvGrpSpPr>
          <p:grpSpPr>
            <a:xfrm rot="5400000">
              <a:off x="4423062" y="5038369"/>
              <a:ext cx="228867" cy="228815"/>
              <a:chOff x="1101075" y="2142375"/>
              <a:chExt cx="439200" cy="439100"/>
            </a:xfrm>
          </p:grpSpPr>
          <p:sp>
            <p:nvSpPr>
              <p:cNvPr id="1213" name="Google Shape;1213;p26"/>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2000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4" name="Google Shape;1214;p26"/>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2000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1215" name="Shape 1215"/>
        <p:cNvGrpSpPr/>
        <p:nvPr/>
      </p:nvGrpSpPr>
      <p:grpSpPr>
        <a:xfrm>
          <a:off x="0" y="0"/>
          <a:ext cx="0" cy="0"/>
          <a:chOff x="0" y="0"/>
          <a:chExt cx="0" cy="0"/>
        </a:xfrm>
      </p:grpSpPr>
      <p:sp>
        <p:nvSpPr>
          <p:cNvPr id="1216" name="Google Shape;1216;p2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217" name="Google Shape;1217;p27"/>
          <p:cNvSpPr txBox="1"/>
          <p:nvPr>
            <p:ph idx="1" type="subTitle"/>
          </p:nvPr>
        </p:nvSpPr>
        <p:spPr>
          <a:xfrm>
            <a:off x="720000" y="2113784"/>
            <a:ext cx="22041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218" name="Google Shape;1218;p27"/>
          <p:cNvSpPr txBox="1"/>
          <p:nvPr>
            <p:ph idx="2" type="subTitle"/>
          </p:nvPr>
        </p:nvSpPr>
        <p:spPr>
          <a:xfrm>
            <a:off x="3469872" y="2113784"/>
            <a:ext cx="22041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219" name="Google Shape;1219;p27"/>
          <p:cNvSpPr txBox="1"/>
          <p:nvPr>
            <p:ph idx="3" type="subTitle"/>
          </p:nvPr>
        </p:nvSpPr>
        <p:spPr>
          <a:xfrm>
            <a:off x="720000" y="3859222"/>
            <a:ext cx="22041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220" name="Google Shape;1220;p27"/>
          <p:cNvSpPr txBox="1"/>
          <p:nvPr>
            <p:ph idx="4" type="subTitle"/>
          </p:nvPr>
        </p:nvSpPr>
        <p:spPr>
          <a:xfrm>
            <a:off x="3469872" y="3859222"/>
            <a:ext cx="22041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221" name="Google Shape;1221;p27"/>
          <p:cNvSpPr txBox="1"/>
          <p:nvPr>
            <p:ph idx="5" type="subTitle"/>
          </p:nvPr>
        </p:nvSpPr>
        <p:spPr>
          <a:xfrm>
            <a:off x="6219751" y="2113784"/>
            <a:ext cx="22041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222" name="Google Shape;1222;p27"/>
          <p:cNvSpPr txBox="1"/>
          <p:nvPr>
            <p:ph idx="6" type="subTitle"/>
          </p:nvPr>
        </p:nvSpPr>
        <p:spPr>
          <a:xfrm>
            <a:off x="6219751" y="3859222"/>
            <a:ext cx="22041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223" name="Google Shape;1223;p27"/>
          <p:cNvSpPr txBox="1"/>
          <p:nvPr>
            <p:ph idx="7" type="subTitle"/>
          </p:nvPr>
        </p:nvSpPr>
        <p:spPr>
          <a:xfrm>
            <a:off x="720000" y="1787675"/>
            <a:ext cx="2204100" cy="4023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IBM Plex Mono"/>
              <a:buNone/>
              <a:defRPr b="1" sz="2000">
                <a:latin typeface="IBM Plex Mono"/>
                <a:ea typeface="IBM Plex Mono"/>
                <a:cs typeface="IBM Plex Mono"/>
                <a:sym typeface="IBM Plex Mono"/>
              </a:defRPr>
            </a:lvl1pPr>
            <a:lvl2pPr lvl="1"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1224" name="Google Shape;1224;p27"/>
          <p:cNvSpPr txBox="1"/>
          <p:nvPr>
            <p:ph idx="8" type="subTitle"/>
          </p:nvPr>
        </p:nvSpPr>
        <p:spPr>
          <a:xfrm>
            <a:off x="3469873" y="1787675"/>
            <a:ext cx="2204100" cy="4023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IBM Plex Mono"/>
              <a:buNone/>
              <a:defRPr b="1" sz="2000">
                <a:latin typeface="IBM Plex Mono"/>
                <a:ea typeface="IBM Plex Mono"/>
                <a:cs typeface="IBM Plex Mono"/>
                <a:sym typeface="IBM Plex Mono"/>
              </a:defRPr>
            </a:lvl1pPr>
            <a:lvl2pPr lvl="1"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1225" name="Google Shape;1225;p27"/>
          <p:cNvSpPr txBox="1"/>
          <p:nvPr>
            <p:ph idx="9" type="subTitle"/>
          </p:nvPr>
        </p:nvSpPr>
        <p:spPr>
          <a:xfrm>
            <a:off x="720000" y="3533123"/>
            <a:ext cx="2204100" cy="4023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IBM Plex Mono"/>
              <a:buNone/>
              <a:defRPr b="1" sz="2000">
                <a:latin typeface="IBM Plex Mono"/>
                <a:ea typeface="IBM Plex Mono"/>
                <a:cs typeface="IBM Plex Mono"/>
                <a:sym typeface="IBM Plex Mono"/>
              </a:defRPr>
            </a:lvl1pPr>
            <a:lvl2pPr lvl="1"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1226" name="Google Shape;1226;p27"/>
          <p:cNvSpPr txBox="1"/>
          <p:nvPr>
            <p:ph idx="13" type="subTitle"/>
          </p:nvPr>
        </p:nvSpPr>
        <p:spPr>
          <a:xfrm>
            <a:off x="3469873" y="3533123"/>
            <a:ext cx="2204100" cy="4023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IBM Plex Mono"/>
              <a:buNone/>
              <a:defRPr b="1" sz="2000">
                <a:latin typeface="IBM Plex Mono"/>
                <a:ea typeface="IBM Plex Mono"/>
                <a:cs typeface="IBM Plex Mono"/>
                <a:sym typeface="IBM Plex Mono"/>
              </a:defRPr>
            </a:lvl1pPr>
            <a:lvl2pPr lvl="1"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1227" name="Google Shape;1227;p27"/>
          <p:cNvSpPr txBox="1"/>
          <p:nvPr>
            <p:ph idx="14" type="subTitle"/>
          </p:nvPr>
        </p:nvSpPr>
        <p:spPr>
          <a:xfrm>
            <a:off x="6219752" y="1787675"/>
            <a:ext cx="2204100" cy="4023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IBM Plex Mono"/>
              <a:buNone/>
              <a:defRPr b="1" sz="2000">
                <a:latin typeface="IBM Plex Mono"/>
                <a:ea typeface="IBM Plex Mono"/>
                <a:cs typeface="IBM Plex Mono"/>
                <a:sym typeface="IBM Plex Mono"/>
              </a:defRPr>
            </a:lvl1pPr>
            <a:lvl2pPr lvl="1"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1228" name="Google Shape;1228;p27"/>
          <p:cNvSpPr txBox="1"/>
          <p:nvPr>
            <p:ph idx="15" type="subTitle"/>
          </p:nvPr>
        </p:nvSpPr>
        <p:spPr>
          <a:xfrm>
            <a:off x="6219752" y="3533123"/>
            <a:ext cx="2204100" cy="4023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IBM Plex Mono"/>
              <a:buNone/>
              <a:defRPr b="1" sz="2000">
                <a:latin typeface="IBM Plex Mono"/>
                <a:ea typeface="IBM Plex Mono"/>
                <a:cs typeface="IBM Plex Mono"/>
                <a:sym typeface="IBM Plex Mono"/>
              </a:defRPr>
            </a:lvl1pPr>
            <a:lvl2pPr lvl="1"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grpSp>
        <p:nvGrpSpPr>
          <p:cNvPr id="1229" name="Google Shape;1229;p27"/>
          <p:cNvGrpSpPr/>
          <p:nvPr/>
        </p:nvGrpSpPr>
        <p:grpSpPr>
          <a:xfrm>
            <a:off x="6102850" y="-1735180"/>
            <a:ext cx="4625025" cy="4171657"/>
            <a:chOff x="6026650" y="-1658980"/>
            <a:chExt cx="4625025" cy="4171657"/>
          </a:xfrm>
        </p:grpSpPr>
        <p:pic>
          <p:nvPicPr>
            <p:cNvPr id="1230" name="Google Shape;1230;p27"/>
            <p:cNvPicPr preferRelativeResize="0"/>
            <p:nvPr/>
          </p:nvPicPr>
          <p:blipFill rotWithShape="1">
            <a:blip r:embed="rId2">
              <a:alphaModFix/>
            </a:blip>
            <a:srcRect b="26177" l="16960" r="7121" t="24718"/>
            <a:stretch/>
          </p:blipFill>
          <p:spPr>
            <a:xfrm>
              <a:off x="7361325" y="-596625"/>
              <a:ext cx="2441950" cy="1863749"/>
            </a:xfrm>
            <a:prstGeom prst="rect">
              <a:avLst/>
            </a:prstGeom>
            <a:noFill/>
            <a:ln>
              <a:noFill/>
            </a:ln>
          </p:spPr>
        </p:pic>
        <p:grpSp>
          <p:nvGrpSpPr>
            <p:cNvPr id="1231" name="Google Shape;1231;p27"/>
            <p:cNvGrpSpPr/>
            <p:nvPr/>
          </p:nvGrpSpPr>
          <p:grpSpPr>
            <a:xfrm flipH="1" rot="-2700000">
              <a:off x="7289785" y="-1246897"/>
              <a:ext cx="2552124" cy="3347490"/>
              <a:chOff x="2976325" y="908175"/>
              <a:chExt cx="4028179" cy="5283555"/>
            </a:xfrm>
          </p:grpSpPr>
          <p:sp>
            <p:nvSpPr>
              <p:cNvPr id="1232" name="Google Shape;1232;p27"/>
              <p:cNvSpPr/>
              <p:nvPr/>
            </p:nvSpPr>
            <p:spPr>
              <a:xfrm>
                <a:off x="2976325" y="93003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3" name="Google Shape;1233;p27"/>
              <p:cNvSpPr/>
              <p:nvPr/>
            </p:nvSpPr>
            <p:spPr>
              <a:xfrm>
                <a:off x="3934943" y="90817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4" name="Google Shape;1234;p27"/>
              <p:cNvSpPr/>
              <p:nvPr/>
            </p:nvSpPr>
            <p:spPr>
              <a:xfrm>
                <a:off x="3851189" y="107252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35" name="Google Shape;1235;p27"/>
            <p:cNvGrpSpPr/>
            <p:nvPr/>
          </p:nvGrpSpPr>
          <p:grpSpPr>
            <a:xfrm>
              <a:off x="6026650" y="-49075"/>
              <a:ext cx="803471" cy="494095"/>
              <a:chOff x="6394675" y="-49075"/>
              <a:chExt cx="803471" cy="494095"/>
            </a:xfrm>
          </p:grpSpPr>
          <p:sp>
            <p:nvSpPr>
              <p:cNvPr id="1236" name="Google Shape;1236;p27"/>
              <p:cNvSpPr/>
              <p:nvPr/>
            </p:nvSpPr>
            <p:spPr>
              <a:xfrm>
                <a:off x="6394675" y="0"/>
                <a:ext cx="284119" cy="246048"/>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27"/>
              <p:cNvSpPr/>
              <p:nvPr/>
            </p:nvSpPr>
            <p:spPr>
              <a:xfrm>
                <a:off x="6627600" y="-49075"/>
                <a:ext cx="570546" cy="494095"/>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238" name="Google Shape;1238;p27"/>
          <p:cNvGrpSpPr/>
          <p:nvPr/>
        </p:nvGrpSpPr>
        <p:grpSpPr>
          <a:xfrm>
            <a:off x="-1089100" y="4200325"/>
            <a:ext cx="5368850" cy="1863749"/>
            <a:chOff x="-1089100" y="4200325"/>
            <a:chExt cx="5368850" cy="1863749"/>
          </a:xfrm>
        </p:grpSpPr>
        <p:grpSp>
          <p:nvGrpSpPr>
            <p:cNvPr id="1239" name="Google Shape;1239;p27"/>
            <p:cNvGrpSpPr/>
            <p:nvPr/>
          </p:nvGrpSpPr>
          <p:grpSpPr>
            <a:xfrm>
              <a:off x="-185037" y="4598363"/>
              <a:ext cx="904666" cy="726121"/>
              <a:chOff x="7945225" y="4302000"/>
              <a:chExt cx="904666" cy="726121"/>
            </a:xfrm>
          </p:grpSpPr>
          <p:sp>
            <p:nvSpPr>
              <p:cNvPr id="1240" name="Google Shape;1240;p27"/>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1" name="Google Shape;1241;p27"/>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27"/>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243" name="Google Shape;1243;p27"/>
            <p:cNvPicPr preferRelativeResize="0"/>
            <p:nvPr/>
          </p:nvPicPr>
          <p:blipFill rotWithShape="1">
            <a:blip r:embed="rId2">
              <a:alphaModFix/>
            </a:blip>
            <a:srcRect b="26177" l="16960" r="7121" t="24718"/>
            <a:stretch/>
          </p:blipFill>
          <p:spPr>
            <a:xfrm>
              <a:off x="1837800" y="4200325"/>
              <a:ext cx="2441950" cy="1863749"/>
            </a:xfrm>
            <a:prstGeom prst="rect">
              <a:avLst/>
            </a:prstGeom>
            <a:noFill/>
            <a:ln>
              <a:noFill/>
            </a:ln>
          </p:spPr>
        </p:pic>
        <p:grpSp>
          <p:nvGrpSpPr>
            <p:cNvPr id="1244" name="Google Shape;1244;p27"/>
            <p:cNvGrpSpPr/>
            <p:nvPr/>
          </p:nvGrpSpPr>
          <p:grpSpPr>
            <a:xfrm rot="-2700000">
              <a:off x="390377" y="4688868"/>
              <a:ext cx="299453" cy="545119"/>
              <a:chOff x="-66426" y="1151064"/>
              <a:chExt cx="299455" cy="545125"/>
            </a:xfrm>
          </p:grpSpPr>
          <p:grpSp>
            <p:nvGrpSpPr>
              <p:cNvPr id="1245" name="Google Shape;1245;p27"/>
              <p:cNvGrpSpPr/>
              <p:nvPr/>
            </p:nvGrpSpPr>
            <p:grpSpPr>
              <a:xfrm>
                <a:off x="-66426" y="1396564"/>
                <a:ext cx="299455" cy="299625"/>
                <a:chOff x="3678700" y="407275"/>
                <a:chExt cx="708100" cy="708500"/>
              </a:xfrm>
            </p:grpSpPr>
            <p:sp>
              <p:nvSpPr>
                <p:cNvPr id="1246" name="Google Shape;1246;p27"/>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7" name="Google Shape;1247;p27"/>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8" name="Google Shape;1248;p27"/>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9" name="Google Shape;1249;p27"/>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0" name="Google Shape;1250;p27"/>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1" name="Google Shape;1251;p27"/>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2" name="Google Shape;1252;p27"/>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53" name="Google Shape;1253;p27"/>
              <p:cNvGrpSpPr/>
              <p:nvPr/>
            </p:nvGrpSpPr>
            <p:grpSpPr>
              <a:xfrm>
                <a:off x="-66426" y="1151064"/>
                <a:ext cx="299455" cy="299625"/>
                <a:chOff x="3678700" y="407275"/>
                <a:chExt cx="708100" cy="708500"/>
              </a:xfrm>
            </p:grpSpPr>
            <p:sp>
              <p:nvSpPr>
                <p:cNvPr id="1254" name="Google Shape;1254;p27"/>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5" name="Google Shape;1255;p27"/>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6" name="Google Shape;1256;p27"/>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7" name="Google Shape;1257;p27"/>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8" name="Google Shape;1258;p27"/>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9" name="Google Shape;1259;p27"/>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0" name="Google Shape;1260;p27"/>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261" name="Google Shape;1261;p27"/>
            <p:cNvGrpSpPr/>
            <p:nvPr/>
          </p:nvGrpSpPr>
          <p:grpSpPr>
            <a:xfrm>
              <a:off x="-1089100" y="4894376"/>
              <a:ext cx="4558967" cy="134100"/>
              <a:chOff x="796100" y="3019701"/>
              <a:chExt cx="4558967" cy="134100"/>
            </a:xfrm>
          </p:grpSpPr>
          <p:sp>
            <p:nvSpPr>
              <p:cNvPr id="1262" name="Google Shape;1262;p27"/>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63" name="Google Shape;1263;p27"/>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1264" name="Google Shape;1264;p27"/>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1265" name="Shape 1265"/>
        <p:cNvGrpSpPr/>
        <p:nvPr/>
      </p:nvGrpSpPr>
      <p:grpSpPr>
        <a:xfrm>
          <a:off x="0" y="0"/>
          <a:ext cx="0" cy="0"/>
          <a:chOff x="0" y="0"/>
          <a:chExt cx="0" cy="0"/>
        </a:xfrm>
      </p:grpSpPr>
      <p:sp>
        <p:nvSpPr>
          <p:cNvPr id="1266" name="Google Shape;1266;p28"/>
          <p:cNvSpPr txBox="1"/>
          <p:nvPr>
            <p:ph hasCustomPrompt="1" type="title"/>
          </p:nvPr>
        </p:nvSpPr>
        <p:spPr>
          <a:xfrm>
            <a:off x="2358450" y="664988"/>
            <a:ext cx="4696800" cy="768900"/>
          </a:xfrm>
          <a:prstGeom prst="rect">
            <a:avLst/>
          </a:prstGeom>
          <a:noFill/>
        </p:spPr>
        <p:txBody>
          <a:bodyPr anchorCtr="0" anchor="b" bIns="91425" lIns="91425" spcFirstLastPara="1" rIns="91425" wrap="square" tIns="91425">
            <a:noAutofit/>
          </a:bodyPr>
          <a:lstStyle>
            <a:lvl1pPr lvl="0" rtl="0">
              <a:spcBef>
                <a:spcPts val="0"/>
              </a:spcBef>
              <a:spcAft>
                <a:spcPts val="0"/>
              </a:spcAft>
              <a:buClr>
                <a:schemeClr val="lt1"/>
              </a:buClr>
              <a:buSzPts val="6000"/>
              <a:buNone/>
              <a:defRPr sz="4200">
                <a:latin typeface="Poppins"/>
                <a:ea typeface="Poppins"/>
                <a:cs typeface="Poppins"/>
                <a:sym typeface="Poppins"/>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267" name="Google Shape;1267;p28"/>
          <p:cNvSpPr txBox="1"/>
          <p:nvPr>
            <p:ph idx="1" type="subTitle"/>
          </p:nvPr>
        </p:nvSpPr>
        <p:spPr>
          <a:xfrm>
            <a:off x="2358450" y="1282313"/>
            <a:ext cx="4696800" cy="598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PT Sans"/>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1268" name="Google Shape;1268;p28"/>
          <p:cNvSpPr txBox="1"/>
          <p:nvPr>
            <p:ph hasCustomPrompt="1" idx="2" type="title"/>
          </p:nvPr>
        </p:nvSpPr>
        <p:spPr>
          <a:xfrm>
            <a:off x="2358450" y="2027244"/>
            <a:ext cx="4696800" cy="768900"/>
          </a:xfrm>
          <a:prstGeom prst="rect">
            <a:avLst/>
          </a:prstGeom>
          <a:noFill/>
        </p:spPr>
        <p:txBody>
          <a:bodyPr anchorCtr="0" anchor="b" bIns="91425" lIns="91425" spcFirstLastPara="1" rIns="91425" wrap="square" tIns="91425">
            <a:noAutofit/>
          </a:bodyPr>
          <a:lstStyle>
            <a:lvl1pPr lvl="0" rtl="0">
              <a:spcBef>
                <a:spcPts val="0"/>
              </a:spcBef>
              <a:spcAft>
                <a:spcPts val="0"/>
              </a:spcAft>
              <a:buClr>
                <a:schemeClr val="lt1"/>
              </a:buClr>
              <a:buSzPts val="6000"/>
              <a:buNone/>
              <a:defRPr sz="4200">
                <a:latin typeface="Poppins"/>
                <a:ea typeface="Poppins"/>
                <a:cs typeface="Poppins"/>
                <a:sym typeface="Poppins"/>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269" name="Google Shape;1269;p28"/>
          <p:cNvSpPr txBox="1"/>
          <p:nvPr>
            <p:ph idx="3" type="subTitle"/>
          </p:nvPr>
        </p:nvSpPr>
        <p:spPr>
          <a:xfrm>
            <a:off x="2358450" y="2645558"/>
            <a:ext cx="4696800" cy="598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PT Sans"/>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1270" name="Google Shape;1270;p28"/>
          <p:cNvSpPr txBox="1"/>
          <p:nvPr>
            <p:ph hasCustomPrompt="1" idx="4" type="title"/>
          </p:nvPr>
        </p:nvSpPr>
        <p:spPr>
          <a:xfrm>
            <a:off x="2358450" y="3390475"/>
            <a:ext cx="4696800" cy="768900"/>
          </a:xfrm>
          <a:prstGeom prst="rect">
            <a:avLst/>
          </a:prstGeom>
          <a:noFill/>
        </p:spPr>
        <p:txBody>
          <a:bodyPr anchorCtr="0" anchor="b" bIns="91425" lIns="91425" spcFirstLastPara="1" rIns="91425" wrap="square" tIns="91425">
            <a:noAutofit/>
          </a:bodyPr>
          <a:lstStyle>
            <a:lvl1pPr lvl="0" rtl="0">
              <a:spcBef>
                <a:spcPts val="0"/>
              </a:spcBef>
              <a:spcAft>
                <a:spcPts val="0"/>
              </a:spcAft>
              <a:buClr>
                <a:schemeClr val="lt1"/>
              </a:buClr>
              <a:buSzPts val="6000"/>
              <a:buNone/>
              <a:defRPr sz="4200">
                <a:latin typeface="Poppins"/>
                <a:ea typeface="Poppins"/>
                <a:cs typeface="Poppins"/>
                <a:sym typeface="Poppins"/>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271" name="Google Shape;1271;p28"/>
          <p:cNvSpPr txBox="1"/>
          <p:nvPr>
            <p:ph idx="5" type="subTitle"/>
          </p:nvPr>
        </p:nvSpPr>
        <p:spPr>
          <a:xfrm>
            <a:off x="2358450" y="4009779"/>
            <a:ext cx="4696800" cy="598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PT Sans"/>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1272" name="Google Shape;1272;p28"/>
          <p:cNvSpPr/>
          <p:nvPr/>
        </p:nvSpPr>
        <p:spPr>
          <a:xfrm>
            <a:off x="6751200" y="2645550"/>
            <a:ext cx="2925000" cy="2945400"/>
          </a:xfrm>
          <a:prstGeom prst="ellipse">
            <a:avLst/>
          </a:pr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r="100%"/>
            </a:path>
            <a:tileRect l="-10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73" name="Google Shape;1273;p28"/>
          <p:cNvGrpSpPr/>
          <p:nvPr/>
        </p:nvGrpSpPr>
        <p:grpSpPr>
          <a:xfrm rot="5400000">
            <a:off x="8359950" y="-226050"/>
            <a:ext cx="439200" cy="439100"/>
            <a:chOff x="1101075" y="2142375"/>
            <a:chExt cx="439200" cy="439100"/>
          </a:xfrm>
        </p:grpSpPr>
        <p:sp>
          <p:nvSpPr>
            <p:cNvPr id="1274" name="Google Shape;1274;p28"/>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28"/>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76" name="Google Shape;1276;p28"/>
          <p:cNvGrpSpPr/>
          <p:nvPr/>
        </p:nvGrpSpPr>
        <p:grpSpPr>
          <a:xfrm>
            <a:off x="-903250" y="4838101"/>
            <a:ext cx="4558967" cy="134100"/>
            <a:chOff x="796100" y="3019701"/>
            <a:chExt cx="4558967" cy="134100"/>
          </a:xfrm>
        </p:grpSpPr>
        <p:sp>
          <p:nvSpPr>
            <p:cNvPr id="1277" name="Google Shape;1277;p28"/>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78" name="Google Shape;1278;p28"/>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1279" name="Google Shape;1279;p28"/>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
    <p:spTree>
      <p:nvGrpSpPr>
        <p:cNvPr id="1280" name="Shape 1280"/>
        <p:cNvGrpSpPr/>
        <p:nvPr/>
      </p:nvGrpSpPr>
      <p:grpSpPr>
        <a:xfrm>
          <a:off x="0" y="0"/>
          <a:ext cx="0" cy="0"/>
          <a:chOff x="0" y="0"/>
          <a:chExt cx="0" cy="0"/>
        </a:xfrm>
      </p:grpSpPr>
      <p:sp>
        <p:nvSpPr>
          <p:cNvPr id="1281" name="Google Shape;1281;p29"/>
          <p:cNvSpPr txBox="1"/>
          <p:nvPr>
            <p:ph idx="1" type="subTitle"/>
          </p:nvPr>
        </p:nvSpPr>
        <p:spPr>
          <a:xfrm>
            <a:off x="1157250" y="1609575"/>
            <a:ext cx="4448100" cy="1239300"/>
          </a:xfrm>
          <a:prstGeom prst="rect">
            <a:avLst/>
          </a:prstGeom>
        </p:spPr>
        <p:txBody>
          <a:bodyPr anchorCtr="0" anchor="t" bIns="91425" lIns="91425" spcFirstLastPara="1" rIns="91425" wrap="square" tIns="91425">
            <a:noAutofit/>
          </a:bodyPr>
          <a:lstStyle>
            <a:lvl1pPr lvl="0">
              <a:spcBef>
                <a:spcPts val="0"/>
              </a:spcBef>
              <a:spcAft>
                <a:spcPts val="0"/>
              </a:spcAft>
              <a:buSzPts val="2500"/>
              <a:buFont typeface="IBM Plex Mono"/>
              <a:buNone/>
              <a:defRPr b="1" sz="2000">
                <a:latin typeface="IBM Plex Mono"/>
                <a:ea typeface="IBM Plex Mono"/>
                <a:cs typeface="IBM Plex Mono"/>
                <a:sym typeface="IBM Plex Mon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82" name="Google Shape;1282;p29"/>
          <p:cNvSpPr txBox="1"/>
          <p:nvPr>
            <p:ph type="title"/>
          </p:nvPr>
        </p:nvSpPr>
        <p:spPr>
          <a:xfrm>
            <a:off x="1157302" y="494775"/>
            <a:ext cx="5126700" cy="1058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sz="65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1283" name="Google Shape;1283;p29"/>
          <p:cNvGrpSpPr/>
          <p:nvPr/>
        </p:nvGrpSpPr>
        <p:grpSpPr>
          <a:xfrm>
            <a:off x="-291585" y="-494819"/>
            <a:ext cx="1448824" cy="2238804"/>
            <a:chOff x="-308635" y="-494819"/>
            <a:chExt cx="1448824" cy="2238804"/>
          </a:xfrm>
        </p:grpSpPr>
        <p:grpSp>
          <p:nvGrpSpPr>
            <p:cNvPr id="1284" name="Google Shape;1284;p29"/>
            <p:cNvGrpSpPr/>
            <p:nvPr/>
          </p:nvGrpSpPr>
          <p:grpSpPr>
            <a:xfrm>
              <a:off x="-275757" y="-242066"/>
              <a:ext cx="981772" cy="1986051"/>
              <a:chOff x="-293545" y="3454371"/>
              <a:chExt cx="981772" cy="1986051"/>
            </a:xfrm>
          </p:grpSpPr>
          <p:sp>
            <p:nvSpPr>
              <p:cNvPr id="1285" name="Google Shape;1285;p29"/>
              <p:cNvSpPr/>
              <p:nvPr/>
            </p:nvSpPr>
            <p:spPr>
              <a:xfrm rot="10800000">
                <a:off x="-293545" y="3454371"/>
                <a:ext cx="844677" cy="1985522"/>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6" name="Google Shape;1286;p29"/>
              <p:cNvSpPr/>
              <p:nvPr/>
            </p:nvSpPr>
            <p:spPr>
              <a:xfrm rot="10800000">
                <a:off x="-156450" y="3454901"/>
                <a:ext cx="844677" cy="1985522"/>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87" name="Google Shape;1287;p29"/>
            <p:cNvGrpSpPr/>
            <p:nvPr/>
          </p:nvGrpSpPr>
          <p:grpSpPr>
            <a:xfrm>
              <a:off x="364499" y="794648"/>
              <a:ext cx="699940" cy="478601"/>
              <a:chOff x="39722" y="4349021"/>
              <a:chExt cx="1061964" cy="726143"/>
            </a:xfrm>
          </p:grpSpPr>
          <p:grpSp>
            <p:nvGrpSpPr>
              <p:cNvPr id="1288" name="Google Shape;1288;p29"/>
              <p:cNvGrpSpPr/>
              <p:nvPr/>
            </p:nvGrpSpPr>
            <p:grpSpPr>
              <a:xfrm rot="2700000">
                <a:off x="140502" y="4460924"/>
                <a:ext cx="524584" cy="502337"/>
                <a:chOff x="1189791" y="-1767331"/>
                <a:chExt cx="904284" cy="865933"/>
              </a:xfrm>
            </p:grpSpPr>
            <p:sp>
              <p:nvSpPr>
                <p:cNvPr id="1289" name="Google Shape;1289;p29"/>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r="100%"/>
                  </a:path>
                  <a:tileRect l="-10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90" name="Google Shape;1290;p29"/>
                <p:cNvGrpSpPr/>
                <p:nvPr/>
              </p:nvGrpSpPr>
              <p:grpSpPr>
                <a:xfrm>
                  <a:off x="1232795" y="-1740829"/>
                  <a:ext cx="717621" cy="717392"/>
                  <a:chOff x="1483457" y="3953671"/>
                  <a:chExt cx="717621" cy="717392"/>
                </a:xfrm>
              </p:grpSpPr>
              <p:sp>
                <p:nvSpPr>
                  <p:cNvPr id="1291" name="Google Shape;1291;p29"/>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2" name="Google Shape;1292;p29"/>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3" name="Google Shape;1293;p29"/>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4" name="Google Shape;1294;p29"/>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5" name="Google Shape;1295;p29"/>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96" name="Google Shape;1296;p29"/>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97" name="Google Shape;1297;p29"/>
            <p:cNvGrpSpPr/>
            <p:nvPr/>
          </p:nvGrpSpPr>
          <p:grpSpPr>
            <a:xfrm rot="-5400000">
              <a:off x="-460623" y="-342832"/>
              <a:ext cx="1351491" cy="1047516"/>
              <a:chOff x="-2460210" y="2758493"/>
              <a:chExt cx="1351491" cy="1047516"/>
            </a:xfrm>
          </p:grpSpPr>
          <p:sp>
            <p:nvSpPr>
              <p:cNvPr id="1298" name="Google Shape;1298;p29"/>
              <p:cNvSpPr/>
              <p:nvPr/>
            </p:nvSpPr>
            <p:spPr>
              <a:xfrm rot="-2700000">
                <a:off x="-2341816" y="31085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9" name="Google Shape;1299;p29"/>
              <p:cNvSpPr/>
              <p:nvPr/>
            </p:nvSpPr>
            <p:spPr>
              <a:xfrm rot="-2700000">
                <a:off x="-2157466" y="30323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p29"/>
              <p:cNvSpPr/>
              <p:nvPr/>
            </p:nvSpPr>
            <p:spPr>
              <a:xfrm rot="-2700000">
                <a:off x="-1993591" y="29561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1" name="Google Shape;1301;p29"/>
              <p:cNvSpPr/>
              <p:nvPr/>
            </p:nvSpPr>
            <p:spPr>
              <a:xfrm rot="-2700000">
                <a:off x="-1809241" y="28799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02" name="Google Shape;1302;p29"/>
            <p:cNvGrpSpPr/>
            <p:nvPr/>
          </p:nvGrpSpPr>
          <p:grpSpPr>
            <a:xfrm>
              <a:off x="440249" y="455173"/>
              <a:ext cx="699940" cy="478601"/>
              <a:chOff x="39722" y="4349021"/>
              <a:chExt cx="1061964" cy="726143"/>
            </a:xfrm>
          </p:grpSpPr>
          <p:grpSp>
            <p:nvGrpSpPr>
              <p:cNvPr id="1303" name="Google Shape;1303;p29"/>
              <p:cNvGrpSpPr/>
              <p:nvPr/>
            </p:nvGrpSpPr>
            <p:grpSpPr>
              <a:xfrm rot="2700000">
                <a:off x="140502" y="4460924"/>
                <a:ext cx="524584" cy="502337"/>
                <a:chOff x="1189791" y="-1767331"/>
                <a:chExt cx="904284" cy="865933"/>
              </a:xfrm>
            </p:grpSpPr>
            <p:sp>
              <p:nvSpPr>
                <p:cNvPr id="1304" name="Google Shape;1304;p29"/>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r="100%"/>
                  </a:path>
                  <a:tileRect l="-10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05" name="Google Shape;1305;p29"/>
                <p:cNvGrpSpPr/>
                <p:nvPr/>
              </p:nvGrpSpPr>
              <p:grpSpPr>
                <a:xfrm>
                  <a:off x="1232795" y="-1740829"/>
                  <a:ext cx="717621" cy="717392"/>
                  <a:chOff x="1483457" y="3953671"/>
                  <a:chExt cx="717621" cy="717392"/>
                </a:xfrm>
              </p:grpSpPr>
              <p:sp>
                <p:nvSpPr>
                  <p:cNvPr id="1306" name="Google Shape;1306;p29"/>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7" name="Google Shape;1307;p29"/>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8" name="Google Shape;1308;p29"/>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9" name="Google Shape;1309;p29"/>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0" name="Google Shape;1310;p29"/>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311" name="Google Shape;1311;p29"/>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12" name="Google Shape;1312;p29"/>
            <p:cNvGrpSpPr/>
            <p:nvPr/>
          </p:nvGrpSpPr>
          <p:grpSpPr>
            <a:xfrm>
              <a:off x="-63826" y="511661"/>
              <a:ext cx="699940" cy="478601"/>
              <a:chOff x="39722" y="4349021"/>
              <a:chExt cx="1061964" cy="726143"/>
            </a:xfrm>
          </p:grpSpPr>
          <p:grpSp>
            <p:nvGrpSpPr>
              <p:cNvPr id="1313" name="Google Shape;1313;p29"/>
              <p:cNvGrpSpPr/>
              <p:nvPr/>
            </p:nvGrpSpPr>
            <p:grpSpPr>
              <a:xfrm rot="2700000">
                <a:off x="140502" y="4460924"/>
                <a:ext cx="524584" cy="502337"/>
                <a:chOff x="1189791" y="-1767331"/>
                <a:chExt cx="904284" cy="865933"/>
              </a:xfrm>
            </p:grpSpPr>
            <p:sp>
              <p:nvSpPr>
                <p:cNvPr id="1314" name="Google Shape;1314;p29"/>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r="100%"/>
                  </a:path>
                  <a:tileRect l="-10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15" name="Google Shape;1315;p29"/>
                <p:cNvGrpSpPr/>
                <p:nvPr/>
              </p:nvGrpSpPr>
              <p:grpSpPr>
                <a:xfrm>
                  <a:off x="1232795" y="-1740829"/>
                  <a:ext cx="717621" cy="717392"/>
                  <a:chOff x="1483457" y="3953671"/>
                  <a:chExt cx="717621" cy="717392"/>
                </a:xfrm>
              </p:grpSpPr>
              <p:sp>
                <p:nvSpPr>
                  <p:cNvPr id="1316" name="Google Shape;1316;p29"/>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7" name="Google Shape;1317;p29"/>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8" name="Google Shape;1318;p29"/>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9" name="Google Shape;1319;p29"/>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0" name="Google Shape;1320;p29"/>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321" name="Google Shape;1321;p29"/>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322" name="Google Shape;1322;p29"/>
          <p:cNvGrpSpPr/>
          <p:nvPr/>
        </p:nvGrpSpPr>
        <p:grpSpPr>
          <a:xfrm>
            <a:off x="2659712" y="4275400"/>
            <a:ext cx="4952059" cy="2992224"/>
            <a:chOff x="2659712" y="4275400"/>
            <a:chExt cx="4952059" cy="2992224"/>
          </a:xfrm>
        </p:grpSpPr>
        <p:pic>
          <p:nvPicPr>
            <p:cNvPr id="1323" name="Google Shape;1323;p29"/>
            <p:cNvPicPr preferRelativeResize="0"/>
            <p:nvPr/>
          </p:nvPicPr>
          <p:blipFill rotWithShape="1">
            <a:blip r:embed="rId2">
              <a:alphaModFix/>
            </a:blip>
            <a:srcRect b="26177" l="16960" r="7121" t="24718"/>
            <a:stretch/>
          </p:blipFill>
          <p:spPr>
            <a:xfrm rot="10800000">
              <a:off x="2659712" y="4275400"/>
              <a:ext cx="3549051" cy="2992224"/>
            </a:xfrm>
            <a:prstGeom prst="rect">
              <a:avLst/>
            </a:prstGeom>
            <a:noFill/>
            <a:ln>
              <a:noFill/>
            </a:ln>
          </p:spPr>
        </p:pic>
        <p:grpSp>
          <p:nvGrpSpPr>
            <p:cNvPr id="1324" name="Google Shape;1324;p29"/>
            <p:cNvGrpSpPr/>
            <p:nvPr/>
          </p:nvGrpSpPr>
          <p:grpSpPr>
            <a:xfrm rot="-5400000">
              <a:off x="3258038" y="4413859"/>
              <a:ext cx="906953" cy="1517787"/>
              <a:chOff x="79748" y="2808602"/>
              <a:chExt cx="906953" cy="1517787"/>
            </a:xfrm>
          </p:grpSpPr>
          <p:sp>
            <p:nvSpPr>
              <p:cNvPr id="1325" name="Google Shape;1325;p29"/>
              <p:cNvSpPr/>
              <p:nvPr/>
            </p:nvSpPr>
            <p:spPr>
              <a:xfrm rot="5400000">
                <a:off x="357831" y="2820944"/>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6" name="Google Shape;1326;p29"/>
              <p:cNvSpPr/>
              <p:nvPr/>
            </p:nvSpPr>
            <p:spPr>
              <a:xfrm rot="5400000">
                <a:off x="537866" y="3393994"/>
                <a:ext cx="340329" cy="325895"/>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7" name="Google Shape;1327;p29"/>
              <p:cNvSpPr/>
              <p:nvPr/>
            </p:nvSpPr>
            <p:spPr>
              <a:xfrm rot="5400000">
                <a:off x="67406" y="3278257"/>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8" name="Google Shape;1328;p29"/>
              <p:cNvSpPr/>
              <p:nvPr/>
            </p:nvSpPr>
            <p:spPr>
              <a:xfrm rot="5400000">
                <a:off x="417006" y="3756694"/>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29" name="Google Shape;1329;p29"/>
            <p:cNvGrpSpPr/>
            <p:nvPr/>
          </p:nvGrpSpPr>
          <p:grpSpPr>
            <a:xfrm rot="5400000">
              <a:off x="5484569" y="3756062"/>
              <a:ext cx="1421047" cy="2833357"/>
              <a:chOff x="334358" y="2186737"/>
              <a:chExt cx="1421047" cy="2833357"/>
            </a:xfrm>
          </p:grpSpPr>
          <p:sp>
            <p:nvSpPr>
              <p:cNvPr id="1330" name="Google Shape;1330;p29"/>
              <p:cNvSpPr/>
              <p:nvPr/>
            </p:nvSpPr>
            <p:spPr>
              <a:xfrm rot="10800000">
                <a:off x="334358" y="2186737"/>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31" name="Google Shape;1331;p29"/>
              <p:cNvGrpSpPr/>
              <p:nvPr/>
            </p:nvGrpSpPr>
            <p:grpSpPr>
              <a:xfrm rot="5400000">
                <a:off x="1046250" y="3181856"/>
                <a:ext cx="161977" cy="161940"/>
                <a:chOff x="1101075" y="2142375"/>
                <a:chExt cx="439200" cy="439100"/>
              </a:xfrm>
            </p:grpSpPr>
            <p:sp>
              <p:nvSpPr>
                <p:cNvPr id="1332" name="Google Shape;1332;p29"/>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3" name="Google Shape;1333;p29"/>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34" name="Google Shape;1334;p29"/>
              <p:cNvGrpSpPr/>
              <p:nvPr/>
            </p:nvGrpSpPr>
            <p:grpSpPr>
              <a:xfrm rot="-5400000">
                <a:off x="628029" y="4564272"/>
                <a:ext cx="161977" cy="161940"/>
                <a:chOff x="1101075" y="2142375"/>
                <a:chExt cx="439200" cy="439100"/>
              </a:xfrm>
            </p:grpSpPr>
            <p:sp>
              <p:nvSpPr>
                <p:cNvPr id="1335" name="Google Shape;1335;p29"/>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6" name="Google Shape;1336;p29"/>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
        <p:nvSpPr>
          <p:cNvPr id="1337" name="Google Shape;1337;p29"/>
          <p:cNvSpPr txBox="1"/>
          <p:nvPr/>
        </p:nvSpPr>
        <p:spPr>
          <a:xfrm>
            <a:off x="1157300" y="3476950"/>
            <a:ext cx="5320200" cy="605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300"/>
              </a:spcBef>
              <a:spcAft>
                <a:spcPts val="0"/>
              </a:spcAft>
              <a:buNone/>
            </a:pPr>
            <a:r>
              <a:rPr b="1" lang="en" sz="1200">
                <a:solidFill>
                  <a:schemeClr val="dk1"/>
                </a:solidFill>
                <a:latin typeface="Poppins"/>
                <a:ea typeface="Poppins"/>
                <a:cs typeface="Poppins"/>
                <a:sym typeface="Poppins"/>
              </a:rPr>
              <a:t>CREDITS: </a:t>
            </a:r>
            <a:r>
              <a:rPr lang="en" sz="1200">
                <a:solidFill>
                  <a:schemeClr val="dk1"/>
                </a:solidFill>
                <a:latin typeface="Poppins"/>
                <a:ea typeface="Poppins"/>
                <a:cs typeface="Poppins"/>
                <a:sym typeface="Poppins"/>
              </a:rPr>
              <a:t>This presentation template was created by </a:t>
            </a:r>
            <a:r>
              <a:rPr b="1" lang="en" sz="1200" u="sng">
                <a:solidFill>
                  <a:schemeClr val="dk1"/>
                </a:solidFill>
                <a:latin typeface="Poppins"/>
                <a:ea typeface="Poppins"/>
                <a:cs typeface="Poppins"/>
                <a:sym typeface="Poppins"/>
                <a:hlinkClick r:id="rId3">
                  <a:extLst>
                    <a:ext uri="{A12FA001-AC4F-418D-AE19-62706E023703}">
                      <ahyp:hlinkClr val="tx"/>
                    </a:ext>
                  </a:extLst>
                </a:hlinkClick>
              </a:rPr>
              <a:t>Slidesgo</a:t>
            </a:r>
            <a:r>
              <a:rPr lang="en" sz="1200">
                <a:solidFill>
                  <a:schemeClr val="dk1"/>
                </a:solidFill>
                <a:latin typeface="Poppins"/>
                <a:ea typeface="Poppins"/>
                <a:cs typeface="Poppins"/>
                <a:sym typeface="Poppins"/>
              </a:rPr>
              <a:t>, and includes icons, infographics &amp; images by</a:t>
            </a:r>
            <a:r>
              <a:rPr b="1" lang="en" sz="1200">
                <a:solidFill>
                  <a:schemeClr val="dk1"/>
                </a:solidFill>
                <a:latin typeface="Poppins"/>
                <a:ea typeface="Poppins"/>
                <a:cs typeface="Poppins"/>
                <a:sym typeface="Poppins"/>
              </a:rPr>
              <a:t> </a:t>
            </a:r>
            <a:r>
              <a:rPr b="1" lang="en" sz="1200" u="sng">
                <a:solidFill>
                  <a:schemeClr val="dk1"/>
                </a:solidFill>
                <a:latin typeface="Poppins"/>
                <a:ea typeface="Poppins"/>
                <a:cs typeface="Poppins"/>
                <a:sym typeface="Poppins"/>
                <a:hlinkClick r:id="rId4">
                  <a:extLst>
                    <a:ext uri="{A12FA001-AC4F-418D-AE19-62706E023703}">
                      <ahyp:hlinkClr val="tx"/>
                    </a:ext>
                  </a:extLst>
                </a:hlinkClick>
              </a:rPr>
              <a:t>Freepik</a:t>
            </a:r>
            <a:r>
              <a:rPr b="1" lang="en" sz="1200" u="sng">
                <a:solidFill>
                  <a:schemeClr val="dk1"/>
                </a:solidFill>
                <a:latin typeface="Poppins"/>
                <a:ea typeface="Poppins"/>
                <a:cs typeface="Poppins"/>
                <a:sym typeface="Poppins"/>
              </a:rPr>
              <a:t> </a:t>
            </a:r>
            <a:endParaRPr b="1" sz="1200" u="sng">
              <a:solidFill>
                <a:schemeClr val="dk1"/>
              </a:solidFill>
              <a:latin typeface="Poppins"/>
              <a:ea typeface="Poppins"/>
              <a:cs typeface="Poppins"/>
              <a:sym typeface="Poppins"/>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1338" name="Shape 1338"/>
        <p:cNvGrpSpPr/>
        <p:nvPr/>
      </p:nvGrpSpPr>
      <p:grpSpPr>
        <a:xfrm>
          <a:off x="0" y="0"/>
          <a:ext cx="0" cy="0"/>
          <a:chOff x="0" y="0"/>
          <a:chExt cx="0" cy="0"/>
        </a:xfrm>
      </p:grpSpPr>
      <p:grpSp>
        <p:nvGrpSpPr>
          <p:cNvPr id="1339" name="Google Shape;1339;p30"/>
          <p:cNvGrpSpPr/>
          <p:nvPr/>
        </p:nvGrpSpPr>
        <p:grpSpPr>
          <a:xfrm>
            <a:off x="-623241" y="3925887"/>
            <a:ext cx="2833357" cy="1517787"/>
            <a:chOff x="-623241" y="3849687"/>
            <a:chExt cx="2833357" cy="1517787"/>
          </a:xfrm>
        </p:grpSpPr>
        <p:grpSp>
          <p:nvGrpSpPr>
            <p:cNvPr id="1340" name="Google Shape;1340;p30"/>
            <p:cNvGrpSpPr/>
            <p:nvPr/>
          </p:nvGrpSpPr>
          <p:grpSpPr>
            <a:xfrm rot="5400000">
              <a:off x="-879113" y="4155104"/>
              <a:ext cx="1517787" cy="906953"/>
              <a:chOff x="-55500" y="4835979"/>
              <a:chExt cx="1517787" cy="906953"/>
            </a:xfrm>
          </p:grpSpPr>
          <p:sp>
            <p:nvSpPr>
              <p:cNvPr id="1341" name="Google Shape;1341;p30"/>
              <p:cNvSpPr/>
              <p:nvPr/>
            </p:nvSpPr>
            <p:spPr>
              <a:xfrm>
                <a:off x="-55500" y="4895154"/>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2" name="Google Shape;1342;p30"/>
              <p:cNvSpPr/>
              <p:nvPr/>
            </p:nvSpPr>
            <p:spPr>
              <a:xfrm>
                <a:off x="522674" y="4951702"/>
                <a:ext cx="340329" cy="325895"/>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3" name="Google Shape;1343;p30"/>
              <p:cNvSpPr/>
              <p:nvPr/>
            </p:nvSpPr>
            <p:spPr>
              <a:xfrm>
                <a:off x="401812" y="51855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4" name="Google Shape;1344;p30"/>
              <p:cNvSpPr/>
              <p:nvPr/>
            </p:nvSpPr>
            <p:spPr>
              <a:xfrm>
                <a:off x="880250" y="48359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45" name="Google Shape;1345;p30"/>
            <p:cNvGrpSpPr/>
            <p:nvPr/>
          </p:nvGrpSpPr>
          <p:grpSpPr>
            <a:xfrm>
              <a:off x="-623241" y="3946426"/>
              <a:ext cx="2833357" cy="1421047"/>
              <a:chOff x="-677366" y="4067276"/>
              <a:chExt cx="2833357" cy="1421047"/>
            </a:xfrm>
          </p:grpSpPr>
          <p:sp>
            <p:nvSpPr>
              <p:cNvPr id="1346" name="Google Shape;1346;p30"/>
              <p:cNvSpPr/>
              <p:nvPr/>
            </p:nvSpPr>
            <p:spPr>
              <a:xfrm rot="5400000">
                <a:off x="28789" y="3361120"/>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9900FF">
                      <a:alpha val="46666"/>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47" name="Google Shape;1347;p30"/>
              <p:cNvGrpSpPr/>
              <p:nvPr/>
            </p:nvGrpSpPr>
            <p:grpSpPr>
              <a:xfrm>
                <a:off x="317735" y="4614472"/>
                <a:ext cx="161977" cy="161940"/>
                <a:chOff x="1101075" y="2142375"/>
                <a:chExt cx="439200" cy="439100"/>
              </a:xfrm>
            </p:grpSpPr>
            <p:sp>
              <p:nvSpPr>
                <p:cNvPr id="1348" name="Google Shape;1348;p30"/>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9" name="Google Shape;1349;p30"/>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50" name="Google Shape;1350;p30"/>
              <p:cNvGrpSpPr/>
              <p:nvPr/>
            </p:nvGrpSpPr>
            <p:grpSpPr>
              <a:xfrm rot="10800000">
                <a:off x="1700151" y="5032693"/>
                <a:ext cx="161977" cy="161940"/>
                <a:chOff x="1101075" y="2142375"/>
                <a:chExt cx="439200" cy="439100"/>
              </a:xfrm>
            </p:grpSpPr>
            <p:sp>
              <p:nvSpPr>
                <p:cNvPr id="1351" name="Google Shape;1351;p30"/>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2" name="Google Shape;1352;p30"/>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353" name="Google Shape;1353;p30"/>
            <p:cNvSpPr/>
            <p:nvPr/>
          </p:nvSpPr>
          <p:spPr>
            <a:xfrm rot="-5400000">
              <a:off x="289120" y="3696219"/>
              <a:ext cx="503090" cy="2327806"/>
            </a:xfrm>
            <a:custGeom>
              <a:rect b="b" l="l" r="r" t="t"/>
              <a:pathLst>
                <a:path extrusionOk="0" h="56755" w="12266">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54" name="Google Shape;1354;p30"/>
          <p:cNvGrpSpPr/>
          <p:nvPr/>
        </p:nvGrpSpPr>
        <p:grpSpPr>
          <a:xfrm>
            <a:off x="6323925" y="-1678249"/>
            <a:ext cx="4189199" cy="3065874"/>
            <a:chOff x="6171525" y="-1678249"/>
            <a:chExt cx="4189199" cy="3065874"/>
          </a:xfrm>
        </p:grpSpPr>
        <p:sp>
          <p:nvSpPr>
            <p:cNvPr id="1355" name="Google Shape;1355;p30"/>
            <p:cNvSpPr/>
            <p:nvPr/>
          </p:nvSpPr>
          <p:spPr>
            <a:xfrm rot="-5400000">
              <a:off x="6808863" y="-808395"/>
              <a:ext cx="1558682"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56" name="Google Shape;1356;p30"/>
            <p:cNvPicPr preferRelativeResize="0"/>
            <p:nvPr/>
          </p:nvPicPr>
          <p:blipFill rotWithShape="1">
            <a:blip r:embed="rId2">
              <a:alphaModFix/>
            </a:blip>
            <a:srcRect b="26177" l="16960" r="7121" t="24718"/>
            <a:stretch/>
          </p:blipFill>
          <p:spPr>
            <a:xfrm>
              <a:off x="6587425" y="-1678249"/>
              <a:ext cx="3773299" cy="2879876"/>
            </a:xfrm>
            <a:prstGeom prst="rect">
              <a:avLst/>
            </a:prstGeom>
            <a:noFill/>
            <a:ln>
              <a:noFill/>
            </a:ln>
          </p:spPr>
        </p:pic>
        <p:sp>
          <p:nvSpPr>
            <p:cNvPr id="1357" name="Google Shape;1357;p30"/>
            <p:cNvSpPr/>
            <p:nvPr/>
          </p:nvSpPr>
          <p:spPr>
            <a:xfrm>
              <a:off x="8292929" y="-80469"/>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r="100%"/>
              </a:path>
              <a:tileRect l="-10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58" name="Google Shape;1358;p30"/>
            <p:cNvGrpSpPr/>
            <p:nvPr/>
          </p:nvGrpSpPr>
          <p:grpSpPr>
            <a:xfrm rot="-2700000">
              <a:off x="8302147" y="61289"/>
              <a:ext cx="582044" cy="582419"/>
              <a:chOff x="959750" y="3039275"/>
              <a:chExt cx="582050" cy="582425"/>
            </a:xfrm>
          </p:grpSpPr>
          <p:sp>
            <p:nvSpPr>
              <p:cNvPr id="1359" name="Google Shape;1359;p30"/>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0" name="Google Shape;1360;p30"/>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1" name="Google Shape;1361;p30"/>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2" name="Google Shape;1362;p30"/>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3" name="Google Shape;1363;p30"/>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4" name="Google Shape;1364;p30"/>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5" name="Google Shape;1365;p30"/>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66" name="Google Shape;1366;p30"/>
            <p:cNvGrpSpPr/>
            <p:nvPr/>
          </p:nvGrpSpPr>
          <p:grpSpPr>
            <a:xfrm rot="-2700000">
              <a:off x="8551447" y="61289"/>
              <a:ext cx="582044" cy="582419"/>
              <a:chOff x="959750" y="3039275"/>
              <a:chExt cx="582050" cy="582425"/>
            </a:xfrm>
          </p:grpSpPr>
          <p:sp>
            <p:nvSpPr>
              <p:cNvPr id="1367" name="Google Shape;1367;p30"/>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8" name="Google Shape;1368;p30"/>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9" name="Google Shape;1369;p30"/>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0" name="Google Shape;1370;p30"/>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1" name="Google Shape;1371;p30"/>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2" name="Google Shape;1372;p30"/>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3" name="Google Shape;1373;p30"/>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374" name="Google Shape;1374;p30"/>
          <p:cNvGrpSpPr/>
          <p:nvPr/>
        </p:nvGrpSpPr>
        <p:grpSpPr>
          <a:xfrm rot="2700000">
            <a:off x="8945322" y="2352177"/>
            <a:ext cx="439196" cy="439096"/>
            <a:chOff x="1101075" y="2142375"/>
            <a:chExt cx="439200" cy="439100"/>
          </a:xfrm>
        </p:grpSpPr>
        <p:sp>
          <p:nvSpPr>
            <p:cNvPr id="1375" name="Google Shape;1375;p30"/>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6" name="Google Shape;1376;p30"/>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bg>
      <p:bgPr>
        <a:solidFill>
          <a:schemeClr val="dk2"/>
        </a:solidFill>
      </p:bgPr>
    </p:bg>
    <p:spTree>
      <p:nvGrpSpPr>
        <p:cNvPr id="1377" name="Shape 1377"/>
        <p:cNvGrpSpPr/>
        <p:nvPr/>
      </p:nvGrpSpPr>
      <p:grpSpPr>
        <a:xfrm>
          <a:off x="0" y="0"/>
          <a:ext cx="0" cy="0"/>
          <a:chOff x="0" y="0"/>
          <a:chExt cx="0" cy="0"/>
        </a:xfrm>
      </p:grpSpPr>
      <p:grpSp>
        <p:nvGrpSpPr>
          <p:cNvPr id="1378" name="Google Shape;1378;p31"/>
          <p:cNvGrpSpPr/>
          <p:nvPr/>
        </p:nvGrpSpPr>
        <p:grpSpPr>
          <a:xfrm>
            <a:off x="8332551" y="-7"/>
            <a:ext cx="2386151" cy="3293873"/>
            <a:chOff x="8256351" y="-7"/>
            <a:chExt cx="2386151" cy="3293873"/>
          </a:xfrm>
        </p:grpSpPr>
        <p:pic>
          <p:nvPicPr>
            <p:cNvPr id="1379" name="Google Shape;1379;p31"/>
            <p:cNvPicPr preferRelativeResize="0"/>
            <p:nvPr/>
          </p:nvPicPr>
          <p:blipFill rotWithShape="1">
            <a:blip r:embed="rId2">
              <a:alphaModFix/>
            </a:blip>
            <a:srcRect b="26177" l="16960" r="7121" t="24718"/>
            <a:stretch/>
          </p:blipFill>
          <p:spPr>
            <a:xfrm rot="5400000">
              <a:off x="7886227" y="537590"/>
              <a:ext cx="3126400" cy="2386151"/>
            </a:xfrm>
            <a:prstGeom prst="rect">
              <a:avLst/>
            </a:prstGeom>
            <a:noFill/>
            <a:ln>
              <a:noFill/>
            </a:ln>
          </p:spPr>
        </p:pic>
        <p:grpSp>
          <p:nvGrpSpPr>
            <p:cNvPr id="1380" name="Google Shape;1380;p31"/>
            <p:cNvGrpSpPr/>
            <p:nvPr/>
          </p:nvGrpSpPr>
          <p:grpSpPr>
            <a:xfrm rot="10800000">
              <a:off x="8452444" y="-7"/>
              <a:ext cx="325154" cy="1788670"/>
              <a:chOff x="8869019" y="-622132"/>
              <a:chExt cx="325154" cy="1788670"/>
            </a:xfrm>
          </p:grpSpPr>
          <p:sp>
            <p:nvSpPr>
              <p:cNvPr id="1381" name="Google Shape;1381;p31"/>
              <p:cNvSpPr/>
              <p:nvPr/>
            </p:nvSpPr>
            <p:spPr>
              <a:xfrm rot="10800000">
                <a:off x="8869019" y="-622132"/>
                <a:ext cx="246869" cy="1703243"/>
              </a:xfrm>
              <a:custGeom>
                <a:rect b="b" l="l" r="r" t="t"/>
                <a:pathLst>
                  <a:path extrusionOk="0" h="29909" w="6019">
                    <a:moveTo>
                      <a:pt x="1" y="1"/>
                    </a:moveTo>
                    <a:lnTo>
                      <a:pt x="1" y="306"/>
                    </a:lnTo>
                    <a:lnTo>
                      <a:pt x="5699" y="306"/>
                    </a:lnTo>
                    <a:lnTo>
                      <a:pt x="5699" y="29909"/>
                    </a:lnTo>
                    <a:lnTo>
                      <a:pt x="6019" y="29909"/>
                    </a:lnTo>
                    <a:lnTo>
                      <a:pt x="6019"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82" name="Google Shape;1382;p31"/>
              <p:cNvGrpSpPr/>
              <p:nvPr/>
            </p:nvGrpSpPr>
            <p:grpSpPr>
              <a:xfrm rot="1800062">
                <a:off x="9035610" y="1007995"/>
                <a:ext cx="134040" cy="134009"/>
                <a:chOff x="1101075" y="2142375"/>
                <a:chExt cx="439200" cy="439100"/>
              </a:xfrm>
            </p:grpSpPr>
            <p:sp>
              <p:nvSpPr>
                <p:cNvPr id="1383" name="Google Shape;1383;p31"/>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40000">
                      <a:srgbClr val="FF9900">
                        <a:alpha val="40784"/>
                      </a:srgbClr>
                    </a:gs>
                    <a:gs pos="100000">
                      <a:srgbClr val="FFFFFF">
                        <a:alpha val="0"/>
                      </a:srgbClr>
                    </a:gs>
                  </a:gsLst>
                  <a:lin ang="2698631"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4" name="Google Shape;1384;p31"/>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r="100%"/>
                  </a:path>
                  <a:tileRect l="-10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1385" name="Google Shape;1385;p31"/>
          <p:cNvGrpSpPr/>
          <p:nvPr/>
        </p:nvGrpSpPr>
        <p:grpSpPr>
          <a:xfrm>
            <a:off x="-213525" y="171225"/>
            <a:ext cx="439200" cy="439100"/>
            <a:chOff x="1101075" y="2142375"/>
            <a:chExt cx="439200" cy="439100"/>
          </a:xfrm>
        </p:grpSpPr>
        <p:sp>
          <p:nvSpPr>
            <p:cNvPr id="1386" name="Google Shape;1386;p31"/>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r="100%"/>
              </a:path>
              <a:tileRect l="-10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7" name="Google Shape;1387;p31"/>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r="100%"/>
              </a:path>
              <a:tileRect l="-10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88" name="Google Shape;1388;p31"/>
          <p:cNvGrpSpPr/>
          <p:nvPr/>
        </p:nvGrpSpPr>
        <p:grpSpPr>
          <a:xfrm>
            <a:off x="-1262974" y="3161328"/>
            <a:ext cx="4822591" cy="2934500"/>
            <a:chOff x="-1186774" y="3161328"/>
            <a:chExt cx="4822591" cy="2934500"/>
          </a:xfrm>
        </p:grpSpPr>
        <p:pic>
          <p:nvPicPr>
            <p:cNvPr id="1389" name="Google Shape;1389;p31"/>
            <p:cNvPicPr preferRelativeResize="0"/>
            <p:nvPr/>
          </p:nvPicPr>
          <p:blipFill rotWithShape="1">
            <a:blip r:embed="rId2">
              <a:alphaModFix/>
            </a:blip>
            <a:srcRect b="26177" l="16960" r="7121" t="24718"/>
            <a:stretch/>
          </p:blipFill>
          <p:spPr>
            <a:xfrm rot="5400000">
              <a:off x="-1534175" y="3508728"/>
              <a:ext cx="2934500" cy="2239699"/>
            </a:xfrm>
            <a:prstGeom prst="rect">
              <a:avLst/>
            </a:prstGeom>
            <a:noFill/>
            <a:ln>
              <a:noFill/>
            </a:ln>
          </p:spPr>
        </p:pic>
        <p:sp>
          <p:nvSpPr>
            <p:cNvPr id="1390" name="Google Shape;1390;p31"/>
            <p:cNvSpPr/>
            <p:nvPr/>
          </p:nvSpPr>
          <p:spPr>
            <a:xfrm rot="-5400000">
              <a:off x="-184180" y="3596444"/>
              <a:ext cx="503090" cy="2327806"/>
            </a:xfrm>
            <a:custGeom>
              <a:rect b="b" l="l" r="r" t="t"/>
              <a:pathLst>
                <a:path extrusionOk="0" h="56755" w="12266">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r="100%"/>
              </a:path>
              <a:tileRect l="-10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91" name="Google Shape;1391;p31"/>
            <p:cNvGrpSpPr/>
            <p:nvPr/>
          </p:nvGrpSpPr>
          <p:grpSpPr>
            <a:xfrm>
              <a:off x="58899" y="4608583"/>
              <a:ext cx="604346" cy="657081"/>
              <a:chOff x="58899" y="4608583"/>
              <a:chExt cx="604346" cy="657081"/>
            </a:xfrm>
          </p:grpSpPr>
          <p:grpSp>
            <p:nvGrpSpPr>
              <p:cNvPr id="1392" name="Google Shape;1392;p31"/>
              <p:cNvGrpSpPr/>
              <p:nvPr/>
            </p:nvGrpSpPr>
            <p:grpSpPr>
              <a:xfrm rot="10800000">
                <a:off x="58899" y="4608583"/>
                <a:ext cx="328346" cy="328531"/>
                <a:chOff x="3678700" y="407275"/>
                <a:chExt cx="708100" cy="708500"/>
              </a:xfrm>
            </p:grpSpPr>
            <p:sp>
              <p:nvSpPr>
                <p:cNvPr id="1393" name="Google Shape;1393;p31"/>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4" name="Google Shape;1394;p31"/>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5" name="Google Shape;1395;p31"/>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6" name="Google Shape;1396;p31"/>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7" name="Google Shape;1397;p31"/>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8" name="Google Shape;1398;p31"/>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9" name="Google Shape;1399;p31"/>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00" name="Google Shape;1400;p31"/>
              <p:cNvGrpSpPr/>
              <p:nvPr/>
            </p:nvGrpSpPr>
            <p:grpSpPr>
              <a:xfrm rot="10800000">
                <a:off x="334899" y="4608583"/>
                <a:ext cx="328346" cy="328531"/>
                <a:chOff x="3678700" y="407275"/>
                <a:chExt cx="708100" cy="708500"/>
              </a:xfrm>
            </p:grpSpPr>
            <p:sp>
              <p:nvSpPr>
                <p:cNvPr id="1401" name="Google Shape;1401;p31"/>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2" name="Google Shape;1402;p31"/>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3" name="Google Shape;1403;p31"/>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4" name="Google Shape;1404;p31"/>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5" name="Google Shape;1405;p31"/>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6" name="Google Shape;1406;p31"/>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7" name="Google Shape;1407;p31"/>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08" name="Google Shape;1408;p31"/>
              <p:cNvGrpSpPr/>
              <p:nvPr/>
            </p:nvGrpSpPr>
            <p:grpSpPr>
              <a:xfrm rot="10800000">
                <a:off x="282574" y="4937133"/>
                <a:ext cx="328346" cy="328531"/>
                <a:chOff x="3678700" y="407275"/>
                <a:chExt cx="708100" cy="708500"/>
              </a:xfrm>
            </p:grpSpPr>
            <p:sp>
              <p:nvSpPr>
                <p:cNvPr id="1409" name="Google Shape;1409;p31"/>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0" name="Google Shape;1410;p31"/>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1" name="Google Shape;1411;p31"/>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2" name="Google Shape;1412;p31"/>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3" name="Google Shape;1413;p31"/>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4" name="Google Shape;1414;p31"/>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5" name="Google Shape;1415;p31"/>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416" name="Google Shape;1416;p31"/>
            <p:cNvGrpSpPr/>
            <p:nvPr/>
          </p:nvGrpSpPr>
          <p:grpSpPr>
            <a:xfrm>
              <a:off x="-923150" y="4796551"/>
              <a:ext cx="4558967" cy="134100"/>
              <a:chOff x="796100" y="3019701"/>
              <a:chExt cx="4558967" cy="134100"/>
            </a:xfrm>
          </p:grpSpPr>
          <p:sp>
            <p:nvSpPr>
              <p:cNvPr id="1417" name="Google Shape;1417;p31"/>
              <p:cNvSpPr/>
              <p:nvPr/>
            </p:nvSpPr>
            <p:spPr>
              <a:xfrm>
                <a:off x="5220967" y="3019701"/>
                <a:ext cx="134100" cy="134100"/>
              </a:xfrm>
              <a:prstGeom prst="ellipse">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418" name="Google Shape;1418;p31"/>
              <p:cNvCxnSpPr/>
              <p:nvPr/>
            </p:nvCxnSpPr>
            <p:spPr>
              <a:xfrm>
                <a:off x="796100" y="3086750"/>
                <a:ext cx="4462800" cy="0"/>
              </a:xfrm>
              <a:prstGeom prst="straightConnector1">
                <a:avLst/>
              </a:prstGeom>
              <a:noFill/>
              <a:ln cap="flat" cmpd="sng" w="9525">
                <a:solidFill>
                  <a:schemeClr val="lt1"/>
                </a:solidFill>
                <a:prstDash val="solid"/>
                <a:round/>
                <a:headEnd len="med" w="med" type="none"/>
                <a:tailEnd len="med" w="med" type="none"/>
              </a:ln>
            </p:spPr>
          </p:cxnSp>
          <p:sp>
            <p:nvSpPr>
              <p:cNvPr id="1419" name="Google Shape;1419;p31"/>
              <p:cNvSpPr/>
              <p:nvPr/>
            </p:nvSpPr>
            <p:spPr>
              <a:xfrm>
                <a:off x="5251079" y="3049843"/>
                <a:ext cx="73800" cy="73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theme" Target="../theme/theme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2"/>
              </a:buClr>
              <a:buSzPts val="3000"/>
              <a:buFont typeface="IBM Plex Mono"/>
              <a:buNone/>
              <a:defRPr b="1" sz="3000">
                <a:solidFill>
                  <a:schemeClr val="dk2"/>
                </a:solidFill>
                <a:latin typeface="IBM Plex Mono"/>
                <a:ea typeface="IBM Plex Mono"/>
                <a:cs typeface="IBM Plex Mono"/>
                <a:sym typeface="IBM Plex Mono"/>
              </a:defRPr>
            </a:lvl1pPr>
            <a:lvl2pPr lvl="1" rtl="0">
              <a:spcBef>
                <a:spcPts val="0"/>
              </a:spcBef>
              <a:spcAft>
                <a:spcPts val="0"/>
              </a:spcAft>
              <a:buClr>
                <a:schemeClr val="dk2"/>
              </a:buClr>
              <a:buSzPts val="3000"/>
              <a:buFont typeface="IBM Plex Mono"/>
              <a:buNone/>
              <a:defRPr b="1" sz="3000">
                <a:solidFill>
                  <a:schemeClr val="dk2"/>
                </a:solidFill>
                <a:latin typeface="IBM Plex Mono"/>
                <a:ea typeface="IBM Plex Mono"/>
                <a:cs typeface="IBM Plex Mono"/>
                <a:sym typeface="IBM Plex Mono"/>
              </a:defRPr>
            </a:lvl2pPr>
            <a:lvl3pPr lvl="2" rtl="0">
              <a:spcBef>
                <a:spcPts val="0"/>
              </a:spcBef>
              <a:spcAft>
                <a:spcPts val="0"/>
              </a:spcAft>
              <a:buClr>
                <a:schemeClr val="dk2"/>
              </a:buClr>
              <a:buSzPts val="3000"/>
              <a:buFont typeface="IBM Plex Mono"/>
              <a:buNone/>
              <a:defRPr b="1" sz="3000">
                <a:solidFill>
                  <a:schemeClr val="dk2"/>
                </a:solidFill>
                <a:latin typeface="IBM Plex Mono"/>
                <a:ea typeface="IBM Plex Mono"/>
                <a:cs typeface="IBM Plex Mono"/>
                <a:sym typeface="IBM Plex Mono"/>
              </a:defRPr>
            </a:lvl3pPr>
            <a:lvl4pPr lvl="3" rtl="0">
              <a:spcBef>
                <a:spcPts val="0"/>
              </a:spcBef>
              <a:spcAft>
                <a:spcPts val="0"/>
              </a:spcAft>
              <a:buClr>
                <a:schemeClr val="dk2"/>
              </a:buClr>
              <a:buSzPts val="3000"/>
              <a:buFont typeface="IBM Plex Mono"/>
              <a:buNone/>
              <a:defRPr b="1" sz="3000">
                <a:solidFill>
                  <a:schemeClr val="dk2"/>
                </a:solidFill>
                <a:latin typeface="IBM Plex Mono"/>
                <a:ea typeface="IBM Plex Mono"/>
                <a:cs typeface="IBM Plex Mono"/>
                <a:sym typeface="IBM Plex Mono"/>
              </a:defRPr>
            </a:lvl4pPr>
            <a:lvl5pPr lvl="4" rtl="0">
              <a:spcBef>
                <a:spcPts val="0"/>
              </a:spcBef>
              <a:spcAft>
                <a:spcPts val="0"/>
              </a:spcAft>
              <a:buClr>
                <a:schemeClr val="dk2"/>
              </a:buClr>
              <a:buSzPts val="3000"/>
              <a:buFont typeface="IBM Plex Mono"/>
              <a:buNone/>
              <a:defRPr b="1" sz="3000">
                <a:solidFill>
                  <a:schemeClr val="dk2"/>
                </a:solidFill>
                <a:latin typeface="IBM Plex Mono"/>
                <a:ea typeface="IBM Plex Mono"/>
                <a:cs typeface="IBM Plex Mono"/>
                <a:sym typeface="IBM Plex Mono"/>
              </a:defRPr>
            </a:lvl5pPr>
            <a:lvl6pPr lvl="5" rtl="0">
              <a:spcBef>
                <a:spcPts val="0"/>
              </a:spcBef>
              <a:spcAft>
                <a:spcPts val="0"/>
              </a:spcAft>
              <a:buClr>
                <a:schemeClr val="dk2"/>
              </a:buClr>
              <a:buSzPts val="3000"/>
              <a:buFont typeface="IBM Plex Mono"/>
              <a:buNone/>
              <a:defRPr b="1" sz="3000">
                <a:solidFill>
                  <a:schemeClr val="dk2"/>
                </a:solidFill>
                <a:latin typeface="IBM Plex Mono"/>
                <a:ea typeface="IBM Plex Mono"/>
                <a:cs typeface="IBM Plex Mono"/>
                <a:sym typeface="IBM Plex Mono"/>
              </a:defRPr>
            </a:lvl6pPr>
            <a:lvl7pPr lvl="6" rtl="0">
              <a:spcBef>
                <a:spcPts val="0"/>
              </a:spcBef>
              <a:spcAft>
                <a:spcPts val="0"/>
              </a:spcAft>
              <a:buClr>
                <a:schemeClr val="dk2"/>
              </a:buClr>
              <a:buSzPts val="3000"/>
              <a:buFont typeface="IBM Plex Mono"/>
              <a:buNone/>
              <a:defRPr b="1" sz="3000">
                <a:solidFill>
                  <a:schemeClr val="dk2"/>
                </a:solidFill>
                <a:latin typeface="IBM Plex Mono"/>
                <a:ea typeface="IBM Plex Mono"/>
                <a:cs typeface="IBM Plex Mono"/>
                <a:sym typeface="IBM Plex Mono"/>
              </a:defRPr>
            </a:lvl7pPr>
            <a:lvl8pPr lvl="7" rtl="0">
              <a:spcBef>
                <a:spcPts val="0"/>
              </a:spcBef>
              <a:spcAft>
                <a:spcPts val="0"/>
              </a:spcAft>
              <a:buClr>
                <a:schemeClr val="dk2"/>
              </a:buClr>
              <a:buSzPts val="3000"/>
              <a:buFont typeface="IBM Plex Mono"/>
              <a:buNone/>
              <a:defRPr b="1" sz="3000">
                <a:solidFill>
                  <a:schemeClr val="dk2"/>
                </a:solidFill>
                <a:latin typeface="IBM Plex Mono"/>
                <a:ea typeface="IBM Plex Mono"/>
                <a:cs typeface="IBM Plex Mono"/>
                <a:sym typeface="IBM Plex Mono"/>
              </a:defRPr>
            </a:lvl8pPr>
            <a:lvl9pPr lvl="8" rtl="0">
              <a:spcBef>
                <a:spcPts val="0"/>
              </a:spcBef>
              <a:spcAft>
                <a:spcPts val="0"/>
              </a:spcAft>
              <a:buClr>
                <a:schemeClr val="dk2"/>
              </a:buClr>
              <a:buSzPts val="3000"/>
              <a:buFont typeface="IBM Plex Mono"/>
              <a:buNone/>
              <a:defRPr b="1" sz="3000">
                <a:solidFill>
                  <a:schemeClr val="dk2"/>
                </a:solidFill>
                <a:latin typeface="IBM Plex Mono"/>
                <a:ea typeface="IBM Plex Mono"/>
                <a:cs typeface="IBM Plex Mono"/>
                <a:sym typeface="IBM Plex Mono"/>
              </a:defRPr>
            </a:lvl9pPr>
          </a:lstStyle>
          <a:p/>
        </p:txBody>
      </p:sp>
      <p:sp>
        <p:nvSpPr>
          <p:cNvPr id="7" name="Google Shape;7;p1"/>
          <p:cNvSpPr txBox="1"/>
          <p:nvPr>
            <p:ph idx="1" type="body"/>
          </p:nvPr>
        </p:nvSpPr>
        <p:spPr>
          <a:xfrm>
            <a:off x="713225" y="1152475"/>
            <a:ext cx="76818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1pPr>
            <a:lvl2pPr indent="-317500" lvl="1" marL="9144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2pPr>
            <a:lvl3pPr indent="-317500" lvl="2" marL="13716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3pPr>
            <a:lvl4pPr indent="-317500" lvl="3" marL="18288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4pPr>
            <a:lvl5pPr indent="-317500" lvl="4" marL="22860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5pPr>
            <a:lvl6pPr indent="-317500" lvl="5" marL="27432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6pPr>
            <a:lvl7pPr indent="-317500" lvl="6" marL="32004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7pPr>
            <a:lvl8pPr indent="-317500" lvl="7" marL="36576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8pPr>
            <a:lvl9pPr indent="-317500" lvl="8" marL="41148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1.xml"/><Relationship Id="rId3" Type="http://schemas.openxmlformats.org/officeDocument/2006/relationships/image" Target="../media/image6.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3.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23" name="Shape 1423"/>
        <p:cNvGrpSpPr/>
        <p:nvPr/>
      </p:nvGrpSpPr>
      <p:grpSpPr>
        <a:xfrm>
          <a:off x="0" y="0"/>
          <a:ext cx="0" cy="0"/>
          <a:chOff x="0" y="0"/>
          <a:chExt cx="0" cy="0"/>
        </a:xfrm>
      </p:grpSpPr>
      <p:sp>
        <p:nvSpPr>
          <p:cNvPr id="1424" name="Google Shape;1424;p32"/>
          <p:cNvSpPr txBox="1"/>
          <p:nvPr>
            <p:ph idx="1" type="subTitle"/>
          </p:nvPr>
        </p:nvSpPr>
        <p:spPr>
          <a:xfrm>
            <a:off x="1096850" y="3476850"/>
            <a:ext cx="4882500" cy="475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Kayah Whipps &amp; Diane Marikit Tio</a:t>
            </a:r>
            <a:endParaRPr/>
          </a:p>
        </p:txBody>
      </p:sp>
      <p:sp>
        <p:nvSpPr>
          <p:cNvPr id="1425" name="Google Shape;1425;p32"/>
          <p:cNvSpPr txBox="1"/>
          <p:nvPr>
            <p:ph type="ctrTitle"/>
          </p:nvPr>
        </p:nvSpPr>
        <p:spPr>
          <a:xfrm>
            <a:off x="1096850" y="816324"/>
            <a:ext cx="6974700" cy="2326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4200"/>
              <a:t>Final Project Report:</a:t>
            </a:r>
            <a:endParaRPr sz="4200"/>
          </a:p>
          <a:p>
            <a:pPr indent="0" lvl="0" marL="0" rtl="0" algn="l">
              <a:spcBef>
                <a:spcPts val="0"/>
              </a:spcBef>
              <a:spcAft>
                <a:spcPts val="0"/>
              </a:spcAft>
              <a:buNone/>
            </a:pPr>
            <a:r>
              <a:rPr lang="en" sz="4200">
                <a:solidFill>
                  <a:srgbClr val="000000"/>
                </a:solidFill>
              </a:rPr>
              <a:t>Sales Forecasting</a:t>
            </a:r>
            <a:r>
              <a:rPr lang="en" sz="4200"/>
              <a:t> </a:t>
            </a:r>
            <a:r>
              <a:rPr lang="en" sz="4200">
                <a:solidFill>
                  <a:srgbClr val="000000"/>
                </a:solidFill>
              </a:rPr>
              <a:t>with FNN</a:t>
            </a:r>
            <a:endParaRPr sz="4200">
              <a:solidFill>
                <a:srgbClr val="000000"/>
              </a:solidFill>
            </a:endParaRPr>
          </a:p>
        </p:txBody>
      </p:sp>
      <p:grpSp>
        <p:nvGrpSpPr>
          <p:cNvPr id="1426" name="Google Shape;1426;p32"/>
          <p:cNvGrpSpPr/>
          <p:nvPr/>
        </p:nvGrpSpPr>
        <p:grpSpPr>
          <a:xfrm>
            <a:off x="1096850" y="3242811"/>
            <a:ext cx="3936683" cy="134070"/>
            <a:chOff x="1096850" y="3242811"/>
            <a:chExt cx="3936683" cy="134070"/>
          </a:xfrm>
        </p:grpSpPr>
        <p:cxnSp>
          <p:nvCxnSpPr>
            <p:cNvPr id="1427" name="Google Shape;1427;p32"/>
            <p:cNvCxnSpPr/>
            <p:nvPr/>
          </p:nvCxnSpPr>
          <p:spPr>
            <a:xfrm>
              <a:off x="1096850" y="3309850"/>
              <a:ext cx="3840600" cy="0"/>
            </a:xfrm>
            <a:prstGeom prst="straightConnector1">
              <a:avLst/>
            </a:prstGeom>
            <a:noFill/>
            <a:ln cap="flat" cmpd="sng" w="9525">
              <a:solidFill>
                <a:schemeClr val="dk2"/>
              </a:solidFill>
              <a:prstDash val="solid"/>
              <a:round/>
              <a:headEnd len="med" w="med" type="none"/>
              <a:tailEnd len="med" w="med" type="none"/>
            </a:ln>
          </p:spPr>
        </p:cxnSp>
        <p:grpSp>
          <p:nvGrpSpPr>
            <p:cNvPr id="1428" name="Google Shape;1428;p32"/>
            <p:cNvGrpSpPr/>
            <p:nvPr/>
          </p:nvGrpSpPr>
          <p:grpSpPr>
            <a:xfrm>
              <a:off x="4899464" y="3242811"/>
              <a:ext cx="134070" cy="134070"/>
              <a:chOff x="8382514" y="1084976"/>
              <a:chExt cx="265800" cy="265800"/>
            </a:xfrm>
          </p:grpSpPr>
          <p:sp>
            <p:nvSpPr>
              <p:cNvPr id="1429" name="Google Shape;1429;p32"/>
              <p:cNvSpPr/>
              <p:nvPr/>
            </p:nvSpPr>
            <p:spPr>
              <a:xfrm>
                <a:off x="8442213" y="1144734"/>
                <a:ext cx="146400" cy="1464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0" name="Google Shape;1430;p32"/>
              <p:cNvSpPr/>
              <p:nvPr/>
            </p:nvSpPr>
            <p:spPr>
              <a:xfrm>
                <a:off x="8382514" y="1084976"/>
                <a:ext cx="265800" cy="265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431" name="Google Shape;1431;p32"/>
          <p:cNvGrpSpPr/>
          <p:nvPr/>
        </p:nvGrpSpPr>
        <p:grpSpPr>
          <a:xfrm>
            <a:off x="8017432" y="-313900"/>
            <a:ext cx="134070" cy="1891362"/>
            <a:chOff x="8017432" y="-313900"/>
            <a:chExt cx="134070" cy="1891362"/>
          </a:xfrm>
        </p:grpSpPr>
        <p:sp>
          <p:nvSpPr>
            <p:cNvPr id="1432" name="Google Shape;1432;p32"/>
            <p:cNvSpPr/>
            <p:nvPr/>
          </p:nvSpPr>
          <p:spPr>
            <a:xfrm rot="5400000">
              <a:off x="8017432" y="1443393"/>
              <a:ext cx="134070" cy="13407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433" name="Google Shape;1433;p32"/>
            <p:cNvCxnSpPr/>
            <p:nvPr/>
          </p:nvCxnSpPr>
          <p:spPr>
            <a:xfrm>
              <a:off x="8084450" y="-313900"/>
              <a:ext cx="0" cy="1795200"/>
            </a:xfrm>
            <a:prstGeom prst="straightConnector1">
              <a:avLst/>
            </a:prstGeom>
            <a:noFill/>
            <a:ln cap="flat" cmpd="sng" w="9525">
              <a:solidFill>
                <a:schemeClr val="dk2"/>
              </a:solidFill>
              <a:prstDash val="solid"/>
              <a:round/>
              <a:headEnd len="med" w="med" type="none"/>
              <a:tailEnd len="med" w="med" type="none"/>
            </a:ln>
          </p:spPr>
        </p:cxnSp>
        <p:sp>
          <p:nvSpPr>
            <p:cNvPr id="1434" name="Google Shape;1434;p32"/>
            <p:cNvSpPr/>
            <p:nvPr/>
          </p:nvSpPr>
          <p:spPr>
            <a:xfrm rot="5400000">
              <a:off x="8047515" y="1473505"/>
              <a:ext cx="73844" cy="73844"/>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35" name="Google Shape;1435;p32"/>
          <p:cNvGrpSpPr/>
          <p:nvPr/>
        </p:nvGrpSpPr>
        <p:grpSpPr>
          <a:xfrm>
            <a:off x="6309526" y="957475"/>
            <a:ext cx="3504715" cy="5119205"/>
            <a:chOff x="6309526" y="836950"/>
            <a:chExt cx="3504715" cy="5119205"/>
          </a:xfrm>
        </p:grpSpPr>
        <p:sp>
          <p:nvSpPr>
            <p:cNvPr id="1436" name="Google Shape;1436;p32"/>
            <p:cNvSpPr/>
            <p:nvPr/>
          </p:nvSpPr>
          <p:spPr>
            <a:xfrm>
              <a:off x="6309526" y="836950"/>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37" name="Google Shape;1437;p32"/>
            <p:cNvGrpSpPr/>
            <p:nvPr/>
          </p:nvGrpSpPr>
          <p:grpSpPr>
            <a:xfrm>
              <a:off x="7728436" y="3524084"/>
              <a:ext cx="134004" cy="134004"/>
              <a:chOff x="8356813" y="1074288"/>
              <a:chExt cx="351900" cy="351900"/>
            </a:xfrm>
          </p:grpSpPr>
          <p:sp>
            <p:nvSpPr>
              <p:cNvPr id="1438" name="Google Shape;1438;p32"/>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9" name="Google Shape;1439;p32"/>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40" name="Google Shape;1440;p32"/>
            <p:cNvGrpSpPr/>
            <p:nvPr/>
          </p:nvGrpSpPr>
          <p:grpSpPr>
            <a:xfrm>
              <a:off x="7344361" y="3150259"/>
              <a:ext cx="134004" cy="134004"/>
              <a:chOff x="8356813" y="1074288"/>
              <a:chExt cx="351900" cy="351900"/>
            </a:xfrm>
          </p:grpSpPr>
          <p:sp>
            <p:nvSpPr>
              <p:cNvPr id="1441" name="Google Shape;1441;p32"/>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2" name="Google Shape;1442;p32"/>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43" name="Google Shape;1443;p32"/>
            <p:cNvGrpSpPr/>
            <p:nvPr/>
          </p:nvGrpSpPr>
          <p:grpSpPr>
            <a:xfrm>
              <a:off x="8337811" y="2464059"/>
              <a:ext cx="134004" cy="134004"/>
              <a:chOff x="8356813" y="1074288"/>
              <a:chExt cx="351900" cy="351900"/>
            </a:xfrm>
          </p:grpSpPr>
          <p:sp>
            <p:nvSpPr>
              <p:cNvPr id="1444" name="Google Shape;1444;p32"/>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5" name="Google Shape;1445;p32"/>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46" name="Google Shape;1446;p32"/>
            <p:cNvSpPr/>
            <p:nvPr/>
          </p:nvSpPr>
          <p:spPr>
            <a:xfrm rot="5400000">
              <a:off x="7687039" y="1023058"/>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0" name="Shape 1450"/>
        <p:cNvGrpSpPr/>
        <p:nvPr/>
      </p:nvGrpSpPr>
      <p:grpSpPr>
        <a:xfrm>
          <a:off x="0" y="0"/>
          <a:ext cx="0" cy="0"/>
          <a:chOff x="0" y="0"/>
          <a:chExt cx="0" cy="0"/>
        </a:xfrm>
      </p:grpSpPr>
      <p:sp>
        <p:nvSpPr>
          <p:cNvPr id="1451" name="Google Shape;1451;p3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Who and Why?</a:t>
            </a:r>
            <a:endParaRPr/>
          </a:p>
        </p:txBody>
      </p:sp>
      <p:sp>
        <p:nvSpPr>
          <p:cNvPr id="1452" name="Google Shape;1452;p33"/>
          <p:cNvSpPr txBox="1"/>
          <p:nvPr>
            <p:ph idx="1" type="subTitle"/>
          </p:nvPr>
        </p:nvSpPr>
        <p:spPr>
          <a:xfrm>
            <a:off x="720000" y="1779528"/>
            <a:ext cx="5578500" cy="60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Identifying</a:t>
            </a:r>
            <a:r>
              <a:rPr lang="en"/>
              <a:t> patterns and predicting trends in sales</a:t>
            </a:r>
            <a:endParaRPr/>
          </a:p>
        </p:txBody>
      </p:sp>
      <p:sp>
        <p:nvSpPr>
          <p:cNvPr id="1453" name="Google Shape;1453;p33"/>
          <p:cNvSpPr txBox="1"/>
          <p:nvPr>
            <p:ph idx="3" type="subTitle"/>
          </p:nvPr>
        </p:nvSpPr>
        <p:spPr>
          <a:xfrm>
            <a:off x="720000" y="1574075"/>
            <a:ext cx="7013400" cy="402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Intertwining business and machine learning</a:t>
            </a:r>
            <a:endParaRPr/>
          </a:p>
        </p:txBody>
      </p:sp>
      <p:sp>
        <p:nvSpPr>
          <p:cNvPr id="1454" name="Google Shape;1454;p33"/>
          <p:cNvSpPr txBox="1"/>
          <p:nvPr/>
        </p:nvSpPr>
        <p:spPr>
          <a:xfrm>
            <a:off x="720000" y="2532725"/>
            <a:ext cx="6187200" cy="1554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2000">
                <a:solidFill>
                  <a:schemeClr val="dk1"/>
                </a:solidFill>
                <a:latin typeface="IBM Plex Mono"/>
                <a:ea typeface="IBM Plex Mono"/>
                <a:cs typeface="IBM Plex Mono"/>
                <a:sym typeface="IBM Plex Mono"/>
              </a:rPr>
              <a:t>Audience: Businesses interested in sales forecasting and improved strategic planning</a:t>
            </a:r>
            <a:endParaRPr b="1" sz="2000">
              <a:solidFill>
                <a:schemeClr val="dk1"/>
              </a:solidFill>
              <a:latin typeface="IBM Plex Mono"/>
              <a:ea typeface="IBM Plex Mono"/>
              <a:cs typeface="IBM Plex Mono"/>
              <a:sym typeface="IBM Plex Mono"/>
            </a:endParaRPr>
          </a:p>
          <a:p>
            <a:pPr indent="0" lvl="0" marL="0" rtl="0" algn="l">
              <a:lnSpc>
                <a:spcPct val="115000"/>
              </a:lnSpc>
              <a:spcBef>
                <a:spcPts val="0"/>
              </a:spcBef>
              <a:spcAft>
                <a:spcPts val="0"/>
              </a:spcAft>
              <a:buNone/>
            </a:pPr>
            <a:r>
              <a:t/>
            </a:r>
            <a:endParaRPr b="1" sz="2000">
              <a:solidFill>
                <a:schemeClr val="dk1"/>
              </a:solidFill>
              <a:latin typeface="IBM Plex Mono"/>
              <a:ea typeface="IBM Plex Mono"/>
              <a:cs typeface="IBM Plex Mono"/>
              <a:sym typeface="IBM Plex Mono"/>
            </a:endParaRPr>
          </a:p>
        </p:txBody>
      </p:sp>
      <p:sp>
        <p:nvSpPr>
          <p:cNvPr id="1455" name="Google Shape;1455;p33"/>
          <p:cNvSpPr txBox="1"/>
          <p:nvPr/>
        </p:nvSpPr>
        <p:spPr>
          <a:xfrm>
            <a:off x="720000" y="3663303"/>
            <a:ext cx="5578500" cy="49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b="1" sz="2000">
              <a:solidFill>
                <a:schemeClr val="dk1"/>
              </a:solidFill>
              <a:latin typeface="IBM Plex Mono"/>
              <a:ea typeface="IBM Plex Mono"/>
              <a:cs typeface="IBM Plex Mono"/>
              <a:sym typeface="IBM Plex Mon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9" name="Shape 1459"/>
        <p:cNvGrpSpPr/>
        <p:nvPr/>
      </p:nvGrpSpPr>
      <p:grpSpPr>
        <a:xfrm>
          <a:off x="0" y="0"/>
          <a:ext cx="0" cy="0"/>
          <a:chOff x="0" y="0"/>
          <a:chExt cx="0" cy="0"/>
        </a:xfrm>
      </p:grpSpPr>
      <p:sp>
        <p:nvSpPr>
          <p:cNvPr id="1460" name="Google Shape;1460;p3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Research Questions</a:t>
            </a:r>
            <a:endParaRPr/>
          </a:p>
        </p:txBody>
      </p:sp>
      <p:sp>
        <p:nvSpPr>
          <p:cNvPr id="1461" name="Google Shape;1461;p34"/>
          <p:cNvSpPr txBox="1"/>
          <p:nvPr>
            <p:ph idx="1" type="subTitle"/>
          </p:nvPr>
        </p:nvSpPr>
        <p:spPr>
          <a:xfrm>
            <a:off x="720000" y="1779528"/>
            <a:ext cx="5578500" cy="60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Accurately forecasting the yearly sales for 2025 by department.</a:t>
            </a:r>
            <a:endParaRPr/>
          </a:p>
          <a:p>
            <a:pPr indent="0" lvl="0" marL="0" rtl="0" algn="l">
              <a:spcBef>
                <a:spcPts val="0"/>
              </a:spcBef>
              <a:spcAft>
                <a:spcPts val="0"/>
              </a:spcAft>
              <a:buNone/>
            </a:pPr>
            <a:r>
              <a:t/>
            </a:r>
            <a:endParaRPr/>
          </a:p>
        </p:txBody>
      </p:sp>
      <p:sp>
        <p:nvSpPr>
          <p:cNvPr id="1462" name="Google Shape;1462;p34"/>
          <p:cNvSpPr txBox="1"/>
          <p:nvPr>
            <p:ph idx="3" type="subTitle"/>
          </p:nvPr>
        </p:nvSpPr>
        <p:spPr>
          <a:xfrm>
            <a:off x="720003" y="1574073"/>
            <a:ext cx="5578500" cy="402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What is the business goal?</a:t>
            </a:r>
            <a:endParaRPr/>
          </a:p>
        </p:txBody>
      </p:sp>
      <p:sp>
        <p:nvSpPr>
          <p:cNvPr id="1463" name="Google Shape;1463;p34"/>
          <p:cNvSpPr txBox="1"/>
          <p:nvPr/>
        </p:nvSpPr>
        <p:spPr>
          <a:xfrm>
            <a:off x="720000" y="2532725"/>
            <a:ext cx="6187200" cy="846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2000">
                <a:solidFill>
                  <a:schemeClr val="dk1"/>
                </a:solidFill>
                <a:latin typeface="IBM Plex Mono"/>
                <a:ea typeface="IBM Plex Mono"/>
                <a:cs typeface="IBM Plex Mono"/>
                <a:sym typeface="IBM Plex Mono"/>
              </a:rPr>
              <a:t>Can an FNN model outperform traditional sales forecasting model?</a:t>
            </a:r>
            <a:endParaRPr b="1" sz="2000">
              <a:solidFill>
                <a:schemeClr val="dk1"/>
              </a:solidFill>
              <a:latin typeface="IBM Plex Mono"/>
              <a:ea typeface="IBM Plex Mono"/>
              <a:cs typeface="IBM Plex Mono"/>
              <a:sym typeface="IBM Plex Mono"/>
            </a:endParaRPr>
          </a:p>
        </p:txBody>
      </p:sp>
      <p:sp>
        <p:nvSpPr>
          <p:cNvPr id="1464" name="Google Shape;1464;p34"/>
          <p:cNvSpPr txBox="1"/>
          <p:nvPr/>
        </p:nvSpPr>
        <p:spPr>
          <a:xfrm>
            <a:off x="720000" y="3663303"/>
            <a:ext cx="5578500" cy="846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2000">
                <a:solidFill>
                  <a:schemeClr val="dk1"/>
                </a:solidFill>
                <a:latin typeface="IBM Plex Mono"/>
                <a:ea typeface="IBM Plex Mono"/>
                <a:cs typeface="IBM Plex Mono"/>
                <a:sym typeface="IBM Plex Mono"/>
              </a:rPr>
              <a:t>What factors impact sales the most?</a:t>
            </a:r>
            <a:endParaRPr b="1" sz="2000">
              <a:solidFill>
                <a:schemeClr val="dk1"/>
              </a:solidFill>
              <a:latin typeface="IBM Plex Mono"/>
              <a:ea typeface="IBM Plex Mono"/>
              <a:cs typeface="IBM Plex Mono"/>
              <a:sym typeface="IBM Plex Mon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8" name="Shape 1468"/>
        <p:cNvGrpSpPr/>
        <p:nvPr/>
      </p:nvGrpSpPr>
      <p:grpSpPr>
        <a:xfrm>
          <a:off x="0" y="0"/>
          <a:ext cx="0" cy="0"/>
          <a:chOff x="0" y="0"/>
          <a:chExt cx="0" cy="0"/>
        </a:xfrm>
      </p:grpSpPr>
      <p:sp>
        <p:nvSpPr>
          <p:cNvPr id="1469" name="Google Shape;1469;p3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Exploring Our Sales Dataset</a:t>
            </a:r>
            <a:endParaRPr/>
          </a:p>
        </p:txBody>
      </p:sp>
      <p:sp>
        <p:nvSpPr>
          <p:cNvPr id="1470" name="Google Shape;1470;p35"/>
          <p:cNvSpPr txBox="1"/>
          <p:nvPr/>
        </p:nvSpPr>
        <p:spPr>
          <a:xfrm>
            <a:off x="719999" y="1291453"/>
            <a:ext cx="3660600" cy="3224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600">
                <a:solidFill>
                  <a:schemeClr val="dk1"/>
                </a:solidFill>
                <a:latin typeface="Poppins"/>
                <a:ea typeface="Poppins"/>
                <a:cs typeface="Poppins"/>
                <a:sym typeface="Poppins"/>
              </a:rPr>
              <a:t>Sales data from Surangel and Sons Co. covering 2024</a:t>
            </a:r>
            <a:endParaRPr b="1" sz="1600">
              <a:solidFill>
                <a:schemeClr val="dk1"/>
              </a:solidFill>
              <a:latin typeface="Poppins"/>
              <a:ea typeface="Poppins"/>
              <a:cs typeface="Poppins"/>
              <a:sym typeface="Poppins"/>
            </a:endParaRPr>
          </a:p>
          <a:p>
            <a:pPr indent="0" lvl="0" marL="0" rtl="0" algn="l">
              <a:spcBef>
                <a:spcPts val="0"/>
              </a:spcBef>
              <a:spcAft>
                <a:spcPts val="0"/>
              </a:spcAft>
              <a:buNone/>
            </a:pPr>
            <a:r>
              <a:t/>
            </a:r>
            <a:endParaRPr b="1">
              <a:solidFill>
                <a:schemeClr val="dk1"/>
              </a:solidFill>
              <a:latin typeface="Poppins"/>
              <a:ea typeface="Poppins"/>
              <a:cs typeface="Poppins"/>
              <a:sym typeface="Poppins"/>
            </a:endParaRPr>
          </a:p>
          <a:p>
            <a:pPr indent="0" lvl="0" marL="0" rtl="0" algn="l">
              <a:spcBef>
                <a:spcPts val="0"/>
              </a:spcBef>
              <a:spcAft>
                <a:spcPts val="0"/>
              </a:spcAft>
              <a:buNone/>
            </a:pPr>
            <a:r>
              <a:rPr b="1" lang="en">
                <a:solidFill>
                  <a:schemeClr val="dk1"/>
                </a:solidFill>
                <a:latin typeface="Poppins"/>
                <a:ea typeface="Poppins"/>
                <a:cs typeface="Poppins"/>
                <a:sym typeface="Poppins"/>
              </a:rPr>
              <a:t>Total Records: </a:t>
            </a:r>
            <a:r>
              <a:rPr lang="en">
                <a:solidFill>
                  <a:schemeClr val="dk1"/>
                </a:solidFill>
                <a:latin typeface="Poppins"/>
                <a:ea typeface="Poppins"/>
                <a:cs typeface="Poppins"/>
                <a:sym typeface="Poppins"/>
              </a:rPr>
              <a:t>20295</a:t>
            </a:r>
            <a:endParaRPr>
              <a:solidFill>
                <a:schemeClr val="dk1"/>
              </a:solidFill>
              <a:latin typeface="Poppins"/>
              <a:ea typeface="Poppins"/>
              <a:cs typeface="Poppins"/>
              <a:sym typeface="Poppins"/>
            </a:endParaRPr>
          </a:p>
          <a:p>
            <a:pPr indent="0" lvl="0" marL="0" rtl="0" algn="l">
              <a:spcBef>
                <a:spcPts val="0"/>
              </a:spcBef>
              <a:spcAft>
                <a:spcPts val="0"/>
              </a:spcAft>
              <a:buNone/>
            </a:pPr>
            <a:r>
              <a:rPr b="1" lang="en">
                <a:solidFill>
                  <a:schemeClr val="dk1"/>
                </a:solidFill>
                <a:latin typeface="Poppins"/>
                <a:ea typeface="Poppins"/>
                <a:cs typeface="Poppins"/>
                <a:sym typeface="Poppins"/>
              </a:rPr>
              <a:t>Number of Features Used: </a:t>
            </a:r>
            <a:r>
              <a:rPr lang="en">
                <a:solidFill>
                  <a:schemeClr val="dk1"/>
                </a:solidFill>
                <a:latin typeface="Poppins"/>
                <a:ea typeface="Poppins"/>
                <a:cs typeface="Poppins"/>
                <a:sym typeface="Poppins"/>
              </a:rPr>
              <a:t>27</a:t>
            </a:r>
            <a:endParaRPr>
              <a:solidFill>
                <a:schemeClr val="dk1"/>
              </a:solidFill>
              <a:latin typeface="Poppins"/>
              <a:ea typeface="Poppins"/>
              <a:cs typeface="Poppins"/>
              <a:sym typeface="Poppins"/>
            </a:endParaRPr>
          </a:p>
          <a:p>
            <a:pPr indent="0" lvl="0" marL="0" rtl="0" algn="l">
              <a:spcBef>
                <a:spcPts val="0"/>
              </a:spcBef>
              <a:spcAft>
                <a:spcPts val="0"/>
              </a:spcAft>
              <a:buNone/>
            </a:pPr>
            <a:r>
              <a:t/>
            </a:r>
            <a:endParaRPr>
              <a:solidFill>
                <a:schemeClr val="dk1"/>
              </a:solidFill>
              <a:latin typeface="Poppins"/>
              <a:ea typeface="Poppins"/>
              <a:cs typeface="Poppins"/>
              <a:sym typeface="Poppins"/>
            </a:endParaRPr>
          </a:p>
          <a:p>
            <a:pPr indent="0" lvl="0" marL="0" rtl="0" algn="l">
              <a:spcBef>
                <a:spcPts val="0"/>
              </a:spcBef>
              <a:spcAft>
                <a:spcPts val="0"/>
              </a:spcAft>
              <a:buNone/>
            </a:pPr>
            <a:r>
              <a:rPr b="1" lang="en">
                <a:solidFill>
                  <a:schemeClr val="dk1"/>
                </a:solidFill>
                <a:latin typeface="Poppins"/>
                <a:ea typeface="Poppins"/>
                <a:cs typeface="Poppins"/>
                <a:sym typeface="Poppins"/>
              </a:rPr>
              <a:t>Important Features:</a:t>
            </a:r>
            <a:endParaRPr b="1">
              <a:solidFill>
                <a:schemeClr val="dk1"/>
              </a:solidFill>
              <a:latin typeface="Poppins"/>
              <a:ea typeface="Poppins"/>
              <a:cs typeface="Poppins"/>
              <a:sym typeface="Poppins"/>
            </a:endParaRPr>
          </a:p>
          <a:p>
            <a:pPr indent="-317500" lvl="0" marL="457200" rtl="0" algn="l">
              <a:spcBef>
                <a:spcPts val="0"/>
              </a:spcBef>
              <a:spcAft>
                <a:spcPts val="0"/>
              </a:spcAft>
              <a:buClr>
                <a:schemeClr val="dk1"/>
              </a:buClr>
              <a:buSzPts val="1400"/>
              <a:buFont typeface="Poppins"/>
              <a:buChar char="-"/>
            </a:pPr>
            <a:r>
              <a:rPr lang="en">
                <a:solidFill>
                  <a:schemeClr val="dk1"/>
                </a:solidFill>
                <a:latin typeface="Poppins"/>
                <a:ea typeface="Poppins"/>
                <a:cs typeface="Poppins"/>
                <a:sym typeface="Poppins"/>
              </a:rPr>
              <a:t>Sales Trends</a:t>
            </a:r>
            <a:endParaRPr>
              <a:solidFill>
                <a:schemeClr val="dk1"/>
              </a:solidFill>
              <a:latin typeface="Poppins"/>
              <a:ea typeface="Poppins"/>
              <a:cs typeface="Poppins"/>
              <a:sym typeface="Poppins"/>
            </a:endParaRPr>
          </a:p>
          <a:p>
            <a:pPr indent="-317500" lvl="1" marL="914400" rtl="0" algn="l">
              <a:spcBef>
                <a:spcPts val="0"/>
              </a:spcBef>
              <a:spcAft>
                <a:spcPts val="0"/>
              </a:spcAft>
              <a:buClr>
                <a:schemeClr val="dk1"/>
              </a:buClr>
              <a:buSzPts val="1400"/>
              <a:buFont typeface="Poppins"/>
              <a:buChar char="-"/>
            </a:pPr>
            <a:r>
              <a:rPr lang="en">
                <a:solidFill>
                  <a:schemeClr val="dk1"/>
                </a:solidFill>
                <a:latin typeface="Poppins"/>
                <a:ea typeface="Poppins"/>
                <a:cs typeface="Poppins"/>
                <a:sym typeface="Poppins"/>
              </a:rPr>
              <a:t>Quarterly sales</a:t>
            </a:r>
            <a:endParaRPr>
              <a:solidFill>
                <a:schemeClr val="dk1"/>
              </a:solidFill>
              <a:latin typeface="Poppins"/>
              <a:ea typeface="Poppins"/>
              <a:cs typeface="Poppins"/>
              <a:sym typeface="Poppins"/>
            </a:endParaRPr>
          </a:p>
          <a:p>
            <a:pPr indent="-317500" lvl="1" marL="914400" rtl="0" algn="l">
              <a:spcBef>
                <a:spcPts val="0"/>
              </a:spcBef>
              <a:spcAft>
                <a:spcPts val="0"/>
              </a:spcAft>
              <a:buClr>
                <a:schemeClr val="dk1"/>
              </a:buClr>
              <a:buSzPts val="1400"/>
              <a:buFont typeface="Poppins"/>
              <a:buChar char="-"/>
            </a:pPr>
            <a:r>
              <a:rPr lang="en">
                <a:solidFill>
                  <a:schemeClr val="dk1"/>
                </a:solidFill>
                <a:latin typeface="Poppins"/>
                <a:ea typeface="Poppins"/>
                <a:cs typeface="Poppins"/>
                <a:sym typeface="Poppins"/>
              </a:rPr>
              <a:t>Monthly averages</a:t>
            </a:r>
            <a:endParaRPr>
              <a:solidFill>
                <a:schemeClr val="dk1"/>
              </a:solidFill>
              <a:latin typeface="Poppins"/>
              <a:ea typeface="Poppins"/>
              <a:cs typeface="Poppins"/>
              <a:sym typeface="Poppins"/>
            </a:endParaRPr>
          </a:p>
          <a:p>
            <a:pPr indent="-317500" lvl="0" marL="457200" rtl="0" algn="l">
              <a:spcBef>
                <a:spcPts val="0"/>
              </a:spcBef>
              <a:spcAft>
                <a:spcPts val="0"/>
              </a:spcAft>
              <a:buClr>
                <a:schemeClr val="dk1"/>
              </a:buClr>
              <a:buSzPts val="1400"/>
              <a:buFont typeface="Poppins"/>
              <a:buChar char="-"/>
            </a:pPr>
            <a:r>
              <a:rPr lang="en">
                <a:solidFill>
                  <a:schemeClr val="dk1"/>
                </a:solidFill>
                <a:latin typeface="Poppins"/>
                <a:ea typeface="Poppins"/>
                <a:cs typeface="Poppins"/>
                <a:sym typeface="Poppins"/>
              </a:rPr>
              <a:t>Product &amp; Department Data</a:t>
            </a:r>
            <a:endParaRPr>
              <a:solidFill>
                <a:schemeClr val="dk1"/>
              </a:solidFill>
              <a:latin typeface="Poppins"/>
              <a:ea typeface="Poppins"/>
              <a:cs typeface="Poppins"/>
              <a:sym typeface="Poppins"/>
            </a:endParaRPr>
          </a:p>
          <a:p>
            <a:pPr indent="-317500" lvl="1" marL="914400" rtl="0" algn="l">
              <a:spcBef>
                <a:spcPts val="0"/>
              </a:spcBef>
              <a:spcAft>
                <a:spcPts val="0"/>
              </a:spcAft>
              <a:buClr>
                <a:schemeClr val="dk1"/>
              </a:buClr>
              <a:buSzPts val="1400"/>
              <a:buFont typeface="Poppins"/>
              <a:buChar char="-"/>
            </a:pPr>
            <a:r>
              <a:rPr lang="en">
                <a:solidFill>
                  <a:schemeClr val="dk1"/>
                </a:solidFill>
                <a:latin typeface="Poppins"/>
                <a:ea typeface="Poppins"/>
                <a:cs typeface="Poppins"/>
                <a:sym typeface="Poppins"/>
              </a:rPr>
              <a:t>Categories</a:t>
            </a:r>
            <a:endParaRPr>
              <a:solidFill>
                <a:schemeClr val="dk1"/>
              </a:solidFill>
              <a:latin typeface="Poppins"/>
              <a:ea typeface="Poppins"/>
              <a:cs typeface="Poppins"/>
              <a:sym typeface="Poppins"/>
            </a:endParaRPr>
          </a:p>
          <a:p>
            <a:pPr indent="-317500" lvl="1" marL="914400" rtl="0" algn="l">
              <a:spcBef>
                <a:spcPts val="0"/>
              </a:spcBef>
              <a:spcAft>
                <a:spcPts val="0"/>
              </a:spcAft>
              <a:buClr>
                <a:schemeClr val="dk1"/>
              </a:buClr>
              <a:buSzPts val="1400"/>
              <a:buFont typeface="Poppins"/>
              <a:buChar char="-"/>
            </a:pPr>
            <a:r>
              <a:rPr lang="en">
                <a:solidFill>
                  <a:schemeClr val="dk1"/>
                </a:solidFill>
                <a:latin typeface="Poppins"/>
                <a:ea typeface="Poppins"/>
                <a:cs typeface="Poppins"/>
                <a:sym typeface="Poppins"/>
              </a:rPr>
              <a:t>Pricing</a:t>
            </a:r>
            <a:endParaRPr>
              <a:solidFill>
                <a:schemeClr val="dk1"/>
              </a:solidFill>
              <a:latin typeface="Poppins"/>
              <a:ea typeface="Poppins"/>
              <a:cs typeface="Poppins"/>
              <a:sym typeface="Poppins"/>
            </a:endParaRPr>
          </a:p>
          <a:p>
            <a:pPr indent="-317500" lvl="1" marL="914400" rtl="0" algn="l">
              <a:spcBef>
                <a:spcPts val="0"/>
              </a:spcBef>
              <a:spcAft>
                <a:spcPts val="0"/>
              </a:spcAft>
              <a:buClr>
                <a:schemeClr val="dk1"/>
              </a:buClr>
              <a:buSzPts val="1400"/>
              <a:buFont typeface="Poppins"/>
              <a:buChar char="-"/>
            </a:pPr>
            <a:r>
              <a:rPr lang="en">
                <a:solidFill>
                  <a:schemeClr val="dk1"/>
                </a:solidFill>
                <a:latin typeface="Poppins"/>
                <a:ea typeface="Poppins"/>
                <a:cs typeface="Poppins"/>
                <a:sym typeface="Poppins"/>
              </a:rPr>
              <a:t>Past performance</a:t>
            </a:r>
            <a:endParaRPr>
              <a:solidFill>
                <a:schemeClr val="dk1"/>
              </a:solidFill>
              <a:latin typeface="Poppins"/>
              <a:ea typeface="Poppins"/>
              <a:cs typeface="Poppins"/>
              <a:sym typeface="Poppins"/>
            </a:endParaRPr>
          </a:p>
        </p:txBody>
      </p:sp>
      <p:pic>
        <p:nvPicPr>
          <p:cNvPr id="1471" name="Google Shape;1471;p35"/>
          <p:cNvPicPr preferRelativeResize="0"/>
          <p:nvPr/>
        </p:nvPicPr>
        <p:blipFill>
          <a:blip r:embed="rId3">
            <a:alphaModFix/>
          </a:blip>
          <a:stretch>
            <a:fillRect/>
          </a:stretch>
        </p:blipFill>
        <p:spPr>
          <a:xfrm>
            <a:off x="4380599" y="1797588"/>
            <a:ext cx="4458601" cy="221242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5" name="Shape 1475"/>
        <p:cNvGrpSpPr/>
        <p:nvPr/>
      </p:nvGrpSpPr>
      <p:grpSpPr>
        <a:xfrm>
          <a:off x="0" y="0"/>
          <a:ext cx="0" cy="0"/>
          <a:chOff x="0" y="0"/>
          <a:chExt cx="0" cy="0"/>
        </a:xfrm>
      </p:grpSpPr>
      <p:sp>
        <p:nvSpPr>
          <p:cNvPr id="1476" name="Google Shape;1476;p36"/>
          <p:cNvSpPr txBox="1"/>
          <p:nvPr>
            <p:ph idx="1" type="subTitle"/>
          </p:nvPr>
        </p:nvSpPr>
        <p:spPr>
          <a:xfrm>
            <a:off x="353225" y="1160775"/>
            <a:ext cx="8070900" cy="3455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300"/>
              <a:t>Handling Missing Data:</a:t>
            </a:r>
            <a:endParaRPr b="1" sz="1300"/>
          </a:p>
          <a:p>
            <a:pPr indent="-311150" lvl="0" marL="457200" rtl="0" algn="l">
              <a:spcBef>
                <a:spcPts val="0"/>
              </a:spcBef>
              <a:spcAft>
                <a:spcPts val="0"/>
              </a:spcAft>
              <a:buSzPts val="1300"/>
              <a:buChar char="-"/>
            </a:pPr>
            <a:r>
              <a:rPr lang="en" sz="1300"/>
              <a:t>Filled missing values with zero</a:t>
            </a:r>
            <a:endParaRPr sz="1300"/>
          </a:p>
          <a:p>
            <a:pPr indent="-311150" lvl="0" marL="457200" rtl="0" algn="l">
              <a:spcBef>
                <a:spcPts val="0"/>
              </a:spcBef>
              <a:spcAft>
                <a:spcPts val="0"/>
              </a:spcAft>
              <a:buSzPts val="1300"/>
              <a:buChar char="-"/>
            </a:pPr>
            <a:r>
              <a:rPr lang="en" sz="1300"/>
              <a:t>Checked for outliers and incorrect values</a:t>
            </a:r>
            <a:endParaRPr sz="1300"/>
          </a:p>
          <a:p>
            <a:pPr indent="0" lvl="0" marL="0" rtl="0" algn="l">
              <a:spcBef>
                <a:spcPts val="0"/>
              </a:spcBef>
              <a:spcAft>
                <a:spcPts val="0"/>
              </a:spcAft>
              <a:buNone/>
            </a:pPr>
            <a:r>
              <a:t/>
            </a:r>
            <a:endParaRPr sz="1300"/>
          </a:p>
          <a:p>
            <a:pPr indent="0" lvl="0" marL="0" rtl="0" algn="l">
              <a:spcBef>
                <a:spcPts val="0"/>
              </a:spcBef>
              <a:spcAft>
                <a:spcPts val="0"/>
              </a:spcAft>
              <a:buNone/>
            </a:pPr>
            <a:r>
              <a:rPr b="1" lang="en" sz="1300"/>
              <a:t>Feature Engineering</a:t>
            </a:r>
            <a:endParaRPr b="1" sz="1300"/>
          </a:p>
          <a:p>
            <a:pPr indent="-311150" lvl="0" marL="457200" rtl="0" algn="l">
              <a:spcBef>
                <a:spcPts val="0"/>
              </a:spcBef>
              <a:spcAft>
                <a:spcPts val="0"/>
              </a:spcAft>
              <a:buSzPts val="1300"/>
              <a:buChar char="-"/>
            </a:pPr>
            <a:r>
              <a:rPr lang="en" sz="1300"/>
              <a:t>Created new features for quarterly trends and volatility</a:t>
            </a:r>
            <a:endParaRPr sz="1300"/>
          </a:p>
          <a:p>
            <a:pPr indent="-311150" lvl="0" marL="457200" rtl="0" algn="l">
              <a:spcBef>
                <a:spcPts val="0"/>
              </a:spcBef>
              <a:spcAft>
                <a:spcPts val="0"/>
              </a:spcAft>
              <a:buSzPts val="1300"/>
              <a:buChar char="-"/>
            </a:pPr>
            <a:r>
              <a:rPr lang="en" sz="1300"/>
              <a:t>One-hot encoded categorical variables (dept_code_GB, etc.)</a:t>
            </a:r>
            <a:endParaRPr sz="1300"/>
          </a:p>
          <a:p>
            <a:pPr indent="0" lvl="0" marL="0" rtl="0" algn="l">
              <a:spcBef>
                <a:spcPts val="0"/>
              </a:spcBef>
              <a:spcAft>
                <a:spcPts val="0"/>
              </a:spcAft>
              <a:buNone/>
            </a:pPr>
            <a:r>
              <a:t/>
            </a:r>
            <a:endParaRPr sz="1300"/>
          </a:p>
          <a:p>
            <a:pPr indent="0" lvl="0" marL="0" rtl="0" algn="l">
              <a:spcBef>
                <a:spcPts val="0"/>
              </a:spcBef>
              <a:spcAft>
                <a:spcPts val="0"/>
              </a:spcAft>
              <a:buNone/>
            </a:pPr>
            <a:r>
              <a:rPr b="1" lang="en" sz="1300"/>
              <a:t>Feature Scaling</a:t>
            </a:r>
            <a:endParaRPr b="1" sz="1300"/>
          </a:p>
          <a:p>
            <a:pPr indent="-311150" lvl="0" marL="457200" rtl="0" algn="l">
              <a:spcBef>
                <a:spcPts val="0"/>
              </a:spcBef>
              <a:spcAft>
                <a:spcPts val="0"/>
              </a:spcAft>
              <a:buSzPts val="1300"/>
              <a:buChar char="-"/>
            </a:pPr>
            <a:r>
              <a:rPr lang="en" sz="1300"/>
              <a:t>Used StandardScaler to normalize numerical values</a:t>
            </a:r>
            <a:endParaRPr sz="1300"/>
          </a:p>
          <a:p>
            <a:pPr indent="0" lvl="0" marL="0" rtl="0" algn="l">
              <a:spcBef>
                <a:spcPts val="0"/>
              </a:spcBef>
              <a:spcAft>
                <a:spcPts val="0"/>
              </a:spcAft>
              <a:buNone/>
            </a:pPr>
            <a:r>
              <a:t/>
            </a:r>
            <a:endParaRPr sz="1300"/>
          </a:p>
          <a:p>
            <a:pPr indent="0" lvl="0" marL="0" rtl="0" algn="l">
              <a:spcBef>
                <a:spcPts val="0"/>
              </a:spcBef>
              <a:spcAft>
                <a:spcPts val="0"/>
              </a:spcAft>
              <a:buNone/>
            </a:pPr>
            <a:r>
              <a:rPr b="1" lang="en" sz="1300"/>
              <a:t>Train-Test Split and Validation Split Breakdowns</a:t>
            </a:r>
            <a:endParaRPr b="1" sz="1300"/>
          </a:p>
          <a:p>
            <a:pPr indent="-311150" lvl="0" marL="457200" rtl="0" algn="l">
              <a:spcBef>
                <a:spcPts val="0"/>
              </a:spcBef>
              <a:spcAft>
                <a:spcPts val="0"/>
              </a:spcAft>
              <a:buSzPts val="1300"/>
              <a:buChar char="-"/>
            </a:pPr>
            <a:r>
              <a:rPr lang="en" sz="1300"/>
              <a:t>Training Data: 64%</a:t>
            </a:r>
            <a:endParaRPr sz="1300"/>
          </a:p>
          <a:p>
            <a:pPr indent="-311150" lvl="0" marL="457200" rtl="0" algn="l">
              <a:spcBef>
                <a:spcPts val="0"/>
              </a:spcBef>
              <a:spcAft>
                <a:spcPts val="0"/>
              </a:spcAft>
              <a:buSzPts val="1300"/>
              <a:buChar char="-"/>
            </a:pPr>
            <a:r>
              <a:rPr lang="en" sz="1300"/>
              <a:t>Validation Data: 16%</a:t>
            </a:r>
            <a:endParaRPr sz="1300"/>
          </a:p>
          <a:p>
            <a:pPr indent="-311150" lvl="0" marL="457200" rtl="0" algn="l">
              <a:spcBef>
                <a:spcPts val="0"/>
              </a:spcBef>
              <a:spcAft>
                <a:spcPts val="0"/>
              </a:spcAft>
              <a:buSzPts val="1300"/>
              <a:buChar char="-"/>
            </a:pPr>
            <a:r>
              <a:rPr lang="en" sz="1300"/>
              <a:t>Test Data: 20%</a:t>
            </a:r>
            <a:endParaRPr sz="1300"/>
          </a:p>
          <a:p>
            <a:pPr indent="0" lvl="0" marL="0" rtl="0" algn="l">
              <a:spcBef>
                <a:spcPts val="0"/>
              </a:spcBef>
              <a:spcAft>
                <a:spcPts val="0"/>
              </a:spcAft>
              <a:buNone/>
            </a:pPr>
            <a:r>
              <a:t/>
            </a:r>
            <a:endParaRPr sz="1300"/>
          </a:p>
        </p:txBody>
      </p:sp>
      <p:sp>
        <p:nvSpPr>
          <p:cNvPr id="1477" name="Google Shape;1477;p36"/>
          <p:cNvSpPr txBox="1"/>
          <p:nvPr>
            <p:ph type="title"/>
          </p:nvPr>
        </p:nvSpPr>
        <p:spPr>
          <a:xfrm>
            <a:off x="353225" y="250266"/>
            <a:ext cx="8430900" cy="81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2200"/>
          </a:p>
          <a:p>
            <a:pPr indent="0" lvl="0" marL="0" rtl="0" algn="l">
              <a:spcBef>
                <a:spcPts val="0"/>
              </a:spcBef>
              <a:spcAft>
                <a:spcPts val="0"/>
              </a:spcAft>
              <a:buNone/>
            </a:pPr>
            <a:r>
              <a:rPr lang="en" sz="2200"/>
              <a:t>Cleaning and Preparing Data for Machine Learning</a:t>
            </a:r>
            <a:endParaRPr sz="22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1" name="Shape 1481"/>
        <p:cNvGrpSpPr/>
        <p:nvPr/>
      </p:nvGrpSpPr>
      <p:grpSpPr>
        <a:xfrm>
          <a:off x="0" y="0"/>
          <a:ext cx="0" cy="0"/>
          <a:chOff x="0" y="0"/>
          <a:chExt cx="0" cy="0"/>
        </a:xfrm>
      </p:grpSpPr>
      <p:sp>
        <p:nvSpPr>
          <p:cNvPr id="1482" name="Google Shape;1482;p3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900"/>
              <a:t>Benchmark Model: Linear Regression</a:t>
            </a:r>
            <a:endParaRPr sz="2900"/>
          </a:p>
        </p:txBody>
      </p:sp>
      <p:sp>
        <p:nvSpPr>
          <p:cNvPr id="1483" name="Google Shape;1483;p37"/>
          <p:cNvSpPr txBox="1"/>
          <p:nvPr>
            <p:ph idx="1" type="body"/>
          </p:nvPr>
        </p:nvSpPr>
        <p:spPr>
          <a:xfrm>
            <a:off x="720000" y="1403100"/>
            <a:ext cx="4290900" cy="343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Why Use a Benchmark Model?</a:t>
            </a:r>
            <a:endParaRPr b="1"/>
          </a:p>
          <a:p>
            <a:pPr indent="-304800" lvl="0" marL="457200" rtl="0" algn="l">
              <a:spcBef>
                <a:spcPts val="0"/>
              </a:spcBef>
              <a:spcAft>
                <a:spcPts val="0"/>
              </a:spcAft>
              <a:buSzPts val="1200"/>
              <a:buChar char="-"/>
            </a:pPr>
            <a:r>
              <a:rPr lang="en"/>
              <a:t>We need a simple, interpretable model as a baseline</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Why Linear Regression?</a:t>
            </a:r>
            <a:endParaRPr b="1"/>
          </a:p>
          <a:p>
            <a:pPr indent="-304800" lvl="0" marL="457200" rtl="0" algn="l">
              <a:spcBef>
                <a:spcPts val="0"/>
              </a:spcBef>
              <a:spcAft>
                <a:spcPts val="0"/>
              </a:spcAft>
              <a:buSzPts val="1200"/>
              <a:buChar char="-"/>
            </a:pPr>
            <a:r>
              <a:rPr lang="en"/>
              <a:t>Fast &amp; interpretable</a:t>
            </a:r>
            <a:endParaRPr/>
          </a:p>
          <a:p>
            <a:pPr indent="-304800" lvl="0" marL="457200" rtl="0" algn="l">
              <a:spcBef>
                <a:spcPts val="0"/>
              </a:spcBef>
              <a:spcAft>
                <a:spcPts val="0"/>
              </a:spcAft>
              <a:buSzPts val="1200"/>
              <a:buChar char="-"/>
            </a:pPr>
            <a:r>
              <a:rPr lang="en"/>
              <a:t>Good at capturing basic trends</a:t>
            </a:r>
            <a:endParaRPr/>
          </a:p>
          <a:p>
            <a:pPr indent="-304800" lvl="0" marL="457200" rtl="0" algn="l">
              <a:spcBef>
                <a:spcPts val="0"/>
              </a:spcBef>
              <a:spcAft>
                <a:spcPts val="0"/>
              </a:spcAft>
              <a:buSzPts val="1200"/>
              <a:buChar char="-"/>
            </a:pPr>
            <a:r>
              <a:rPr lang="en"/>
              <a:t>Useful for comparison</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Key Takeaways:</a:t>
            </a:r>
            <a:endParaRPr b="1"/>
          </a:p>
          <a:p>
            <a:pPr indent="-304800" lvl="0" marL="457200" rtl="0" algn="l">
              <a:spcBef>
                <a:spcPts val="0"/>
              </a:spcBef>
              <a:spcAft>
                <a:spcPts val="0"/>
              </a:spcAft>
              <a:buSzPts val="1200"/>
              <a:buChar char="-"/>
            </a:pPr>
            <a:r>
              <a:rPr lang="en"/>
              <a:t>Too simple for complex data</a:t>
            </a:r>
            <a:endParaRPr/>
          </a:p>
          <a:p>
            <a:pPr indent="-304800" lvl="0" marL="457200" rtl="0" algn="l">
              <a:spcBef>
                <a:spcPts val="0"/>
              </a:spcBef>
              <a:spcAft>
                <a:spcPts val="0"/>
              </a:spcAft>
              <a:buSzPts val="1200"/>
              <a:buChar char="-"/>
            </a:pPr>
            <a:r>
              <a:rPr lang="en"/>
              <a:t>Overfits training data</a:t>
            </a:r>
            <a:endParaRPr/>
          </a:p>
          <a:p>
            <a:pPr indent="-304800" lvl="0" marL="457200" rtl="0" algn="l">
              <a:spcBef>
                <a:spcPts val="0"/>
              </a:spcBef>
              <a:spcAft>
                <a:spcPts val="0"/>
              </a:spcAft>
              <a:buSzPts val="1200"/>
              <a:buChar char="-"/>
            </a:pPr>
            <a:r>
              <a:rPr lang="en"/>
              <a:t>FNN can handle non-linearity, seasonality, and complex interactions better</a:t>
            </a:r>
            <a:endParaRPr/>
          </a:p>
        </p:txBody>
      </p:sp>
      <p:graphicFrame>
        <p:nvGraphicFramePr>
          <p:cNvPr id="1484" name="Google Shape;1484;p37"/>
          <p:cNvGraphicFramePr/>
          <p:nvPr/>
        </p:nvGraphicFramePr>
        <p:xfrm>
          <a:off x="5342855" y="1499841"/>
          <a:ext cx="3000000" cy="3000000"/>
        </p:xfrm>
        <a:graphic>
          <a:graphicData uri="http://schemas.openxmlformats.org/drawingml/2006/table">
            <a:tbl>
              <a:tblPr>
                <a:noFill/>
                <a:tableStyleId>{F7EC563D-CBE6-438E-8976-97A8BA21C386}</a:tableStyleId>
              </a:tblPr>
              <a:tblGrid>
                <a:gridCol w="1540575"/>
                <a:gridCol w="1540575"/>
              </a:tblGrid>
              <a:tr h="475900">
                <a:tc>
                  <a:txBody>
                    <a:bodyPr/>
                    <a:lstStyle/>
                    <a:p>
                      <a:pPr indent="0" lvl="0" marL="0" rtl="0" algn="l">
                        <a:spcBef>
                          <a:spcPts val="0"/>
                        </a:spcBef>
                        <a:spcAft>
                          <a:spcPts val="0"/>
                        </a:spcAft>
                        <a:buNone/>
                      </a:pPr>
                      <a:r>
                        <a:rPr lang="en"/>
                        <a:t>Metric</a:t>
                      </a:r>
                      <a:endParaRPr/>
                    </a:p>
                  </a:txBody>
                  <a:tcPr marT="91425" marB="91425" marR="91425" marL="91425"/>
                </a:tc>
                <a:tc>
                  <a:txBody>
                    <a:bodyPr/>
                    <a:lstStyle/>
                    <a:p>
                      <a:pPr indent="0" lvl="0" marL="0" rtl="0" algn="l">
                        <a:spcBef>
                          <a:spcPts val="0"/>
                        </a:spcBef>
                        <a:spcAft>
                          <a:spcPts val="0"/>
                        </a:spcAft>
                        <a:buNone/>
                      </a:pPr>
                      <a:r>
                        <a:rPr lang="en"/>
                        <a:t>Value</a:t>
                      </a:r>
                      <a:endParaRPr/>
                    </a:p>
                  </a:txBody>
                  <a:tcPr marT="91425" marB="91425" marR="91425" marL="91425"/>
                </a:tc>
              </a:tr>
              <a:tr h="475900">
                <a:tc>
                  <a:txBody>
                    <a:bodyPr/>
                    <a:lstStyle/>
                    <a:p>
                      <a:pPr indent="0" lvl="0" marL="0" rtl="0" algn="l">
                        <a:spcBef>
                          <a:spcPts val="0"/>
                        </a:spcBef>
                        <a:spcAft>
                          <a:spcPts val="0"/>
                        </a:spcAft>
                        <a:buNone/>
                      </a:pPr>
                      <a:r>
                        <a:rPr lang="en"/>
                        <a:t>Training RMSE</a:t>
                      </a:r>
                      <a:endParaRPr/>
                    </a:p>
                  </a:txBody>
                  <a:tcPr marT="91425" marB="91425" marR="91425" marL="91425"/>
                </a:tc>
                <a:tc>
                  <a:txBody>
                    <a:bodyPr/>
                    <a:lstStyle/>
                    <a:p>
                      <a:pPr indent="0" lvl="0" marL="0" rtl="0" algn="l">
                        <a:spcBef>
                          <a:spcPts val="0"/>
                        </a:spcBef>
                        <a:spcAft>
                          <a:spcPts val="0"/>
                        </a:spcAft>
                        <a:buNone/>
                      </a:pPr>
                      <a:r>
                        <a:rPr lang="en"/>
                        <a:t>527.80</a:t>
                      </a:r>
                      <a:endParaRPr/>
                    </a:p>
                  </a:txBody>
                  <a:tcPr marT="91425" marB="91425" marR="91425" marL="91425"/>
                </a:tc>
              </a:tr>
              <a:tr h="475900">
                <a:tc>
                  <a:txBody>
                    <a:bodyPr/>
                    <a:lstStyle/>
                    <a:p>
                      <a:pPr indent="0" lvl="0" marL="0" rtl="0" algn="l">
                        <a:spcBef>
                          <a:spcPts val="0"/>
                        </a:spcBef>
                        <a:spcAft>
                          <a:spcPts val="0"/>
                        </a:spcAft>
                        <a:buNone/>
                      </a:pPr>
                      <a:r>
                        <a:rPr lang="en"/>
                        <a:t>Test RMSE</a:t>
                      </a:r>
                      <a:endParaRPr/>
                    </a:p>
                  </a:txBody>
                  <a:tcPr marT="91425" marB="91425" marR="91425" marL="91425"/>
                </a:tc>
                <a:tc>
                  <a:txBody>
                    <a:bodyPr/>
                    <a:lstStyle/>
                    <a:p>
                      <a:pPr indent="0" lvl="0" marL="0" rtl="0" algn="l">
                        <a:spcBef>
                          <a:spcPts val="0"/>
                        </a:spcBef>
                        <a:spcAft>
                          <a:spcPts val="0"/>
                        </a:spcAft>
                        <a:buNone/>
                      </a:pPr>
                      <a:r>
                        <a:rPr lang="en"/>
                        <a:t>2013.38</a:t>
                      </a:r>
                      <a:endParaRPr/>
                    </a:p>
                  </a:txBody>
                  <a:tcPr marT="91425" marB="91425" marR="91425" marL="91425"/>
                </a:tc>
              </a:tr>
              <a:tr h="475900">
                <a:tc>
                  <a:txBody>
                    <a:bodyPr/>
                    <a:lstStyle/>
                    <a:p>
                      <a:pPr indent="0" lvl="0" marL="0" rtl="0" algn="l">
                        <a:spcBef>
                          <a:spcPts val="0"/>
                        </a:spcBef>
                        <a:spcAft>
                          <a:spcPts val="0"/>
                        </a:spcAft>
                        <a:buNone/>
                      </a:pPr>
                      <a:r>
                        <a:rPr lang="en"/>
                        <a:t>Training R^2</a:t>
                      </a:r>
                      <a:endParaRPr/>
                    </a:p>
                  </a:txBody>
                  <a:tcPr marT="91425" marB="91425" marR="91425" marL="91425"/>
                </a:tc>
                <a:tc>
                  <a:txBody>
                    <a:bodyPr/>
                    <a:lstStyle/>
                    <a:p>
                      <a:pPr indent="0" lvl="0" marL="0" rtl="0" algn="l">
                        <a:spcBef>
                          <a:spcPts val="0"/>
                        </a:spcBef>
                        <a:spcAft>
                          <a:spcPts val="0"/>
                        </a:spcAft>
                        <a:buNone/>
                      </a:pPr>
                      <a:r>
                        <a:rPr lang="en"/>
                        <a:t>0.993</a:t>
                      </a:r>
                      <a:endParaRPr/>
                    </a:p>
                  </a:txBody>
                  <a:tcPr marT="91425" marB="91425" marR="91425" marL="91425"/>
                </a:tc>
              </a:tr>
              <a:tr h="475900">
                <a:tc>
                  <a:txBody>
                    <a:bodyPr/>
                    <a:lstStyle/>
                    <a:p>
                      <a:pPr indent="0" lvl="0" marL="0" rtl="0" algn="l">
                        <a:spcBef>
                          <a:spcPts val="0"/>
                        </a:spcBef>
                        <a:spcAft>
                          <a:spcPts val="0"/>
                        </a:spcAft>
                        <a:buNone/>
                      </a:pPr>
                      <a:r>
                        <a:rPr lang="en"/>
                        <a:t>Test R^2</a:t>
                      </a:r>
                      <a:endParaRPr/>
                    </a:p>
                  </a:txBody>
                  <a:tcPr marT="91425" marB="91425" marR="91425" marL="91425"/>
                </a:tc>
                <a:tc>
                  <a:txBody>
                    <a:bodyPr/>
                    <a:lstStyle/>
                    <a:p>
                      <a:pPr indent="0" lvl="0" marL="0" rtl="0" algn="l">
                        <a:spcBef>
                          <a:spcPts val="0"/>
                        </a:spcBef>
                        <a:spcAft>
                          <a:spcPts val="0"/>
                        </a:spcAft>
                        <a:buNone/>
                      </a:pPr>
                      <a:r>
                        <a:rPr lang="en"/>
                        <a:t>0.930</a:t>
                      </a:r>
                      <a:endParaRPr/>
                    </a:p>
                  </a:txBody>
                  <a:tcPr marT="91425" marB="91425" marR="91425" marL="91425"/>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8" name="Shape 1488"/>
        <p:cNvGrpSpPr/>
        <p:nvPr/>
      </p:nvGrpSpPr>
      <p:grpSpPr>
        <a:xfrm>
          <a:off x="0" y="0"/>
          <a:ext cx="0" cy="0"/>
          <a:chOff x="0" y="0"/>
          <a:chExt cx="0" cy="0"/>
        </a:xfrm>
      </p:grpSpPr>
      <p:sp>
        <p:nvSpPr>
          <p:cNvPr id="1489" name="Google Shape;1489;p38"/>
          <p:cNvSpPr txBox="1"/>
          <p:nvPr>
            <p:ph type="title"/>
          </p:nvPr>
        </p:nvSpPr>
        <p:spPr>
          <a:xfrm>
            <a:off x="720000" y="275029"/>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Our FNN Model</a:t>
            </a:r>
            <a:endParaRPr/>
          </a:p>
        </p:txBody>
      </p:sp>
      <p:sp>
        <p:nvSpPr>
          <p:cNvPr id="1490" name="Google Shape;1490;p38"/>
          <p:cNvSpPr txBox="1"/>
          <p:nvPr/>
        </p:nvSpPr>
        <p:spPr>
          <a:xfrm>
            <a:off x="916850" y="1009224"/>
            <a:ext cx="7086300" cy="2555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1"/>
                </a:solidFill>
                <a:latin typeface="Poppins"/>
                <a:ea typeface="Poppins"/>
                <a:cs typeface="Poppins"/>
                <a:sym typeface="Poppins"/>
              </a:rPr>
              <a:t>Final Model:</a:t>
            </a:r>
            <a:endParaRPr>
              <a:solidFill>
                <a:schemeClr val="dk1"/>
              </a:solidFill>
              <a:latin typeface="Poppins"/>
              <a:ea typeface="Poppins"/>
              <a:cs typeface="Poppins"/>
              <a:sym typeface="Poppins"/>
            </a:endParaRPr>
          </a:p>
          <a:p>
            <a:pPr indent="-317500" lvl="0" marL="457200" rtl="0" algn="l">
              <a:spcBef>
                <a:spcPts val="0"/>
              </a:spcBef>
              <a:spcAft>
                <a:spcPts val="0"/>
              </a:spcAft>
              <a:buClr>
                <a:schemeClr val="dk1"/>
              </a:buClr>
              <a:buSzPts val="1400"/>
              <a:buFont typeface="Poppins"/>
              <a:buChar char="-"/>
            </a:pPr>
            <a:r>
              <a:rPr b="1" i="1" lang="en">
                <a:solidFill>
                  <a:schemeClr val="dk1"/>
                </a:solidFill>
                <a:latin typeface="Poppins"/>
                <a:ea typeface="Poppins"/>
                <a:cs typeface="Poppins"/>
                <a:sym typeface="Poppins"/>
              </a:rPr>
              <a:t>Hidden layers</a:t>
            </a:r>
            <a:r>
              <a:rPr lang="en">
                <a:solidFill>
                  <a:schemeClr val="dk1"/>
                </a:solidFill>
                <a:latin typeface="Poppins"/>
                <a:ea typeface="Poppins"/>
                <a:cs typeface="Poppins"/>
                <a:sym typeface="Poppins"/>
              </a:rPr>
              <a:t>: 3 fully connected layers (96, 48, 24 neurons).</a:t>
            </a:r>
            <a:endParaRPr>
              <a:solidFill>
                <a:schemeClr val="dk1"/>
              </a:solidFill>
              <a:latin typeface="Poppins"/>
              <a:ea typeface="Poppins"/>
              <a:cs typeface="Poppins"/>
              <a:sym typeface="Poppins"/>
            </a:endParaRPr>
          </a:p>
          <a:p>
            <a:pPr indent="-317500" lvl="0" marL="457200" rtl="0" algn="l">
              <a:spcBef>
                <a:spcPts val="0"/>
              </a:spcBef>
              <a:spcAft>
                <a:spcPts val="0"/>
              </a:spcAft>
              <a:buClr>
                <a:schemeClr val="dk1"/>
              </a:buClr>
              <a:buSzPts val="1400"/>
              <a:buFont typeface="Poppins"/>
              <a:buChar char="-"/>
            </a:pPr>
            <a:r>
              <a:rPr b="1" i="1" lang="en">
                <a:solidFill>
                  <a:schemeClr val="dk1"/>
                </a:solidFill>
                <a:latin typeface="Poppins"/>
                <a:ea typeface="Poppins"/>
                <a:cs typeface="Poppins"/>
                <a:sym typeface="Poppins"/>
              </a:rPr>
              <a:t>Activation Function</a:t>
            </a:r>
            <a:r>
              <a:rPr lang="en">
                <a:solidFill>
                  <a:schemeClr val="dk1"/>
                </a:solidFill>
                <a:latin typeface="Poppins"/>
                <a:ea typeface="Poppins"/>
                <a:cs typeface="Poppins"/>
                <a:sym typeface="Poppins"/>
              </a:rPr>
              <a:t>: LeakyReLU (non-linearity for better learning).</a:t>
            </a:r>
            <a:endParaRPr>
              <a:solidFill>
                <a:schemeClr val="dk1"/>
              </a:solidFill>
              <a:latin typeface="Poppins"/>
              <a:ea typeface="Poppins"/>
              <a:cs typeface="Poppins"/>
              <a:sym typeface="Poppins"/>
            </a:endParaRPr>
          </a:p>
          <a:p>
            <a:pPr indent="-317500" lvl="0" marL="457200" rtl="0" algn="l">
              <a:spcBef>
                <a:spcPts val="0"/>
              </a:spcBef>
              <a:spcAft>
                <a:spcPts val="0"/>
              </a:spcAft>
              <a:buClr>
                <a:schemeClr val="dk1"/>
              </a:buClr>
              <a:buSzPts val="1400"/>
              <a:buFont typeface="Poppins"/>
              <a:buChar char="-"/>
            </a:pPr>
            <a:r>
              <a:rPr b="1" i="1" lang="en">
                <a:solidFill>
                  <a:schemeClr val="dk1"/>
                </a:solidFill>
                <a:latin typeface="Poppins"/>
                <a:ea typeface="Poppins"/>
                <a:cs typeface="Poppins"/>
                <a:sym typeface="Poppins"/>
              </a:rPr>
              <a:t>Regularization</a:t>
            </a:r>
            <a:r>
              <a:rPr lang="en">
                <a:solidFill>
                  <a:schemeClr val="dk1"/>
                </a:solidFill>
                <a:latin typeface="Poppins"/>
                <a:ea typeface="Poppins"/>
                <a:cs typeface="Poppins"/>
                <a:sym typeface="Poppins"/>
              </a:rPr>
              <a:t>: L2 (0.0002) to prevent overfitting.</a:t>
            </a:r>
            <a:endParaRPr>
              <a:solidFill>
                <a:schemeClr val="dk1"/>
              </a:solidFill>
              <a:latin typeface="Poppins"/>
              <a:ea typeface="Poppins"/>
              <a:cs typeface="Poppins"/>
              <a:sym typeface="Poppins"/>
            </a:endParaRPr>
          </a:p>
          <a:p>
            <a:pPr indent="-317500" lvl="0" marL="457200" rtl="0" algn="l">
              <a:spcBef>
                <a:spcPts val="0"/>
              </a:spcBef>
              <a:spcAft>
                <a:spcPts val="0"/>
              </a:spcAft>
              <a:buClr>
                <a:schemeClr val="dk1"/>
              </a:buClr>
              <a:buSzPts val="1400"/>
              <a:buFont typeface="Poppins"/>
              <a:buChar char="-"/>
            </a:pPr>
            <a:r>
              <a:rPr b="1" i="1" lang="en">
                <a:solidFill>
                  <a:schemeClr val="dk1"/>
                </a:solidFill>
                <a:latin typeface="Poppins"/>
                <a:ea typeface="Poppins"/>
                <a:cs typeface="Poppins"/>
                <a:sym typeface="Poppins"/>
              </a:rPr>
              <a:t>Dropout</a:t>
            </a:r>
            <a:r>
              <a:rPr lang="en">
                <a:solidFill>
                  <a:schemeClr val="dk1"/>
                </a:solidFill>
                <a:latin typeface="Poppins"/>
                <a:ea typeface="Poppins"/>
                <a:cs typeface="Poppins"/>
                <a:sym typeface="Poppins"/>
              </a:rPr>
              <a:t>: 0.3, 0.1 for better generalization.</a:t>
            </a:r>
            <a:endParaRPr>
              <a:solidFill>
                <a:schemeClr val="dk1"/>
              </a:solidFill>
              <a:latin typeface="Poppins"/>
              <a:ea typeface="Poppins"/>
              <a:cs typeface="Poppins"/>
              <a:sym typeface="Poppins"/>
            </a:endParaRPr>
          </a:p>
          <a:p>
            <a:pPr indent="-317500" lvl="0" marL="457200" rtl="0" algn="l">
              <a:spcBef>
                <a:spcPts val="0"/>
              </a:spcBef>
              <a:spcAft>
                <a:spcPts val="0"/>
              </a:spcAft>
              <a:buClr>
                <a:schemeClr val="dk1"/>
              </a:buClr>
              <a:buSzPts val="1400"/>
              <a:buFont typeface="Poppins"/>
              <a:buChar char="-"/>
            </a:pPr>
            <a:r>
              <a:rPr b="1" i="1" lang="en">
                <a:solidFill>
                  <a:schemeClr val="dk1"/>
                </a:solidFill>
                <a:latin typeface="Poppins"/>
                <a:ea typeface="Poppins"/>
                <a:cs typeface="Poppins"/>
                <a:sym typeface="Poppins"/>
              </a:rPr>
              <a:t>Batch Size</a:t>
            </a:r>
            <a:r>
              <a:rPr lang="en">
                <a:solidFill>
                  <a:schemeClr val="dk1"/>
                </a:solidFill>
                <a:latin typeface="Poppins"/>
                <a:ea typeface="Poppins"/>
                <a:cs typeface="Poppins"/>
                <a:sym typeface="Poppins"/>
              </a:rPr>
              <a:t>: 64 for stable training.</a:t>
            </a:r>
            <a:endParaRPr>
              <a:solidFill>
                <a:schemeClr val="dk1"/>
              </a:solidFill>
              <a:latin typeface="Poppins"/>
              <a:ea typeface="Poppins"/>
              <a:cs typeface="Poppins"/>
              <a:sym typeface="Poppins"/>
            </a:endParaRPr>
          </a:p>
          <a:p>
            <a:pPr indent="-317500" lvl="0" marL="457200" rtl="0" algn="l">
              <a:spcBef>
                <a:spcPts val="0"/>
              </a:spcBef>
              <a:spcAft>
                <a:spcPts val="0"/>
              </a:spcAft>
              <a:buClr>
                <a:schemeClr val="dk1"/>
              </a:buClr>
              <a:buSzPts val="1400"/>
              <a:buFont typeface="Poppins"/>
              <a:buChar char="-"/>
            </a:pPr>
            <a:r>
              <a:rPr b="1" i="1" lang="en">
                <a:solidFill>
                  <a:schemeClr val="dk1"/>
                </a:solidFill>
                <a:latin typeface="Poppins"/>
                <a:ea typeface="Poppins"/>
                <a:cs typeface="Poppins"/>
                <a:sym typeface="Poppins"/>
              </a:rPr>
              <a:t>BatchNormalization</a:t>
            </a:r>
            <a:r>
              <a:rPr lang="en">
                <a:solidFill>
                  <a:schemeClr val="dk1"/>
                </a:solidFill>
                <a:latin typeface="Poppins"/>
                <a:ea typeface="Poppins"/>
                <a:cs typeface="Poppins"/>
                <a:sym typeface="Poppins"/>
              </a:rPr>
              <a:t>: helps with generalization</a:t>
            </a:r>
            <a:endParaRPr>
              <a:solidFill>
                <a:schemeClr val="dk1"/>
              </a:solidFill>
              <a:latin typeface="Poppins"/>
              <a:ea typeface="Poppins"/>
              <a:cs typeface="Poppins"/>
              <a:sym typeface="Poppins"/>
            </a:endParaRPr>
          </a:p>
          <a:p>
            <a:pPr indent="-317500" lvl="0" marL="457200" rtl="0" algn="l">
              <a:spcBef>
                <a:spcPts val="0"/>
              </a:spcBef>
              <a:spcAft>
                <a:spcPts val="0"/>
              </a:spcAft>
              <a:buClr>
                <a:schemeClr val="dk1"/>
              </a:buClr>
              <a:buSzPts val="1400"/>
              <a:buFont typeface="Poppins"/>
              <a:buChar char="-"/>
            </a:pPr>
            <a:r>
              <a:rPr b="1" lang="en">
                <a:solidFill>
                  <a:schemeClr val="dk1"/>
                </a:solidFill>
                <a:latin typeface="Poppins"/>
                <a:ea typeface="Poppins"/>
                <a:cs typeface="Poppins"/>
                <a:sym typeface="Poppins"/>
              </a:rPr>
              <a:t>Learning Rate</a:t>
            </a:r>
            <a:r>
              <a:rPr lang="en">
                <a:solidFill>
                  <a:schemeClr val="dk1"/>
                </a:solidFill>
                <a:latin typeface="Poppins"/>
                <a:ea typeface="Poppins"/>
                <a:cs typeface="Poppins"/>
                <a:sym typeface="Poppins"/>
              </a:rPr>
              <a:t>: 0.001, allowed for convergence.</a:t>
            </a:r>
            <a:endParaRPr>
              <a:solidFill>
                <a:schemeClr val="dk1"/>
              </a:solidFill>
              <a:latin typeface="Poppins"/>
              <a:ea typeface="Poppins"/>
              <a:cs typeface="Poppins"/>
              <a:sym typeface="Poppins"/>
            </a:endParaRPr>
          </a:p>
          <a:p>
            <a:pPr indent="0" lvl="0" marL="0" rtl="0" algn="l">
              <a:spcBef>
                <a:spcPts val="0"/>
              </a:spcBef>
              <a:spcAft>
                <a:spcPts val="0"/>
              </a:spcAft>
              <a:buNone/>
            </a:pPr>
            <a:r>
              <a:rPr b="1" lang="en">
                <a:solidFill>
                  <a:schemeClr val="dk1"/>
                </a:solidFill>
                <a:latin typeface="Poppins"/>
                <a:ea typeface="Poppins"/>
                <a:cs typeface="Poppins"/>
                <a:sym typeface="Poppins"/>
              </a:rPr>
              <a:t>Model Training:</a:t>
            </a:r>
            <a:endParaRPr b="1">
              <a:solidFill>
                <a:schemeClr val="dk1"/>
              </a:solidFill>
              <a:latin typeface="Poppins"/>
              <a:ea typeface="Poppins"/>
              <a:cs typeface="Poppins"/>
              <a:sym typeface="Poppins"/>
            </a:endParaRPr>
          </a:p>
          <a:p>
            <a:pPr indent="-317500" lvl="0" marL="457200" rtl="0" algn="l">
              <a:spcBef>
                <a:spcPts val="0"/>
              </a:spcBef>
              <a:spcAft>
                <a:spcPts val="0"/>
              </a:spcAft>
              <a:buClr>
                <a:schemeClr val="dk1"/>
              </a:buClr>
              <a:buSzPts val="1400"/>
              <a:buFont typeface="Poppins"/>
              <a:buChar char="-"/>
            </a:pPr>
            <a:r>
              <a:rPr lang="en">
                <a:solidFill>
                  <a:schemeClr val="dk1"/>
                </a:solidFill>
                <a:latin typeface="Poppins"/>
                <a:ea typeface="Poppins"/>
                <a:cs typeface="Poppins"/>
                <a:sym typeface="Poppins"/>
              </a:rPr>
              <a:t>64% Training, 20% Testing, 16% Validation</a:t>
            </a:r>
            <a:endParaRPr>
              <a:solidFill>
                <a:schemeClr val="dk1"/>
              </a:solidFill>
              <a:latin typeface="Poppins"/>
              <a:ea typeface="Poppins"/>
              <a:cs typeface="Poppins"/>
              <a:sym typeface="Poppins"/>
            </a:endParaRPr>
          </a:p>
          <a:p>
            <a:pPr indent="-317500" lvl="0" marL="457200" rtl="0" algn="l">
              <a:spcBef>
                <a:spcPts val="0"/>
              </a:spcBef>
              <a:spcAft>
                <a:spcPts val="0"/>
              </a:spcAft>
              <a:buClr>
                <a:schemeClr val="dk1"/>
              </a:buClr>
              <a:buSzPts val="1400"/>
              <a:buFont typeface="Poppins"/>
              <a:buChar char="-"/>
            </a:pPr>
            <a:r>
              <a:rPr lang="en">
                <a:solidFill>
                  <a:schemeClr val="dk1"/>
                </a:solidFill>
                <a:latin typeface="Poppins"/>
                <a:ea typeface="Poppins"/>
                <a:cs typeface="Poppins"/>
                <a:sym typeface="Poppins"/>
              </a:rPr>
              <a:t>Early Stopping to prevent overfitting</a:t>
            </a:r>
            <a:endParaRPr>
              <a:solidFill>
                <a:schemeClr val="dk1"/>
              </a:solidFill>
              <a:latin typeface="Poppins"/>
              <a:ea typeface="Poppins"/>
              <a:cs typeface="Poppins"/>
              <a:sym typeface="Poppi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4" name="Shape 1494"/>
        <p:cNvGrpSpPr/>
        <p:nvPr/>
      </p:nvGrpSpPr>
      <p:grpSpPr>
        <a:xfrm>
          <a:off x="0" y="0"/>
          <a:ext cx="0" cy="0"/>
          <a:chOff x="0" y="0"/>
          <a:chExt cx="0" cy="0"/>
        </a:xfrm>
      </p:grpSpPr>
      <p:sp>
        <p:nvSpPr>
          <p:cNvPr id="1495" name="Google Shape;1495;p39"/>
          <p:cNvSpPr txBox="1"/>
          <p:nvPr>
            <p:ph type="title"/>
          </p:nvPr>
        </p:nvSpPr>
        <p:spPr>
          <a:xfrm>
            <a:off x="720000" y="275029"/>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Our FNN Model</a:t>
            </a:r>
            <a:endParaRPr/>
          </a:p>
        </p:txBody>
      </p:sp>
      <p:pic>
        <p:nvPicPr>
          <p:cNvPr id="1496" name="Google Shape;1496;p39" title="Screen Shot 2025-03-18 at 11.16.45 AM.png"/>
          <p:cNvPicPr preferRelativeResize="0"/>
          <p:nvPr/>
        </p:nvPicPr>
        <p:blipFill>
          <a:blip r:embed="rId3">
            <a:alphaModFix/>
          </a:blip>
          <a:stretch>
            <a:fillRect/>
          </a:stretch>
        </p:blipFill>
        <p:spPr>
          <a:xfrm>
            <a:off x="720000" y="1158925"/>
            <a:ext cx="5170625" cy="329825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0" name="Shape 1500"/>
        <p:cNvGrpSpPr/>
        <p:nvPr/>
      </p:nvGrpSpPr>
      <p:grpSpPr>
        <a:xfrm>
          <a:off x="0" y="0"/>
          <a:ext cx="0" cy="0"/>
          <a:chOff x="0" y="0"/>
          <a:chExt cx="0" cy="0"/>
        </a:xfrm>
      </p:grpSpPr>
      <p:sp>
        <p:nvSpPr>
          <p:cNvPr id="1501" name="Google Shape;1501;p4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500"/>
              <a:t>How Well Does Our Model Predict Sales?</a:t>
            </a:r>
            <a:endParaRPr sz="2500"/>
          </a:p>
        </p:txBody>
      </p:sp>
      <p:sp>
        <p:nvSpPr>
          <p:cNvPr id="1502" name="Google Shape;1502;p40"/>
          <p:cNvSpPr txBox="1"/>
          <p:nvPr>
            <p:ph idx="2" type="subTitle"/>
          </p:nvPr>
        </p:nvSpPr>
        <p:spPr>
          <a:xfrm>
            <a:off x="169973" y="1715052"/>
            <a:ext cx="3543000" cy="220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Key Takeaways:</a:t>
            </a:r>
            <a:endParaRPr b="1"/>
          </a:p>
          <a:p>
            <a:pPr indent="-317500" lvl="0" marL="457200" rtl="0" algn="l">
              <a:spcBef>
                <a:spcPts val="0"/>
              </a:spcBef>
              <a:spcAft>
                <a:spcPts val="0"/>
              </a:spcAft>
              <a:buSzPts val="1400"/>
              <a:buChar char="-"/>
            </a:pPr>
            <a:r>
              <a:rPr lang="en"/>
              <a:t>Model performs well on training data, but Test RMSE still too high</a:t>
            </a:r>
            <a:endParaRPr/>
          </a:p>
          <a:p>
            <a:pPr indent="-317500" lvl="0" marL="457200" rtl="0" algn="l">
              <a:spcBef>
                <a:spcPts val="0"/>
              </a:spcBef>
              <a:spcAft>
                <a:spcPts val="0"/>
              </a:spcAft>
              <a:buSzPts val="1400"/>
              <a:buChar char="-"/>
            </a:pPr>
            <a:r>
              <a:rPr lang="en"/>
              <a:t>Some overfitting still present</a:t>
            </a:r>
            <a:endParaRPr/>
          </a:p>
          <a:p>
            <a:pPr indent="-317500" lvl="0" marL="457200" rtl="0" algn="l">
              <a:spcBef>
                <a:spcPts val="0"/>
              </a:spcBef>
              <a:spcAft>
                <a:spcPts val="0"/>
              </a:spcAft>
              <a:buSzPts val="1400"/>
              <a:buChar char="-"/>
            </a:pPr>
            <a:r>
              <a:rPr lang="en"/>
              <a:t>Next goal: improve generalization </a:t>
            </a:r>
            <a:endParaRPr/>
          </a:p>
          <a:p>
            <a:pPr indent="0" lvl="0" marL="0" rtl="0" algn="l">
              <a:spcBef>
                <a:spcPts val="0"/>
              </a:spcBef>
              <a:spcAft>
                <a:spcPts val="0"/>
              </a:spcAft>
              <a:buNone/>
            </a:pPr>
            <a:r>
              <a:t/>
            </a:r>
            <a:endParaRPr/>
          </a:p>
        </p:txBody>
      </p:sp>
      <p:graphicFrame>
        <p:nvGraphicFramePr>
          <p:cNvPr id="1503" name="Google Shape;1503;p40"/>
          <p:cNvGraphicFramePr/>
          <p:nvPr/>
        </p:nvGraphicFramePr>
        <p:xfrm>
          <a:off x="3712982" y="1262125"/>
          <a:ext cx="3000000" cy="3000000"/>
        </p:xfrm>
        <a:graphic>
          <a:graphicData uri="http://schemas.openxmlformats.org/drawingml/2006/table">
            <a:tbl>
              <a:tblPr>
                <a:noFill/>
                <a:tableStyleId>{F7EC563D-CBE6-438E-8976-97A8BA21C386}</a:tableStyleId>
              </a:tblPr>
              <a:tblGrid>
                <a:gridCol w="1183825"/>
                <a:gridCol w="1183825"/>
                <a:gridCol w="1183825"/>
                <a:gridCol w="1183825"/>
              </a:tblGrid>
              <a:tr h="304875">
                <a:tc>
                  <a:txBody>
                    <a:bodyPr/>
                    <a:lstStyle/>
                    <a:p>
                      <a:pPr indent="0" lvl="0" marL="0" rtl="0" algn="l">
                        <a:spcBef>
                          <a:spcPts val="0"/>
                        </a:spcBef>
                        <a:spcAft>
                          <a:spcPts val="0"/>
                        </a:spcAft>
                        <a:buNone/>
                      </a:pPr>
                      <a:r>
                        <a:rPr lang="en" sz="1000"/>
                        <a:t>Metric</a:t>
                      </a:r>
                      <a:endParaRPr sz="1000"/>
                    </a:p>
                  </a:txBody>
                  <a:tcPr marT="91425" marB="91425" marR="91425" marL="91425"/>
                </a:tc>
                <a:tc>
                  <a:txBody>
                    <a:bodyPr/>
                    <a:lstStyle/>
                    <a:p>
                      <a:pPr indent="0" lvl="0" marL="0" rtl="0" algn="l">
                        <a:spcBef>
                          <a:spcPts val="0"/>
                        </a:spcBef>
                        <a:spcAft>
                          <a:spcPts val="0"/>
                        </a:spcAft>
                        <a:buNone/>
                      </a:pPr>
                      <a:r>
                        <a:rPr lang="en" sz="1000"/>
                        <a:t>Value</a:t>
                      </a:r>
                      <a:endParaRPr sz="1000"/>
                    </a:p>
                  </a:txBody>
                  <a:tcPr marT="91425" marB="91425" marR="91425" marL="91425"/>
                </a:tc>
                <a:tc>
                  <a:txBody>
                    <a:bodyPr/>
                    <a:lstStyle/>
                    <a:p>
                      <a:pPr indent="0" lvl="0" marL="0" rtl="0" algn="l">
                        <a:spcBef>
                          <a:spcPts val="0"/>
                        </a:spcBef>
                        <a:spcAft>
                          <a:spcPts val="0"/>
                        </a:spcAft>
                        <a:buNone/>
                      </a:pPr>
                      <a:r>
                        <a:rPr lang="en" sz="1000"/>
                        <a:t>Ideal Range</a:t>
                      </a:r>
                      <a:endParaRPr sz="1000"/>
                    </a:p>
                  </a:txBody>
                  <a:tcPr marT="91425" marB="91425" marR="91425" marL="91425"/>
                </a:tc>
                <a:tc>
                  <a:txBody>
                    <a:bodyPr/>
                    <a:lstStyle/>
                    <a:p>
                      <a:pPr indent="0" lvl="0" marL="0" rtl="0" algn="l">
                        <a:spcBef>
                          <a:spcPts val="0"/>
                        </a:spcBef>
                        <a:spcAft>
                          <a:spcPts val="0"/>
                        </a:spcAft>
                        <a:buNone/>
                      </a:pPr>
                      <a:r>
                        <a:rPr lang="en" sz="1000"/>
                        <a:t>Interpretation</a:t>
                      </a:r>
                      <a:endParaRPr sz="1000"/>
                    </a:p>
                  </a:txBody>
                  <a:tcPr marT="91425" marB="91425" marR="91425" marL="91425"/>
                </a:tc>
              </a:tr>
              <a:tr h="443475">
                <a:tc>
                  <a:txBody>
                    <a:bodyPr/>
                    <a:lstStyle/>
                    <a:p>
                      <a:pPr indent="0" lvl="0" marL="0" rtl="0" algn="l">
                        <a:spcBef>
                          <a:spcPts val="0"/>
                        </a:spcBef>
                        <a:spcAft>
                          <a:spcPts val="0"/>
                        </a:spcAft>
                        <a:buNone/>
                      </a:pPr>
                      <a:r>
                        <a:rPr lang="en" sz="1000"/>
                        <a:t>Training RMSE</a:t>
                      </a:r>
                      <a:endParaRPr sz="1000"/>
                    </a:p>
                  </a:txBody>
                  <a:tcPr marT="91425" marB="91425" marR="91425" marL="91425"/>
                </a:tc>
                <a:tc>
                  <a:txBody>
                    <a:bodyPr/>
                    <a:lstStyle/>
                    <a:p>
                      <a:pPr indent="0" lvl="0" marL="0" rtl="0" algn="l">
                        <a:spcBef>
                          <a:spcPts val="0"/>
                        </a:spcBef>
                        <a:spcAft>
                          <a:spcPts val="0"/>
                        </a:spcAft>
                        <a:buNone/>
                      </a:pPr>
                      <a:r>
                        <a:rPr lang="en" sz="1000"/>
                        <a:t>1175.84</a:t>
                      </a:r>
                      <a:endParaRPr sz="1000"/>
                    </a:p>
                  </a:txBody>
                  <a:tcPr marT="91425" marB="91425" marR="91425" marL="91425"/>
                </a:tc>
                <a:tc>
                  <a:txBody>
                    <a:bodyPr/>
                    <a:lstStyle/>
                    <a:p>
                      <a:pPr indent="0" lvl="0" marL="0" rtl="0" algn="l">
                        <a:spcBef>
                          <a:spcPts val="0"/>
                        </a:spcBef>
                        <a:spcAft>
                          <a:spcPts val="0"/>
                        </a:spcAft>
                        <a:buNone/>
                      </a:pPr>
                      <a:r>
                        <a:rPr lang="en" sz="1000"/>
                        <a:t>~1000 - 1500</a:t>
                      </a:r>
                      <a:endParaRPr sz="1000"/>
                    </a:p>
                  </a:txBody>
                  <a:tcPr marT="91425" marB="91425" marR="91425" marL="91425"/>
                </a:tc>
                <a:tc>
                  <a:txBody>
                    <a:bodyPr/>
                    <a:lstStyle/>
                    <a:p>
                      <a:pPr indent="0" lvl="0" marL="0" rtl="0" algn="l">
                        <a:spcBef>
                          <a:spcPts val="0"/>
                        </a:spcBef>
                        <a:spcAft>
                          <a:spcPts val="0"/>
                        </a:spcAft>
                        <a:buNone/>
                      </a:pPr>
                      <a:r>
                        <a:rPr lang="en" sz="1000"/>
                        <a:t>Good, fits training data well</a:t>
                      </a:r>
                      <a:endParaRPr sz="1000"/>
                    </a:p>
                  </a:txBody>
                  <a:tcPr marT="91425" marB="91425" marR="91425" marL="91425"/>
                </a:tc>
              </a:tr>
              <a:tr h="443475">
                <a:tc>
                  <a:txBody>
                    <a:bodyPr/>
                    <a:lstStyle/>
                    <a:p>
                      <a:pPr indent="0" lvl="0" marL="0" rtl="0" algn="l">
                        <a:spcBef>
                          <a:spcPts val="0"/>
                        </a:spcBef>
                        <a:spcAft>
                          <a:spcPts val="0"/>
                        </a:spcAft>
                        <a:buNone/>
                      </a:pPr>
                      <a:r>
                        <a:rPr lang="en" sz="1000"/>
                        <a:t>Val RMSE</a:t>
                      </a:r>
                      <a:endParaRPr sz="1000"/>
                    </a:p>
                  </a:txBody>
                  <a:tcPr marT="91425" marB="91425" marR="91425" marL="91425"/>
                </a:tc>
                <a:tc>
                  <a:txBody>
                    <a:bodyPr/>
                    <a:lstStyle/>
                    <a:p>
                      <a:pPr indent="0" lvl="0" marL="0" rtl="0" algn="l">
                        <a:spcBef>
                          <a:spcPts val="0"/>
                        </a:spcBef>
                        <a:spcAft>
                          <a:spcPts val="0"/>
                        </a:spcAft>
                        <a:buNone/>
                      </a:pPr>
                      <a:r>
                        <a:rPr lang="en" sz="1000"/>
                        <a:t>648.31</a:t>
                      </a:r>
                      <a:endParaRPr sz="1000"/>
                    </a:p>
                  </a:txBody>
                  <a:tcPr marT="91425" marB="91425" marR="91425" marL="91425"/>
                </a:tc>
                <a:tc>
                  <a:txBody>
                    <a:bodyPr/>
                    <a:lstStyle/>
                    <a:p>
                      <a:pPr indent="0" lvl="0" marL="0" rtl="0" algn="l">
                        <a:spcBef>
                          <a:spcPts val="0"/>
                        </a:spcBef>
                        <a:spcAft>
                          <a:spcPts val="0"/>
                        </a:spcAft>
                        <a:buNone/>
                      </a:pPr>
                      <a:r>
                        <a:rPr lang="en" sz="1000"/>
                        <a:t>~1100 - 1500</a:t>
                      </a:r>
                      <a:endParaRPr sz="1000"/>
                    </a:p>
                  </a:txBody>
                  <a:tcPr marT="91425" marB="91425" marR="91425" marL="91425"/>
                </a:tc>
                <a:tc>
                  <a:txBody>
                    <a:bodyPr/>
                    <a:lstStyle/>
                    <a:p>
                      <a:pPr indent="0" lvl="0" marL="0" rtl="0" algn="l">
                        <a:spcBef>
                          <a:spcPts val="0"/>
                        </a:spcBef>
                        <a:spcAft>
                          <a:spcPts val="0"/>
                        </a:spcAft>
                        <a:buNone/>
                      </a:pPr>
                      <a:r>
                        <a:rPr lang="en" sz="1000"/>
                        <a:t>Too low, memorizing data</a:t>
                      </a:r>
                      <a:endParaRPr sz="1000"/>
                    </a:p>
                  </a:txBody>
                  <a:tcPr marT="91425" marB="91425" marR="91425" marL="91425"/>
                </a:tc>
              </a:tr>
              <a:tr h="443475">
                <a:tc>
                  <a:txBody>
                    <a:bodyPr/>
                    <a:lstStyle/>
                    <a:p>
                      <a:pPr indent="0" lvl="0" marL="0" rtl="0" algn="l">
                        <a:spcBef>
                          <a:spcPts val="0"/>
                        </a:spcBef>
                        <a:spcAft>
                          <a:spcPts val="0"/>
                        </a:spcAft>
                        <a:buNone/>
                      </a:pPr>
                      <a:r>
                        <a:rPr lang="en" sz="1000"/>
                        <a:t>Test RMSE</a:t>
                      </a:r>
                      <a:endParaRPr sz="1000"/>
                    </a:p>
                  </a:txBody>
                  <a:tcPr marT="91425" marB="91425" marR="91425" marL="91425"/>
                </a:tc>
                <a:tc>
                  <a:txBody>
                    <a:bodyPr/>
                    <a:lstStyle/>
                    <a:p>
                      <a:pPr indent="0" lvl="0" marL="0" rtl="0" algn="l">
                        <a:spcBef>
                          <a:spcPts val="0"/>
                        </a:spcBef>
                        <a:spcAft>
                          <a:spcPts val="0"/>
                        </a:spcAft>
                        <a:buNone/>
                      </a:pPr>
                      <a:r>
                        <a:rPr lang="en" sz="1000"/>
                        <a:t>2653.76</a:t>
                      </a:r>
                      <a:endParaRPr sz="1000"/>
                    </a:p>
                  </a:txBody>
                  <a:tcPr marT="91425" marB="91425" marR="91425" marL="91425"/>
                </a:tc>
                <a:tc>
                  <a:txBody>
                    <a:bodyPr/>
                    <a:lstStyle/>
                    <a:p>
                      <a:pPr indent="0" lvl="0" marL="0" rtl="0" algn="l">
                        <a:spcBef>
                          <a:spcPts val="0"/>
                        </a:spcBef>
                        <a:spcAft>
                          <a:spcPts val="0"/>
                        </a:spcAft>
                        <a:buNone/>
                      </a:pPr>
                      <a:r>
                        <a:rPr lang="en" sz="1000"/>
                        <a:t>~1800 - 2300</a:t>
                      </a:r>
                      <a:endParaRPr sz="1000"/>
                    </a:p>
                  </a:txBody>
                  <a:tcPr marT="91425" marB="91425" marR="91425" marL="91425"/>
                </a:tc>
                <a:tc>
                  <a:txBody>
                    <a:bodyPr/>
                    <a:lstStyle/>
                    <a:p>
                      <a:pPr indent="0" lvl="0" marL="0" rtl="0" algn="l">
                        <a:spcBef>
                          <a:spcPts val="0"/>
                        </a:spcBef>
                        <a:spcAft>
                          <a:spcPts val="0"/>
                        </a:spcAft>
                        <a:buNone/>
                      </a:pPr>
                      <a:r>
                        <a:rPr lang="en" sz="1000"/>
                        <a:t>Too high, poor generalization</a:t>
                      </a:r>
                      <a:endParaRPr sz="1000"/>
                    </a:p>
                  </a:txBody>
                  <a:tcPr marT="91425" marB="91425" marR="91425" marL="91425"/>
                </a:tc>
              </a:tr>
              <a:tr h="443475">
                <a:tc>
                  <a:txBody>
                    <a:bodyPr/>
                    <a:lstStyle/>
                    <a:p>
                      <a:pPr indent="0" lvl="0" marL="0" rtl="0" algn="l">
                        <a:spcBef>
                          <a:spcPts val="0"/>
                        </a:spcBef>
                        <a:spcAft>
                          <a:spcPts val="0"/>
                        </a:spcAft>
                        <a:buNone/>
                      </a:pPr>
                      <a:r>
                        <a:rPr lang="en" sz="1000"/>
                        <a:t>Training R^2</a:t>
                      </a:r>
                      <a:endParaRPr sz="1000"/>
                    </a:p>
                  </a:txBody>
                  <a:tcPr marT="91425" marB="91425" marR="91425" marL="91425"/>
                </a:tc>
                <a:tc>
                  <a:txBody>
                    <a:bodyPr/>
                    <a:lstStyle/>
                    <a:p>
                      <a:pPr indent="0" lvl="0" marL="0" rtl="0" algn="l">
                        <a:spcBef>
                          <a:spcPts val="0"/>
                        </a:spcBef>
                        <a:spcAft>
                          <a:spcPts val="0"/>
                        </a:spcAft>
                        <a:buNone/>
                      </a:pPr>
                      <a:r>
                        <a:rPr lang="en" sz="1000"/>
                        <a:t>0.967</a:t>
                      </a:r>
                      <a:endParaRPr sz="1000"/>
                    </a:p>
                  </a:txBody>
                  <a:tcPr marT="91425" marB="91425" marR="91425" marL="91425"/>
                </a:tc>
                <a:tc>
                  <a:txBody>
                    <a:bodyPr/>
                    <a:lstStyle/>
                    <a:p>
                      <a:pPr indent="0" lvl="0" marL="0" rtl="0" algn="l">
                        <a:spcBef>
                          <a:spcPts val="0"/>
                        </a:spcBef>
                        <a:spcAft>
                          <a:spcPts val="0"/>
                        </a:spcAft>
                        <a:buNone/>
                      </a:pPr>
                      <a:r>
                        <a:rPr lang="en" sz="1000"/>
                        <a:t>0.90-0.96</a:t>
                      </a:r>
                      <a:endParaRPr sz="1000"/>
                    </a:p>
                  </a:txBody>
                  <a:tcPr marT="91425" marB="91425" marR="91425" marL="91425"/>
                </a:tc>
                <a:tc>
                  <a:txBody>
                    <a:bodyPr/>
                    <a:lstStyle/>
                    <a:p>
                      <a:pPr indent="0" lvl="0" marL="0" rtl="0" algn="l">
                        <a:spcBef>
                          <a:spcPts val="0"/>
                        </a:spcBef>
                        <a:spcAft>
                          <a:spcPts val="0"/>
                        </a:spcAft>
                        <a:buNone/>
                      </a:pPr>
                      <a:r>
                        <a:rPr lang="en" sz="1000"/>
                        <a:t>High, might be too perfect</a:t>
                      </a:r>
                      <a:endParaRPr sz="1000"/>
                    </a:p>
                  </a:txBody>
                  <a:tcPr marT="91425" marB="91425" marR="91425" marL="91425"/>
                </a:tc>
              </a:tr>
              <a:tr h="443475">
                <a:tc>
                  <a:txBody>
                    <a:bodyPr/>
                    <a:lstStyle/>
                    <a:p>
                      <a:pPr indent="0" lvl="0" marL="0" rtl="0" algn="l">
                        <a:spcBef>
                          <a:spcPts val="0"/>
                        </a:spcBef>
                        <a:spcAft>
                          <a:spcPts val="0"/>
                        </a:spcAft>
                        <a:buNone/>
                      </a:pPr>
                      <a:r>
                        <a:rPr lang="en" sz="1000"/>
                        <a:t>Val R^2</a:t>
                      </a:r>
                      <a:endParaRPr sz="1000"/>
                    </a:p>
                  </a:txBody>
                  <a:tcPr marT="91425" marB="91425" marR="91425" marL="91425"/>
                </a:tc>
                <a:tc>
                  <a:txBody>
                    <a:bodyPr/>
                    <a:lstStyle/>
                    <a:p>
                      <a:pPr indent="0" lvl="0" marL="0" rtl="0" algn="l">
                        <a:spcBef>
                          <a:spcPts val="0"/>
                        </a:spcBef>
                        <a:spcAft>
                          <a:spcPts val="0"/>
                        </a:spcAft>
                        <a:buNone/>
                      </a:pPr>
                      <a:r>
                        <a:rPr lang="en" sz="1000"/>
                        <a:t>0.988</a:t>
                      </a:r>
                      <a:endParaRPr sz="1000"/>
                    </a:p>
                  </a:txBody>
                  <a:tcPr marT="91425" marB="91425" marR="91425" marL="91425"/>
                </a:tc>
                <a:tc>
                  <a:txBody>
                    <a:bodyPr/>
                    <a:lstStyle/>
                    <a:p>
                      <a:pPr indent="0" lvl="0" marL="0" rtl="0" algn="l">
                        <a:spcBef>
                          <a:spcPts val="0"/>
                        </a:spcBef>
                        <a:spcAft>
                          <a:spcPts val="0"/>
                        </a:spcAft>
                        <a:buNone/>
                      </a:pPr>
                      <a:r>
                        <a:rPr lang="en" sz="1000"/>
                        <a:t>~0.87-0.92</a:t>
                      </a:r>
                      <a:endParaRPr sz="1000"/>
                    </a:p>
                  </a:txBody>
                  <a:tcPr marT="91425" marB="91425" marR="91425" marL="91425"/>
                </a:tc>
                <a:tc>
                  <a:txBody>
                    <a:bodyPr/>
                    <a:lstStyle/>
                    <a:p>
                      <a:pPr indent="0" lvl="0" marL="0" rtl="0" algn="l">
                        <a:spcBef>
                          <a:spcPts val="0"/>
                        </a:spcBef>
                        <a:spcAft>
                          <a:spcPts val="0"/>
                        </a:spcAft>
                        <a:buNone/>
                      </a:pPr>
                      <a:r>
                        <a:rPr lang="en" sz="1000"/>
                        <a:t>Too high, overfitting</a:t>
                      </a:r>
                      <a:endParaRPr sz="1000"/>
                    </a:p>
                  </a:txBody>
                  <a:tcPr marT="91425" marB="91425" marR="91425" marL="91425"/>
                </a:tc>
              </a:tr>
              <a:tr h="304875">
                <a:tc>
                  <a:txBody>
                    <a:bodyPr/>
                    <a:lstStyle/>
                    <a:p>
                      <a:pPr indent="0" lvl="0" marL="0" rtl="0" algn="l">
                        <a:spcBef>
                          <a:spcPts val="0"/>
                        </a:spcBef>
                        <a:spcAft>
                          <a:spcPts val="0"/>
                        </a:spcAft>
                        <a:buNone/>
                      </a:pPr>
                      <a:r>
                        <a:rPr lang="en" sz="1000"/>
                        <a:t>Test R^2</a:t>
                      </a:r>
                      <a:endParaRPr sz="1000"/>
                    </a:p>
                  </a:txBody>
                  <a:tcPr marT="91425" marB="91425" marR="91425" marL="91425"/>
                </a:tc>
                <a:tc>
                  <a:txBody>
                    <a:bodyPr/>
                    <a:lstStyle/>
                    <a:p>
                      <a:pPr indent="0" lvl="0" marL="0" rtl="0" algn="l">
                        <a:spcBef>
                          <a:spcPts val="0"/>
                        </a:spcBef>
                        <a:spcAft>
                          <a:spcPts val="0"/>
                        </a:spcAft>
                        <a:buNone/>
                      </a:pPr>
                      <a:r>
                        <a:rPr lang="en" sz="1000"/>
                        <a:t>0.879</a:t>
                      </a:r>
                      <a:endParaRPr sz="1000"/>
                    </a:p>
                  </a:txBody>
                  <a:tcPr marT="91425" marB="91425" marR="91425" marL="91425"/>
                </a:tc>
                <a:tc>
                  <a:txBody>
                    <a:bodyPr/>
                    <a:lstStyle/>
                    <a:p>
                      <a:pPr indent="0" lvl="0" marL="0" rtl="0" algn="l">
                        <a:spcBef>
                          <a:spcPts val="0"/>
                        </a:spcBef>
                        <a:spcAft>
                          <a:spcPts val="0"/>
                        </a:spcAft>
                        <a:buNone/>
                      </a:pPr>
                      <a:r>
                        <a:rPr lang="en" sz="1000"/>
                        <a:t>0.85-0.92</a:t>
                      </a:r>
                      <a:endParaRPr sz="1000"/>
                    </a:p>
                  </a:txBody>
                  <a:tcPr marT="91425" marB="91425" marR="91425" marL="91425"/>
                </a:tc>
                <a:tc>
                  <a:txBody>
                    <a:bodyPr/>
                    <a:lstStyle/>
                    <a:p>
                      <a:pPr indent="0" lvl="0" marL="0" rtl="0" algn="l">
                        <a:spcBef>
                          <a:spcPts val="0"/>
                        </a:spcBef>
                        <a:spcAft>
                          <a:spcPts val="0"/>
                        </a:spcAft>
                        <a:buNone/>
                      </a:pPr>
                      <a:r>
                        <a:rPr lang="en" sz="1000"/>
                        <a:t>Decent</a:t>
                      </a:r>
                      <a:endParaRPr sz="1000"/>
                    </a:p>
                  </a:txBody>
                  <a:tcPr marT="91425" marB="91425" marR="91425" marL="91425"/>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7" name="Shape 1507"/>
        <p:cNvGrpSpPr/>
        <p:nvPr/>
      </p:nvGrpSpPr>
      <p:grpSpPr>
        <a:xfrm>
          <a:off x="0" y="0"/>
          <a:ext cx="0" cy="0"/>
          <a:chOff x="0" y="0"/>
          <a:chExt cx="0" cy="0"/>
        </a:xfrm>
      </p:grpSpPr>
      <p:pic>
        <p:nvPicPr>
          <p:cNvPr id="1508" name="Google Shape;1508;p41"/>
          <p:cNvPicPr preferRelativeResize="0"/>
          <p:nvPr/>
        </p:nvPicPr>
        <p:blipFill>
          <a:blip r:embed="rId3">
            <a:alphaModFix/>
          </a:blip>
          <a:stretch>
            <a:fillRect/>
          </a:stretch>
        </p:blipFill>
        <p:spPr>
          <a:xfrm>
            <a:off x="842175" y="646710"/>
            <a:ext cx="7459649" cy="37016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2" name="Shape 1512"/>
        <p:cNvGrpSpPr/>
        <p:nvPr/>
      </p:nvGrpSpPr>
      <p:grpSpPr>
        <a:xfrm>
          <a:off x="0" y="0"/>
          <a:ext cx="0" cy="0"/>
          <a:chOff x="0" y="0"/>
          <a:chExt cx="0" cy="0"/>
        </a:xfrm>
      </p:grpSpPr>
      <p:pic>
        <p:nvPicPr>
          <p:cNvPr id="1513" name="Google Shape;1513;p42" title="Screen Shot 2025-03-18 at 10.58.48 AM.png"/>
          <p:cNvPicPr preferRelativeResize="0"/>
          <p:nvPr/>
        </p:nvPicPr>
        <p:blipFill rotWithShape="1">
          <a:blip r:embed="rId3">
            <a:alphaModFix/>
          </a:blip>
          <a:srcRect b="0" l="0" r="-3939" t="0"/>
          <a:stretch/>
        </p:blipFill>
        <p:spPr>
          <a:xfrm>
            <a:off x="76136" y="1260075"/>
            <a:ext cx="4743774" cy="2623350"/>
          </a:xfrm>
          <a:prstGeom prst="rect">
            <a:avLst/>
          </a:prstGeom>
          <a:noFill/>
          <a:ln>
            <a:noFill/>
          </a:ln>
        </p:spPr>
      </p:pic>
      <p:pic>
        <p:nvPicPr>
          <p:cNvPr id="1514" name="Google Shape;1514;p42" title="Screen Shot 2025-03-18 at 10.59.02 AM.png"/>
          <p:cNvPicPr preferRelativeResize="0"/>
          <p:nvPr/>
        </p:nvPicPr>
        <p:blipFill>
          <a:blip r:embed="rId4">
            <a:alphaModFix/>
          </a:blip>
          <a:stretch>
            <a:fillRect/>
          </a:stretch>
        </p:blipFill>
        <p:spPr>
          <a:xfrm>
            <a:off x="4688312" y="1260087"/>
            <a:ext cx="4379549" cy="2623350"/>
          </a:xfrm>
          <a:prstGeom prst="rect">
            <a:avLst/>
          </a:prstGeom>
          <a:noFill/>
          <a:ln>
            <a:noFill/>
          </a:ln>
        </p:spPr>
      </p:pic>
      <p:sp>
        <p:nvSpPr>
          <p:cNvPr id="1515" name="Google Shape;1515;p4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500"/>
              <a:t>Actual vs. </a:t>
            </a:r>
            <a:r>
              <a:rPr lang="en" sz="2500"/>
              <a:t>Predicted</a:t>
            </a:r>
            <a:r>
              <a:rPr lang="en" sz="2500"/>
              <a:t> Heatmap Comparison</a:t>
            </a:r>
            <a:endParaRPr sz="25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9" name="Shape 1519"/>
        <p:cNvGrpSpPr/>
        <p:nvPr/>
      </p:nvGrpSpPr>
      <p:grpSpPr>
        <a:xfrm>
          <a:off x="0" y="0"/>
          <a:ext cx="0" cy="0"/>
          <a:chOff x="0" y="0"/>
          <a:chExt cx="0" cy="0"/>
        </a:xfrm>
      </p:grpSpPr>
      <p:sp>
        <p:nvSpPr>
          <p:cNvPr id="1520" name="Google Shape;1520;p4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800"/>
              <a:t>Conclusion and Recommendations</a:t>
            </a:r>
            <a:endParaRPr sz="2800"/>
          </a:p>
        </p:txBody>
      </p:sp>
      <p:sp>
        <p:nvSpPr>
          <p:cNvPr id="1521" name="Google Shape;1521;p43"/>
          <p:cNvSpPr txBox="1"/>
          <p:nvPr>
            <p:ph idx="1" type="body"/>
          </p:nvPr>
        </p:nvSpPr>
        <p:spPr>
          <a:xfrm>
            <a:off x="720000" y="1139540"/>
            <a:ext cx="7704000" cy="3338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Key Findings:</a:t>
            </a:r>
            <a:endParaRPr b="1"/>
          </a:p>
          <a:p>
            <a:pPr indent="-317500" lvl="0" marL="457200" rtl="0" algn="l">
              <a:spcBef>
                <a:spcPts val="0"/>
              </a:spcBef>
              <a:spcAft>
                <a:spcPts val="0"/>
              </a:spcAft>
              <a:buSzPts val="1400"/>
              <a:buChar char="-"/>
            </a:pPr>
            <a:r>
              <a:rPr lang="en"/>
              <a:t>FNN outperformed Linear Regression in forecasting accuracy</a:t>
            </a:r>
            <a:endParaRPr/>
          </a:p>
          <a:p>
            <a:pPr indent="-317500" lvl="0" marL="457200" rtl="0" algn="l">
              <a:spcBef>
                <a:spcPts val="0"/>
              </a:spcBef>
              <a:spcAft>
                <a:spcPts val="0"/>
              </a:spcAft>
              <a:buSzPts val="1400"/>
              <a:buChar char="-"/>
            </a:pPr>
            <a:r>
              <a:rPr lang="en"/>
              <a:t>Overfitting was the biggest challenge</a:t>
            </a:r>
            <a:endParaRPr/>
          </a:p>
          <a:p>
            <a:pPr indent="-317500" lvl="0" marL="457200" rtl="0" algn="l">
              <a:spcBef>
                <a:spcPts val="0"/>
              </a:spcBef>
              <a:spcAft>
                <a:spcPts val="0"/>
              </a:spcAft>
              <a:buSzPts val="1400"/>
              <a:buChar char="-"/>
            </a:pPr>
            <a:r>
              <a:rPr lang="en"/>
              <a:t>The model still needs improvement</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Recommendations for Future Work:</a:t>
            </a:r>
            <a:endParaRPr b="1"/>
          </a:p>
          <a:p>
            <a:pPr indent="-317500" lvl="0" marL="457200" rtl="0" algn="l">
              <a:spcBef>
                <a:spcPts val="0"/>
              </a:spcBef>
              <a:spcAft>
                <a:spcPts val="0"/>
              </a:spcAft>
              <a:buSzPts val="1400"/>
              <a:buChar char="-"/>
            </a:pPr>
            <a:r>
              <a:rPr lang="en"/>
              <a:t>Hyperparameter tuning</a:t>
            </a:r>
            <a:endParaRPr/>
          </a:p>
          <a:p>
            <a:pPr indent="-317500" lvl="0" marL="457200" rtl="0" algn="l">
              <a:spcBef>
                <a:spcPts val="0"/>
              </a:spcBef>
              <a:spcAft>
                <a:spcPts val="0"/>
              </a:spcAft>
              <a:buSzPts val="1400"/>
              <a:buChar char="-"/>
            </a:pPr>
            <a:r>
              <a:rPr lang="en"/>
              <a:t>Try different model architectures </a:t>
            </a:r>
            <a:endParaRPr/>
          </a:p>
          <a:p>
            <a:pPr indent="-317500" lvl="0" marL="457200" rtl="0" algn="l">
              <a:spcBef>
                <a:spcPts val="0"/>
              </a:spcBef>
              <a:spcAft>
                <a:spcPts val="0"/>
              </a:spcAft>
              <a:buSzPts val="1400"/>
              <a:buChar char="-"/>
            </a:pPr>
            <a:r>
              <a:rPr lang="en"/>
              <a:t>Feature engineering</a:t>
            </a:r>
            <a:endParaRPr/>
          </a:p>
          <a:p>
            <a:pPr indent="-317500" lvl="1" marL="914400" rtl="0" algn="l">
              <a:spcBef>
                <a:spcPts val="0"/>
              </a:spcBef>
              <a:spcAft>
                <a:spcPts val="0"/>
              </a:spcAft>
              <a:buSzPts val="1400"/>
              <a:buChar char="-"/>
            </a:pPr>
            <a:r>
              <a:rPr lang="en"/>
              <a:t>add external factors like promotions or economic indicators</a:t>
            </a:r>
            <a:endParaRPr/>
          </a:p>
          <a:p>
            <a:pPr indent="-317500" lvl="0" marL="457200" rtl="0" algn="l">
              <a:spcBef>
                <a:spcPts val="0"/>
              </a:spcBef>
              <a:spcAft>
                <a:spcPts val="0"/>
              </a:spcAft>
              <a:buSzPts val="1400"/>
              <a:buChar char="-"/>
            </a:pPr>
            <a:r>
              <a:rPr lang="en"/>
              <a:t>Deploy the model for real-time sales forecasting</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5" name="Shape 1525"/>
        <p:cNvGrpSpPr/>
        <p:nvPr/>
      </p:nvGrpSpPr>
      <p:grpSpPr>
        <a:xfrm>
          <a:off x="0" y="0"/>
          <a:ext cx="0" cy="0"/>
          <a:chOff x="0" y="0"/>
          <a:chExt cx="0" cy="0"/>
        </a:xfrm>
      </p:grpSpPr>
      <p:sp>
        <p:nvSpPr>
          <p:cNvPr id="1526" name="Google Shape;1526;p44"/>
          <p:cNvSpPr txBox="1"/>
          <p:nvPr>
            <p:ph idx="1" type="subTitle"/>
          </p:nvPr>
        </p:nvSpPr>
        <p:spPr>
          <a:xfrm>
            <a:off x="1157300" y="2581906"/>
            <a:ext cx="4448100" cy="55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Do you have any questions?</a:t>
            </a:r>
            <a:endParaRPr/>
          </a:p>
          <a:p>
            <a:pPr indent="0" lvl="0" marL="0" rtl="0" algn="l">
              <a:spcBef>
                <a:spcPts val="0"/>
              </a:spcBef>
              <a:spcAft>
                <a:spcPts val="0"/>
              </a:spcAft>
              <a:buNone/>
            </a:pPr>
            <a:r>
              <a:t/>
            </a:r>
            <a:endParaRPr b="0" sz="1400"/>
          </a:p>
          <a:p>
            <a:pPr indent="0" lvl="0" marL="0" rtl="0" algn="l">
              <a:spcBef>
                <a:spcPts val="0"/>
              </a:spcBef>
              <a:spcAft>
                <a:spcPts val="0"/>
              </a:spcAft>
              <a:buNone/>
            </a:pPr>
            <a:r>
              <a:t/>
            </a:r>
            <a:endParaRPr/>
          </a:p>
        </p:txBody>
      </p:sp>
      <p:sp>
        <p:nvSpPr>
          <p:cNvPr id="1527" name="Google Shape;1527;p44"/>
          <p:cNvSpPr txBox="1"/>
          <p:nvPr>
            <p:ph type="title"/>
          </p:nvPr>
        </p:nvSpPr>
        <p:spPr>
          <a:xfrm>
            <a:off x="1157302" y="1523204"/>
            <a:ext cx="5126700" cy="105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Thanks!</a:t>
            </a:r>
            <a:endParaRPr/>
          </a:p>
        </p:txBody>
      </p:sp>
      <p:sp>
        <p:nvSpPr>
          <p:cNvPr id="1528" name="Google Shape;1528;p44"/>
          <p:cNvSpPr txBox="1"/>
          <p:nvPr/>
        </p:nvSpPr>
        <p:spPr>
          <a:xfrm>
            <a:off x="1157300" y="4388325"/>
            <a:ext cx="4151700" cy="260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solidFill>
                  <a:schemeClr val="dk1"/>
                </a:solidFill>
                <a:latin typeface="Poppins"/>
                <a:ea typeface="Poppins"/>
                <a:cs typeface="Poppins"/>
                <a:sym typeface="Poppins"/>
              </a:rPr>
              <a:t>Please keep this slide for attribution</a:t>
            </a:r>
            <a:endParaRPr sz="1200">
              <a:solidFill>
                <a:schemeClr val="dk1"/>
              </a:solidFill>
              <a:latin typeface="Poppins"/>
              <a:ea typeface="Poppins"/>
              <a:cs typeface="Poppins"/>
              <a:sym typeface="Poppins"/>
            </a:endParaRPr>
          </a:p>
        </p:txBody>
      </p:sp>
      <p:grpSp>
        <p:nvGrpSpPr>
          <p:cNvPr id="1529" name="Google Shape;1529;p44"/>
          <p:cNvGrpSpPr/>
          <p:nvPr/>
        </p:nvGrpSpPr>
        <p:grpSpPr>
          <a:xfrm flipH="1" rot="10800000">
            <a:off x="6773992" y="-1205456"/>
            <a:ext cx="4151819" cy="5527900"/>
            <a:chOff x="6309526" y="836950"/>
            <a:chExt cx="3920509" cy="5219925"/>
          </a:xfrm>
        </p:grpSpPr>
        <p:pic>
          <p:nvPicPr>
            <p:cNvPr id="1530" name="Google Shape;1530;p44"/>
            <p:cNvPicPr preferRelativeResize="0"/>
            <p:nvPr/>
          </p:nvPicPr>
          <p:blipFill rotWithShape="1">
            <a:blip r:embed="rId3">
              <a:alphaModFix/>
            </a:blip>
            <a:srcRect b="26177" l="16960" r="7121" t="24718"/>
            <a:stretch/>
          </p:blipFill>
          <p:spPr>
            <a:xfrm>
              <a:off x="6309535" y="3064650"/>
              <a:ext cx="3920501" cy="2992224"/>
            </a:xfrm>
            <a:prstGeom prst="rect">
              <a:avLst/>
            </a:prstGeom>
            <a:noFill/>
            <a:ln>
              <a:noFill/>
            </a:ln>
          </p:spPr>
        </p:pic>
        <p:sp>
          <p:nvSpPr>
            <p:cNvPr id="1531" name="Google Shape;1531;p44"/>
            <p:cNvSpPr/>
            <p:nvPr/>
          </p:nvSpPr>
          <p:spPr>
            <a:xfrm rot="10800000">
              <a:off x="7535449" y="2941132"/>
              <a:ext cx="981776" cy="2307791"/>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2" name="Google Shape;1532;p44"/>
            <p:cNvSpPr/>
            <p:nvPr/>
          </p:nvSpPr>
          <p:spPr>
            <a:xfrm rot="10800000">
              <a:off x="7694795" y="2941747"/>
              <a:ext cx="981776" cy="2307791"/>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3" name="Google Shape;1533;p44"/>
            <p:cNvSpPr/>
            <p:nvPr/>
          </p:nvSpPr>
          <p:spPr>
            <a:xfrm>
              <a:off x="6309526" y="836950"/>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34" name="Google Shape;1534;p44"/>
            <p:cNvGrpSpPr/>
            <p:nvPr/>
          </p:nvGrpSpPr>
          <p:grpSpPr>
            <a:xfrm>
              <a:off x="7280400" y="3719575"/>
              <a:ext cx="582050" cy="582425"/>
              <a:chOff x="959750" y="3039275"/>
              <a:chExt cx="582050" cy="582425"/>
            </a:xfrm>
          </p:grpSpPr>
          <p:sp>
            <p:nvSpPr>
              <p:cNvPr id="1535" name="Google Shape;1535;p44"/>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6" name="Google Shape;1536;p44"/>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7" name="Google Shape;1537;p44"/>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8" name="Google Shape;1538;p44"/>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9" name="Google Shape;1539;p44"/>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0" name="Google Shape;1540;p44"/>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1" name="Google Shape;1541;p44"/>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2" name="Google Shape;1542;p44"/>
            <p:cNvGrpSpPr/>
            <p:nvPr/>
          </p:nvGrpSpPr>
          <p:grpSpPr>
            <a:xfrm>
              <a:off x="7728436" y="3524084"/>
              <a:ext cx="134004" cy="134004"/>
              <a:chOff x="8356813" y="1074288"/>
              <a:chExt cx="351900" cy="351900"/>
            </a:xfrm>
          </p:grpSpPr>
          <p:sp>
            <p:nvSpPr>
              <p:cNvPr id="1543" name="Google Shape;1543;p44"/>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4" name="Google Shape;1544;p44"/>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5" name="Google Shape;1545;p44"/>
            <p:cNvGrpSpPr/>
            <p:nvPr/>
          </p:nvGrpSpPr>
          <p:grpSpPr>
            <a:xfrm>
              <a:off x="7344361" y="3150259"/>
              <a:ext cx="134004" cy="134004"/>
              <a:chOff x="8356813" y="1074288"/>
              <a:chExt cx="351900" cy="351900"/>
            </a:xfrm>
          </p:grpSpPr>
          <p:sp>
            <p:nvSpPr>
              <p:cNvPr id="1546" name="Google Shape;1546;p44"/>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7" name="Google Shape;1547;p44"/>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8" name="Google Shape;1548;p44"/>
            <p:cNvGrpSpPr/>
            <p:nvPr/>
          </p:nvGrpSpPr>
          <p:grpSpPr>
            <a:xfrm>
              <a:off x="8337811" y="2464059"/>
              <a:ext cx="134004" cy="134004"/>
              <a:chOff x="8356813" y="1074288"/>
              <a:chExt cx="351900" cy="351900"/>
            </a:xfrm>
          </p:grpSpPr>
          <p:sp>
            <p:nvSpPr>
              <p:cNvPr id="1549" name="Google Shape;1549;p44"/>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0" name="Google Shape;1550;p44"/>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51" name="Google Shape;1551;p44"/>
            <p:cNvSpPr/>
            <p:nvPr/>
          </p:nvSpPr>
          <p:spPr>
            <a:xfrm>
              <a:off x="8430775" y="2842975"/>
              <a:ext cx="480893" cy="475828"/>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52" name="Google Shape;1552;p44"/>
            <p:cNvGrpSpPr/>
            <p:nvPr/>
          </p:nvGrpSpPr>
          <p:grpSpPr>
            <a:xfrm>
              <a:off x="8337812" y="3492483"/>
              <a:ext cx="699928" cy="1651024"/>
              <a:chOff x="8337812" y="3492483"/>
              <a:chExt cx="699928" cy="1651024"/>
            </a:xfrm>
          </p:grpSpPr>
          <p:sp>
            <p:nvSpPr>
              <p:cNvPr id="1553" name="Google Shape;1553;p44"/>
              <p:cNvSpPr/>
              <p:nvPr/>
            </p:nvSpPr>
            <p:spPr>
              <a:xfrm>
                <a:off x="8337812" y="3492483"/>
                <a:ext cx="483116" cy="1013645"/>
              </a:xfrm>
              <a:custGeom>
                <a:rect b="b" l="l" r="r" t="t"/>
                <a:pathLst>
                  <a:path extrusionOk="0" h="24714" w="11779">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4"/>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4" name="Google Shape;1554;p44"/>
              <p:cNvSpPr/>
              <p:nvPr/>
            </p:nvSpPr>
            <p:spPr>
              <a:xfrm>
                <a:off x="8698380" y="3916789"/>
                <a:ext cx="246869" cy="1226718"/>
              </a:xfrm>
              <a:custGeom>
                <a:rect b="b" l="l" r="r" t="t"/>
                <a:pathLst>
                  <a:path extrusionOk="0" h="29909" w="6019">
                    <a:moveTo>
                      <a:pt x="1" y="1"/>
                    </a:moveTo>
                    <a:lnTo>
                      <a:pt x="1" y="306"/>
                    </a:lnTo>
                    <a:lnTo>
                      <a:pt x="5699" y="306"/>
                    </a:lnTo>
                    <a:lnTo>
                      <a:pt x="5699"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5" name="Google Shape;1555;p44"/>
              <p:cNvSpPr/>
              <p:nvPr/>
            </p:nvSpPr>
            <p:spPr>
              <a:xfrm>
                <a:off x="8790871" y="3823684"/>
                <a:ext cx="246869" cy="1226718"/>
              </a:xfrm>
              <a:custGeom>
                <a:rect b="b" l="l" r="r" t="t"/>
                <a:pathLst>
                  <a:path extrusionOk="0" h="29909" w="6019">
                    <a:moveTo>
                      <a:pt x="1" y="1"/>
                    </a:moveTo>
                    <a:lnTo>
                      <a:pt x="1" y="305"/>
                    </a:lnTo>
                    <a:lnTo>
                      <a:pt x="5714" y="305"/>
                    </a:lnTo>
                    <a:lnTo>
                      <a:pt x="5714"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56" name="Google Shape;1556;p44"/>
            <p:cNvGrpSpPr/>
            <p:nvPr/>
          </p:nvGrpSpPr>
          <p:grpSpPr>
            <a:xfrm>
              <a:off x="7945225" y="4302000"/>
              <a:ext cx="904666" cy="726121"/>
              <a:chOff x="7945225" y="4302000"/>
              <a:chExt cx="904666" cy="726121"/>
            </a:xfrm>
          </p:grpSpPr>
          <p:sp>
            <p:nvSpPr>
              <p:cNvPr id="1557" name="Google Shape;1557;p44"/>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8" name="Google Shape;1558;p44"/>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9" name="Google Shape;1559;p44"/>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60" name="Google Shape;1560;p44"/>
            <p:cNvSpPr/>
            <p:nvPr/>
          </p:nvSpPr>
          <p:spPr>
            <a:xfrm rot="5400000">
              <a:off x="7687039" y="1023058"/>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61" name="Google Shape;1561;p44"/>
          <p:cNvGrpSpPr/>
          <p:nvPr/>
        </p:nvGrpSpPr>
        <p:grpSpPr>
          <a:xfrm>
            <a:off x="1234025" y="4151751"/>
            <a:ext cx="4558967" cy="134100"/>
            <a:chOff x="796100" y="3019701"/>
            <a:chExt cx="4558967" cy="134100"/>
          </a:xfrm>
        </p:grpSpPr>
        <p:sp>
          <p:nvSpPr>
            <p:cNvPr id="1562" name="Google Shape;1562;p44"/>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563" name="Google Shape;1563;p44"/>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1564" name="Google Shape;1564;p44"/>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Introduction to Coding Workshop by Slidesgo">
  <a:themeElements>
    <a:clrScheme name="Simple Light">
      <a:dk1>
        <a:srgbClr val="1D1D1D"/>
      </a:dk1>
      <a:lt1>
        <a:srgbClr val="F5F8FF"/>
      </a:lt1>
      <a:dk2>
        <a:srgbClr val="0C0A9E"/>
      </a:dk2>
      <a:lt2>
        <a:srgbClr val="EB9109"/>
      </a:lt2>
      <a:accent1>
        <a:srgbClr val="8208D5"/>
      </a:accent1>
      <a:accent2>
        <a:srgbClr val="BFBEF7"/>
      </a:accent2>
      <a:accent3>
        <a:srgbClr val="FFFFFF"/>
      </a:accent3>
      <a:accent4>
        <a:srgbClr val="FFFFFF"/>
      </a:accent4>
      <a:accent5>
        <a:srgbClr val="FFFFFF"/>
      </a:accent5>
      <a:accent6>
        <a:srgbClr val="FFFFFF"/>
      </a:accent6>
      <a:hlink>
        <a:srgbClr val="1D1D1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