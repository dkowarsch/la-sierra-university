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9" r:id="rId4"/>
    <p:sldMasterId id="214748370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y="5143500" cx="9144000"/>
  <p:notesSz cx="6858000" cy="9144000"/>
  <p:embeddedFontLst>
    <p:embeddedFont>
      <p:font typeface="Inter SemiBold"/>
      <p:regular r:id="rId28"/>
      <p:bold r:id="rId29"/>
      <p:italic r:id="rId30"/>
      <p:boldItalic r:id="rId31"/>
    </p:embeddedFont>
    <p:embeddedFont>
      <p:font typeface="Playfair Display"/>
      <p:regular r:id="rId32"/>
      <p:bold r:id="rId33"/>
      <p:italic r:id="rId34"/>
      <p:boldItalic r:id="rId35"/>
    </p:embeddedFont>
    <p:embeddedFont>
      <p:font typeface="Lato"/>
      <p:regular r:id="rId36"/>
      <p:bold r:id="rId37"/>
      <p:italic r:id="rId38"/>
      <p:boldItalic r:id="rId39"/>
    </p:embeddedFont>
    <p:embeddedFont>
      <p:font typeface="Inter"/>
      <p:regular r:id="rId40"/>
      <p:bold r:id="rId41"/>
      <p:italic r:id="rId42"/>
      <p:boldItalic r:id="rId43"/>
    </p:embeddedFont>
    <p:embeddedFont>
      <p:font typeface="Roboto Mono"/>
      <p:regular r:id="rId44"/>
      <p:bold r:id="rId45"/>
      <p:italic r:id="rId46"/>
      <p:boldItalic r:id="rId47"/>
    </p:embeddedFont>
    <p:embeddedFont>
      <p:font typeface="Inter Medium"/>
      <p:regular r:id="rId48"/>
      <p:bold r:id="rId49"/>
      <p:italic r:id="rId50"/>
      <p:boldItalic r:id="rId5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Inter-regular.fntdata"/><Relationship Id="rId42" Type="http://schemas.openxmlformats.org/officeDocument/2006/relationships/font" Target="fonts/Inter-italic.fntdata"/><Relationship Id="rId41" Type="http://schemas.openxmlformats.org/officeDocument/2006/relationships/font" Target="fonts/Inter-bold.fntdata"/><Relationship Id="rId44" Type="http://schemas.openxmlformats.org/officeDocument/2006/relationships/font" Target="fonts/RobotoMono-regular.fntdata"/><Relationship Id="rId43" Type="http://schemas.openxmlformats.org/officeDocument/2006/relationships/font" Target="fonts/Inter-boldItalic.fntdata"/><Relationship Id="rId46" Type="http://schemas.openxmlformats.org/officeDocument/2006/relationships/font" Target="fonts/RobotoMono-italic.fntdata"/><Relationship Id="rId45" Type="http://schemas.openxmlformats.org/officeDocument/2006/relationships/font" Target="fonts/RobotoMono-bold.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font" Target="fonts/InterMedium-regular.fntdata"/><Relationship Id="rId47" Type="http://schemas.openxmlformats.org/officeDocument/2006/relationships/font" Target="fonts/RobotoMono-boldItalic.fntdata"/><Relationship Id="rId49" Type="http://schemas.openxmlformats.org/officeDocument/2006/relationships/font" Target="fonts/InterMedium-bold.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InterSemiBold-boldItalic.fntdata"/><Relationship Id="rId30" Type="http://schemas.openxmlformats.org/officeDocument/2006/relationships/font" Target="fonts/InterSemiBold-italic.fntdata"/><Relationship Id="rId33" Type="http://schemas.openxmlformats.org/officeDocument/2006/relationships/font" Target="fonts/PlayfairDisplay-bold.fntdata"/><Relationship Id="rId32" Type="http://schemas.openxmlformats.org/officeDocument/2006/relationships/font" Target="fonts/PlayfairDisplay-regular.fntdata"/><Relationship Id="rId35" Type="http://schemas.openxmlformats.org/officeDocument/2006/relationships/font" Target="fonts/PlayfairDisplay-boldItalic.fntdata"/><Relationship Id="rId34" Type="http://schemas.openxmlformats.org/officeDocument/2006/relationships/font" Target="fonts/PlayfairDisplay-italic.fntdata"/><Relationship Id="rId37" Type="http://schemas.openxmlformats.org/officeDocument/2006/relationships/font" Target="fonts/Lato-bold.fntdata"/><Relationship Id="rId36" Type="http://schemas.openxmlformats.org/officeDocument/2006/relationships/font" Target="fonts/Lato-regular.fntdata"/><Relationship Id="rId39" Type="http://schemas.openxmlformats.org/officeDocument/2006/relationships/font" Target="fonts/Lato-boldItalic.fntdata"/><Relationship Id="rId38" Type="http://schemas.openxmlformats.org/officeDocument/2006/relationships/font" Target="fonts/Lato-italic.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font" Target="fonts/InterSemiBold-regular.fntdata"/><Relationship Id="rId27" Type="http://schemas.openxmlformats.org/officeDocument/2006/relationships/slide" Target="slides/slide21.xml"/><Relationship Id="rId29" Type="http://schemas.openxmlformats.org/officeDocument/2006/relationships/font" Target="fonts/InterSemiBold-bold.fntdata"/><Relationship Id="rId51" Type="http://schemas.openxmlformats.org/officeDocument/2006/relationships/font" Target="fonts/InterMedium-boldItalic.fntdata"/><Relationship Id="rId50" Type="http://schemas.openxmlformats.org/officeDocument/2006/relationships/font" Target="fonts/InterMedium-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3389ce0b93e_0_27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2" name="Google Shape;322;g3389ce0b93e_0_27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(Z)Hello everyone, for the final presentation, Luis and I are going to take you along with us on our adventure into document </a:t>
            </a:r>
            <a:r>
              <a:rPr lang="en"/>
              <a:t>retrieval</a:t>
            </a:r>
            <a:r>
              <a:rPr lang="en"/>
              <a:t>. Let’s start with an exercise. I will give you a prompt and you will retrieve the answer from the given information.</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3389ce0b93e_0_34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7" name="Google Shape;337;g3389ce0b93e_0_34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(Z) How much text would we need to effectively represent this figure in english?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3389ce0b93e_0_28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6" name="Google Shape;346;g3389ce0b93e_0_28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(Z)</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3389ce0b93e_0_28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5" name="Google Shape;355;g3389ce0b93e_0_28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(Z)</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3389ce0b93e_0_28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8" name="Google Shape;408;g3389ce0b93e_0_28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 What were the baseball scores today?</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338a9cbbc5c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7" name="Google Shape;417;g338a9cbbc5c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 What do you do when your documents aren’t just text?  Example images from MMDocIR-Challenge set</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338a9cbbc5c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6" name="Google Shape;426;g338a9cbbc5c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338a9cbbc5c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4" name="Google Shape;434;g338a9cbbc5c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(Z)</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338a9cbbc5c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4" name="Google Shape;444;g338a9cbbc5c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(Z) This – is what we started with exactly 21 days ago when Luis and I foolishly decided to try something new</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338a9cbbc5c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3" name="Google Shape;453;g338a9cbbc5c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g338a9cbbc5c_0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7" name="Google Shape;467;g338a9cbbc5c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g338a9cbbc5c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1" name="Google Shape;481;g338a9cbbc5c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g338a9cbbc5c_2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0" name="Google Shape;490;g338a9cbbc5c_2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g338a9cbbc5c_2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0" name="Google Shape;500;g338a9cbbc5c_2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338a9cbbc5c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1" name="Google Shape;511;g338a9cbbc5c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g338a9cbbc5c_2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0" name="Google Shape;520;g338a9cbbc5c_2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g338a9cbbc5c_0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8" name="Google Shape;528;g338a9cbbc5c_0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(Z)</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g338a9cbbc5c_1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1" name="Google Shape;541;g338a9cbbc5c_1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(Z) A is our query, B is our passage</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g338a9cbbc5c_1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1" name="Google Shape;551;g338a9cbbc5c_1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(Z) failed fast failed hard</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g3389ce0b93e_0_3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0" name="Google Shape;560;g3389ce0b93e_0_3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g338a9cbbc5c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5" name="Google Shape;565;g338a9cbbc5c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8.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2749050" y="748800"/>
            <a:ext cx="3645900" cy="3645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a:off x="2992950" y="992700"/>
            <a:ext cx="3158100" cy="3158100"/>
          </a:xfrm>
          <a:prstGeom prst="rect">
            <a:avLst/>
          </a:prstGeom>
          <a:noFill/>
          <a:ln cap="flat" cmpd="sng" w="28575">
            <a:solidFill>
              <a:schemeClr val="lt1"/>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3096250" y="1627200"/>
            <a:ext cx="2951400" cy="15843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3200"/>
              <a:buFont typeface="Lato"/>
              <a:buNone/>
              <a:defRPr>
                <a:solidFill>
                  <a:schemeClr val="lt1"/>
                </a:solidFill>
                <a:latin typeface="Lato"/>
                <a:ea typeface="Lato"/>
                <a:cs typeface="Lato"/>
                <a:sym typeface="Lato"/>
              </a:defRPr>
            </a:lvl1pPr>
            <a:lvl2pPr lvl="1" algn="ctr">
              <a:spcBef>
                <a:spcPts val="0"/>
              </a:spcBef>
              <a:spcAft>
                <a:spcPts val="0"/>
              </a:spcAft>
              <a:buClr>
                <a:schemeClr val="lt1"/>
              </a:buClr>
              <a:buSzPts val="3200"/>
              <a:buFont typeface="Lato"/>
              <a:buNone/>
              <a:defRPr>
                <a:solidFill>
                  <a:schemeClr val="lt1"/>
                </a:solidFill>
                <a:latin typeface="Lato"/>
                <a:ea typeface="Lato"/>
                <a:cs typeface="Lato"/>
                <a:sym typeface="Lato"/>
              </a:defRPr>
            </a:lvl2pPr>
            <a:lvl3pPr lvl="2" algn="ctr">
              <a:spcBef>
                <a:spcPts val="0"/>
              </a:spcBef>
              <a:spcAft>
                <a:spcPts val="0"/>
              </a:spcAft>
              <a:buClr>
                <a:schemeClr val="lt1"/>
              </a:buClr>
              <a:buSzPts val="3200"/>
              <a:buFont typeface="Lato"/>
              <a:buNone/>
              <a:defRPr>
                <a:solidFill>
                  <a:schemeClr val="lt1"/>
                </a:solidFill>
                <a:latin typeface="Lato"/>
                <a:ea typeface="Lato"/>
                <a:cs typeface="Lato"/>
                <a:sym typeface="Lato"/>
              </a:defRPr>
            </a:lvl3pPr>
            <a:lvl4pPr lvl="3" algn="ctr">
              <a:spcBef>
                <a:spcPts val="0"/>
              </a:spcBef>
              <a:spcAft>
                <a:spcPts val="0"/>
              </a:spcAft>
              <a:buClr>
                <a:schemeClr val="lt1"/>
              </a:buClr>
              <a:buSzPts val="3200"/>
              <a:buFont typeface="Lato"/>
              <a:buNone/>
              <a:defRPr>
                <a:solidFill>
                  <a:schemeClr val="lt1"/>
                </a:solidFill>
                <a:latin typeface="Lato"/>
                <a:ea typeface="Lato"/>
                <a:cs typeface="Lato"/>
                <a:sym typeface="Lato"/>
              </a:defRPr>
            </a:lvl4pPr>
            <a:lvl5pPr lvl="4" algn="ctr">
              <a:spcBef>
                <a:spcPts val="0"/>
              </a:spcBef>
              <a:spcAft>
                <a:spcPts val="0"/>
              </a:spcAft>
              <a:buClr>
                <a:schemeClr val="lt1"/>
              </a:buClr>
              <a:buSzPts val="3200"/>
              <a:buFont typeface="Lato"/>
              <a:buNone/>
              <a:defRPr>
                <a:solidFill>
                  <a:schemeClr val="lt1"/>
                </a:solidFill>
                <a:latin typeface="Lato"/>
                <a:ea typeface="Lato"/>
                <a:cs typeface="Lato"/>
                <a:sym typeface="Lato"/>
              </a:defRPr>
            </a:lvl5pPr>
            <a:lvl6pPr lvl="5" algn="ctr">
              <a:spcBef>
                <a:spcPts val="0"/>
              </a:spcBef>
              <a:spcAft>
                <a:spcPts val="0"/>
              </a:spcAft>
              <a:buClr>
                <a:schemeClr val="lt1"/>
              </a:buClr>
              <a:buSzPts val="3200"/>
              <a:buFont typeface="Lato"/>
              <a:buNone/>
              <a:defRPr>
                <a:solidFill>
                  <a:schemeClr val="lt1"/>
                </a:solidFill>
                <a:latin typeface="Lato"/>
                <a:ea typeface="Lato"/>
                <a:cs typeface="Lato"/>
                <a:sym typeface="Lato"/>
              </a:defRPr>
            </a:lvl6pPr>
            <a:lvl7pPr lvl="6" algn="ctr">
              <a:spcBef>
                <a:spcPts val="0"/>
              </a:spcBef>
              <a:spcAft>
                <a:spcPts val="0"/>
              </a:spcAft>
              <a:buClr>
                <a:schemeClr val="lt1"/>
              </a:buClr>
              <a:buSzPts val="3200"/>
              <a:buFont typeface="Lato"/>
              <a:buNone/>
              <a:defRPr>
                <a:solidFill>
                  <a:schemeClr val="lt1"/>
                </a:solidFill>
                <a:latin typeface="Lato"/>
                <a:ea typeface="Lato"/>
                <a:cs typeface="Lato"/>
                <a:sym typeface="Lato"/>
              </a:defRPr>
            </a:lvl7pPr>
            <a:lvl8pPr lvl="7" algn="ctr">
              <a:spcBef>
                <a:spcPts val="0"/>
              </a:spcBef>
              <a:spcAft>
                <a:spcPts val="0"/>
              </a:spcAft>
              <a:buClr>
                <a:schemeClr val="lt1"/>
              </a:buClr>
              <a:buSzPts val="3200"/>
              <a:buFont typeface="Lato"/>
              <a:buNone/>
              <a:defRPr>
                <a:solidFill>
                  <a:schemeClr val="lt1"/>
                </a:solidFill>
                <a:latin typeface="Lato"/>
                <a:ea typeface="Lato"/>
                <a:cs typeface="Lato"/>
                <a:sym typeface="Lato"/>
              </a:defRPr>
            </a:lvl8pPr>
            <a:lvl9pPr lvl="8" algn="ctr">
              <a:spcBef>
                <a:spcPts val="0"/>
              </a:spcBef>
              <a:spcAft>
                <a:spcPts val="0"/>
              </a:spcAft>
              <a:buClr>
                <a:schemeClr val="lt1"/>
              </a:buClr>
              <a:buSzPts val="3200"/>
              <a:buFont typeface="Lato"/>
              <a:buNone/>
              <a:defRPr>
                <a:solidFill>
                  <a:schemeClr val="lt1"/>
                </a:solidFill>
                <a:latin typeface="Lato"/>
                <a:ea typeface="Lato"/>
                <a:cs typeface="Lato"/>
                <a:sym typeface="Lato"/>
              </a:defRPr>
            </a:lvl9pPr>
          </a:lstStyle>
          <a:p/>
        </p:txBody>
      </p:sp>
      <p:sp>
        <p:nvSpPr>
          <p:cNvPr id="13" name="Google Shape;13;p2"/>
          <p:cNvSpPr txBox="1"/>
          <p:nvPr>
            <p:ph idx="1" type="subTitle"/>
          </p:nvPr>
        </p:nvSpPr>
        <p:spPr>
          <a:xfrm>
            <a:off x="3096363" y="3266930"/>
            <a:ext cx="2951400" cy="701400"/>
          </a:xfrm>
          <a:prstGeom prst="rect">
            <a:avLst/>
          </a:prstGeom>
        </p:spPr>
        <p:txBody>
          <a:bodyPr anchorCtr="0" anchor="b" bIns="91425" lIns="91425" spcFirstLastPara="1" rIns="91425" wrap="square" tIns="91425">
            <a:normAutofit/>
          </a:bodyPr>
          <a:lstStyle>
            <a:lvl1pPr lvl="0" algn="ctr">
              <a:lnSpc>
                <a:spcPct val="100000"/>
              </a:lnSpc>
              <a:spcBef>
                <a:spcPts val="0"/>
              </a:spcBef>
              <a:spcAft>
                <a:spcPts val="0"/>
              </a:spcAft>
              <a:buClr>
                <a:schemeClr val="lt1"/>
              </a:buClr>
              <a:buSzPts val="1800"/>
              <a:buFont typeface="Playfair Display"/>
              <a:buNone/>
              <a:defRPr b="1">
                <a:solidFill>
                  <a:schemeClr val="lt1"/>
                </a:solidFill>
                <a:latin typeface="Playfair Display"/>
                <a:ea typeface="Playfair Display"/>
                <a:cs typeface="Playfair Display"/>
                <a:sym typeface="Playfair Display"/>
              </a:defRPr>
            </a:lvl1pPr>
            <a:lvl2pPr lvl="1"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2pPr>
            <a:lvl3pPr lvl="2"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3pPr>
            <a:lvl4pPr lvl="3"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4pPr>
            <a:lvl5pPr lvl="4"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5pPr>
            <a:lvl6pPr lvl="5"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6pPr>
            <a:lvl7pPr lvl="6"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7pPr>
            <a:lvl8pPr lvl="7"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8pPr>
            <a:lvl9pPr lvl="8"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9pPr>
          </a:lstStyle>
          <a:p/>
        </p:txBody>
      </p:sp>
      <p:sp>
        <p:nvSpPr>
          <p:cNvPr id="14" name="Google Shape;14;p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5" name="Shape 15"/>
        <p:cNvGrpSpPr/>
        <p:nvPr/>
      </p:nvGrpSpPr>
      <p:grpSpPr>
        <a:xfrm>
          <a:off x="0" y="0"/>
          <a:ext cx="0" cy="0"/>
          <a:chOff x="0" y="0"/>
          <a:chExt cx="0" cy="0"/>
        </a:xfrm>
      </p:grpSpPr>
      <p:sp>
        <p:nvSpPr>
          <p:cNvPr id="16" name="Google Shape;16;p3"/>
          <p:cNvSpPr txBox="1"/>
          <p:nvPr>
            <p:ph type="title"/>
          </p:nvPr>
        </p:nvSpPr>
        <p:spPr>
          <a:xfrm>
            <a:off x="509550" y="1423875"/>
            <a:ext cx="8124900" cy="17982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1pPr>
            <a:lvl2pPr lvl="1"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2pPr>
            <a:lvl3pPr lvl="2"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3pPr>
            <a:lvl4pPr lvl="3"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4pPr>
            <a:lvl5pPr lvl="4"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5pPr>
            <a:lvl6pPr lvl="5"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6pPr>
            <a:lvl7pPr lvl="6"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7pPr>
            <a:lvl8pPr lvl="7"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8pPr>
            <a:lvl9pPr lvl="8"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9pPr>
          </a:lstStyle>
          <a:p/>
        </p:txBody>
      </p:sp>
      <p:sp>
        <p:nvSpPr>
          <p:cNvPr id="17" name="Google Shape;17;p3"/>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a:off x="0" y="5045700"/>
            <a:ext cx="91440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txBox="1"/>
          <p:nvPr>
            <p:ph type="title"/>
          </p:nvPr>
        </p:nvSpPr>
        <p:spPr>
          <a:xfrm>
            <a:off x="311700" y="391350"/>
            <a:ext cx="8520600" cy="626100"/>
          </a:xfrm>
          <a:prstGeom prst="rect">
            <a:avLst/>
          </a:prstGeom>
        </p:spPr>
        <p:txBody>
          <a:bodyPr anchorCtr="0" anchor="t"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1" name="Google Shape;21;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 name="Google Shape;22;p4"/>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 name="Shape 23"/>
        <p:cNvGrpSpPr/>
        <p:nvPr/>
      </p:nvGrpSpPr>
      <p:grpSpPr>
        <a:xfrm>
          <a:off x="0" y="0"/>
          <a:ext cx="0" cy="0"/>
          <a:chOff x="0" y="0"/>
          <a:chExt cx="0" cy="0"/>
        </a:xfrm>
      </p:grpSpPr>
      <p:sp>
        <p:nvSpPr>
          <p:cNvPr id="24" name="Google Shape;24;p5"/>
          <p:cNvSpPr txBox="1"/>
          <p:nvPr>
            <p:ph type="title"/>
          </p:nvPr>
        </p:nvSpPr>
        <p:spPr>
          <a:xfrm>
            <a:off x="311700" y="391350"/>
            <a:ext cx="8520600" cy="626100"/>
          </a:xfrm>
          <a:prstGeom prst="rect">
            <a:avLst/>
          </a:prstGeom>
        </p:spPr>
        <p:txBody>
          <a:bodyPr anchorCtr="0" anchor="t"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5" name="Google Shape;25;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6"/>
          <p:cNvSpPr txBox="1"/>
          <p:nvPr>
            <p:ph type="title"/>
          </p:nvPr>
        </p:nvSpPr>
        <p:spPr>
          <a:xfrm>
            <a:off x="311700" y="391350"/>
            <a:ext cx="8520600" cy="626100"/>
          </a:xfrm>
          <a:prstGeom prst="rect">
            <a:avLst/>
          </a:prstGeom>
        </p:spPr>
        <p:txBody>
          <a:bodyPr anchorCtr="0" anchor="t"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30" name="Google Shape;30;p6"/>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1" name="Shape 31"/>
        <p:cNvGrpSpPr/>
        <p:nvPr/>
      </p:nvGrpSpPr>
      <p:grpSpPr>
        <a:xfrm>
          <a:off x="0" y="0"/>
          <a:ext cx="0" cy="0"/>
          <a:chOff x="0" y="0"/>
          <a:chExt cx="0" cy="0"/>
        </a:xfrm>
      </p:grpSpPr>
      <p:sp>
        <p:nvSpPr>
          <p:cNvPr id="32" name="Google Shape;32;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3" name="Google Shape;33;p7"/>
          <p:cNvSpPr txBox="1"/>
          <p:nvPr>
            <p:ph idx="1" type="body"/>
          </p:nvPr>
        </p:nvSpPr>
        <p:spPr>
          <a:xfrm>
            <a:off x="311700" y="1391378"/>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7"/>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2"/>
        </a:solidFill>
      </p:bgPr>
    </p:bg>
    <p:spTree>
      <p:nvGrpSpPr>
        <p:cNvPr id="35" name="Shape 35"/>
        <p:cNvGrpSpPr/>
        <p:nvPr/>
      </p:nvGrpSpPr>
      <p:grpSpPr>
        <a:xfrm>
          <a:off x="0" y="0"/>
          <a:ext cx="0" cy="0"/>
          <a:chOff x="0" y="0"/>
          <a:chExt cx="0" cy="0"/>
        </a:xfrm>
      </p:grpSpPr>
      <p:sp>
        <p:nvSpPr>
          <p:cNvPr id="36" name="Google Shape;36;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Font typeface="Lato"/>
              <a:buNone/>
              <a:defRPr b="0" sz="4800">
                <a:solidFill>
                  <a:schemeClr val="lt1"/>
                </a:solidFill>
                <a:latin typeface="Lato"/>
                <a:ea typeface="Lato"/>
                <a:cs typeface="Lato"/>
                <a:sym typeface="Lato"/>
              </a:defRPr>
            </a:lvl1pPr>
            <a:lvl2pPr lvl="1">
              <a:spcBef>
                <a:spcPts val="0"/>
              </a:spcBef>
              <a:spcAft>
                <a:spcPts val="0"/>
              </a:spcAft>
              <a:buClr>
                <a:schemeClr val="lt1"/>
              </a:buClr>
              <a:buSzPts val="4800"/>
              <a:buFont typeface="Lato"/>
              <a:buNone/>
              <a:defRPr b="0" sz="4800">
                <a:solidFill>
                  <a:schemeClr val="lt1"/>
                </a:solidFill>
                <a:latin typeface="Lato"/>
                <a:ea typeface="Lato"/>
                <a:cs typeface="Lato"/>
                <a:sym typeface="Lato"/>
              </a:defRPr>
            </a:lvl2pPr>
            <a:lvl3pPr lvl="2">
              <a:spcBef>
                <a:spcPts val="0"/>
              </a:spcBef>
              <a:spcAft>
                <a:spcPts val="0"/>
              </a:spcAft>
              <a:buClr>
                <a:schemeClr val="lt1"/>
              </a:buClr>
              <a:buSzPts val="4800"/>
              <a:buFont typeface="Lato"/>
              <a:buNone/>
              <a:defRPr b="0" sz="4800">
                <a:solidFill>
                  <a:schemeClr val="lt1"/>
                </a:solidFill>
                <a:latin typeface="Lato"/>
                <a:ea typeface="Lato"/>
                <a:cs typeface="Lato"/>
                <a:sym typeface="Lato"/>
              </a:defRPr>
            </a:lvl3pPr>
            <a:lvl4pPr lvl="3">
              <a:spcBef>
                <a:spcPts val="0"/>
              </a:spcBef>
              <a:spcAft>
                <a:spcPts val="0"/>
              </a:spcAft>
              <a:buClr>
                <a:schemeClr val="lt1"/>
              </a:buClr>
              <a:buSzPts val="4800"/>
              <a:buFont typeface="Lato"/>
              <a:buNone/>
              <a:defRPr b="0" sz="4800">
                <a:solidFill>
                  <a:schemeClr val="lt1"/>
                </a:solidFill>
                <a:latin typeface="Lato"/>
                <a:ea typeface="Lato"/>
                <a:cs typeface="Lato"/>
                <a:sym typeface="Lato"/>
              </a:defRPr>
            </a:lvl4pPr>
            <a:lvl5pPr lvl="4">
              <a:spcBef>
                <a:spcPts val="0"/>
              </a:spcBef>
              <a:spcAft>
                <a:spcPts val="0"/>
              </a:spcAft>
              <a:buClr>
                <a:schemeClr val="lt1"/>
              </a:buClr>
              <a:buSzPts val="4800"/>
              <a:buFont typeface="Lato"/>
              <a:buNone/>
              <a:defRPr b="0" sz="4800">
                <a:solidFill>
                  <a:schemeClr val="lt1"/>
                </a:solidFill>
                <a:latin typeface="Lato"/>
                <a:ea typeface="Lato"/>
                <a:cs typeface="Lato"/>
                <a:sym typeface="Lato"/>
              </a:defRPr>
            </a:lvl5pPr>
            <a:lvl6pPr lvl="5">
              <a:spcBef>
                <a:spcPts val="0"/>
              </a:spcBef>
              <a:spcAft>
                <a:spcPts val="0"/>
              </a:spcAft>
              <a:buClr>
                <a:schemeClr val="lt1"/>
              </a:buClr>
              <a:buSzPts val="4800"/>
              <a:buFont typeface="Lato"/>
              <a:buNone/>
              <a:defRPr b="0" sz="4800">
                <a:solidFill>
                  <a:schemeClr val="lt1"/>
                </a:solidFill>
                <a:latin typeface="Lato"/>
                <a:ea typeface="Lato"/>
                <a:cs typeface="Lato"/>
                <a:sym typeface="Lato"/>
              </a:defRPr>
            </a:lvl6pPr>
            <a:lvl7pPr lvl="6">
              <a:spcBef>
                <a:spcPts val="0"/>
              </a:spcBef>
              <a:spcAft>
                <a:spcPts val="0"/>
              </a:spcAft>
              <a:buClr>
                <a:schemeClr val="lt1"/>
              </a:buClr>
              <a:buSzPts val="4800"/>
              <a:buFont typeface="Lato"/>
              <a:buNone/>
              <a:defRPr b="0" sz="4800">
                <a:solidFill>
                  <a:schemeClr val="lt1"/>
                </a:solidFill>
                <a:latin typeface="Lato"/>
                <a:ea typeface="Lato"/>
                <a:cs typeface="Lato"/>
                <a:sym typeface="Lato"/>
              </a:defRPr>
            </a:lvl7pPr>
            <a:lvl8pPr lvl="7">
              <a:spcBef>
                <a:spcPts val="0"/>
              </a:spcBef>
              <a:spcAft>
                <a:spcPts val="0"/>
              </a:spcAft>
              <a:buClr>
                <a:schemeClr val="lt1"/>
              </a:buClr>
              <a:buSzPts val="4800"/>
              <a:buFont typeface="Lato"/>
              <a:buNone/>
              <a:defRPr b="0" sz="4800">
                <a:solidFill>
                  <a:schemeClr val="lt1"/>
                </a:solidFill>
                <a:latin typeface="Lato"/>
                <a:ea typeface="Lato"/>
                <a:cs typeface="Lato"/>
                <a:sym typeface="Lato"/>
              </a:defRPr>
            </a:lvl8pPr>
            <a:lvl9pPr lvl="8">
              <a:spcBef>
                <a:spcPts val="0"/>
              </a:spcBef>
              <a:spcAft>
                <a:spcPts val="0"/>
              </a:spcAft>
              <a:buClr>
                <a:schemeClr val="lt1"/>
              </a:buClr>
              <a:buSzPts val="4800"/>
              <a:buFont typeface="Lato"/>
              <a:buNone/>
              <a:defRPr b="0" sz="4800">
                <a:solidFill>
                  <a:schemeClr val="lt1"/>
                </a:solidFill>
                <a:latin typeface="Lato"/>
                <a:ea typeface="Lato"/>
                <a:cs typeface="Lato"/>
                <a:sym typeface="Lato"/>
              </a:defRPr>
            </a:lvl9pPr>
          </a:lstStyle>
          <a:p/>
        </p:txBody>
      </p:sp>
      <p:sp>
        <p:nvSpPr>
          <p:cNvPr id="37" name="Google Shape;37;p8"/>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8" name="Shape 38"/>
        <p:cNvGrpSpPr/>
        <p:nvPr/>
      </p:nvGrpSpPr>
      <p:grpSpPr>
        <a:xfrm>
          <a:off x="0" y="0"/>
          <a:ext cx="0" cy="0"/>
          <a:chOff x="0" y="0"/>
          <a:chExt cx="0" cy="0"/>
        </a:xfrm>
      </p:grpSpPr>
      <p:sp>
        <p:nvSpPr>
          <p:cNvPr id="39" name="Google Shape;39;p9"/>
          <p:cNvSpPr/>
          <p:nvPr/>
        </p:nvSpPr>
        <p:spPr>
          <a:xfrm>
            <a:off x="4572000" y="-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 name="Google Shape;40;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1" name="Google Shape;41;p9"/>
          <p:cNvSpPr txBox="1"/>
          <p:nvPr>
            <p:ph type="title"/>
          </p:nvPr>
        </p:nvSpPr>
        <p:spPr>
          <a:xfrm>
            <a:off x="265500" y="1107950"/>
            <a:ext cx="4045200" cy="16836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2" name="Google Shape;42;p9"/>
          <p:cNvSpPr txBox="1"/>
          <p:nvPr>
            <p:ph idx="1" type="subTitle"/>
          </p:nvPr>
        </p:nvSpPr>
        <p:spPr>
          <a:xfrm>
            <a:off x="265500" y="28452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4" name="Google Shape;44;p9"/>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10"/>
          <p:cNvSpPr txBox="1"/>
          <p:nvPr>
            <p:ph idx="1" type="body"/>
          </p:nvPr>
        </p:nvSpPr>
        <p:spPr>
          <a:xfrm>
            <a:off x="319500" y="423057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7" name="Google Shape;47;p10"/>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11"/>
          <p:cNvSpPr/>
          <p:nvPr/>
        </p:nvSpPr>
        <p:spPr>
          <a:xfrm>
            <a:off x="0" y="5045700"/>
            <a:ext cx="91440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11"/>
          <p:cNvSpPr txBox="1"/>
          <p:nvPr>
            <p:ph hasCustomPrompt="1" type="title"/>
          </p:nvPr>
        </p:nvSpPr>
        <p:spPr>
          <a:xfrm>
            <a:off x="311700" y="1233100"/>
            <a:ext cx="8520600" cy="1610100"/>
          </a:xfrm>
          <a:prstGeom prst="rect">
            <a:avLst/>
          </a:prstGeom>
        </p:spPr>
        <p:txBody>
          <a:bodyPr anchorCtr="0" anchor="b" bIns="91425" lIns="91425" spcFirstLastPara="1" rIns="91425" wrap="square" tIns="91425">
            <a:normAutofit/>
          </a:bodyPr>
          <a:lstStyle>
            <a:lvl1pPr lvl="0" algn="ctr">
              <a:spcBef>
                <a:spcPts val="0"/>
              </a:spcBef>
              <a:spcAft>
                <a:spcPts val="0"/>
              </a:spcAft>
              <a:buSzPts val="10000"/>
              <a:buFont typeface="Lato"/>
              <a:buNone/>
              <a:defRPr sz="10000">
                <a:latin typeface="Lato"/>
                <a:ea typeface="Lato"/>
                <a:cs typeface="Lato"/>
                <a:sym typeface="Lato"/>
              </a:defRPr>
            </a:lvl1pPr>
            <a:lvl2pPr lvl="1" algn="ctr">
              <a:spcBef>
                <a:spcPts val="0"/>
              </a:spcBef>
              <a:spcAft>
                <a:spcPts val="0"/>
              </a:spcAft>
              <a:buSzPts val="10000"/>
              <a:buFont typeface="Lato"/>
              <a:buNone/>
              <a:defRPr sz="10000">
                <a:latin typeface="Lato"/>
                <a:ea typeface="Lato"/>
                <a:cs typeface="Lato"/>
                <a:sym typeface="Lato"/>
              </a:defRPr>
            </a:lvl2pPr>
            <a:lvl3pPr lvl="2" algn="ctr">
              <a:spcBef>
                <a:spcPts val="0"/>
              </a:spcBef>
              <a:spcAft>
                <a:spcPts val="0"/>
              </a:spcAft>
              <a:buSzPts val="10000"/>
              <a:buFont typeface="Lato"/>
              <a:buNone/>
              <a:defRPr sz="10000">
                <a:latin typeface="Lato"/>
                <a:ea typeface="Lato"/>
                <a:cs typeface="Lato"/>
                <a:sym typeface="Lato"/>
              </a:defRPr>
            </a:lvl3pPr>
            <a:lvl4pPr lvl="3" algn="ctr">
              <a:spcBef>
                <a:spcPts val="0"/>
              </a:spcBef>
              <a:spcAft>
                <a:spcPts val="0"/>
              </a:spcAft>
              <a:buSzPts val="10000"/>
              <a:buFont typeface="Lato"/>
              <a:buNone/>
              <a:defRPr sz="10000">
                <a:latin typeface="Lato"/>
                <a:ea typeface="Lato"/>
                <a:cs typeface="Lato"/>
                <a:sym typeface="Lato"/>
              </a:defRPr>
            </a:lvl4pPr>
            <a:lvl5pPr lvl="4" algn="ctr">
              <a:spcBef>
                <a:spcPts val="0"/>
              </a:spcBef>
              <a:spcAft>
                <a:spcPts val="0"/>
              </a:spcAft>
              <a:buSzPts val="10000"/>
              <a:buFont typeface="Lato"/>
              <a:buNone/>
              <a:defRPr sz="10000">
                <a:latin typeface="Lato"/>
                <a:ea typeface="Lato"/>
                <a:cs typeface="Lato"/>
                <a:sym typeface="Lato"/>
              </a:defRPr>
            </a:lvl5pPr>
            <a:lvl6pPr lvl="5" algn="ctr">
              <a:spcBef>
                <a:spcPts val="0"/>
              </a:spcBef>
              <a:spcAft>
                <a:spcPts val="0"/>
              </a:spcAft>
              <a:buSzPts val="10000"/>
              <a:buFont typeface="Lato"/>
              <a:buNone/>
              <a:defRPr sz="10000">
                <a:latin typeface="Lato"/>
                <a:ea typeface="Lato"/>
                <a:cs typeface="Lato"/>
                <a:sym typeface="Lato"/>
              </a:defRPr>
            </a:lvl6pPr>
            <a:lvl7pPr lvl="6" algn="ctr">
              <a:spcBef>
                <a:spcPts val="0"/>
              </a:spcBef>
              <a:spcAft>
                <a:spcPts val="0"/>
              </a:spcAft>
              <a:buSzPts val="10000"/>
              <a:buFont typeface="Lato"/>
              <a:buNone/>
              <a:defRPr sz="10000">
                <a:latin typeface="Lato"/>
                <a:ea typeface="Lato"/>
                <a:cs typeface="Lato"/>
                <a:sym typeface="Lato"/>
              </a:defRPr>
            </a:lvl7pPr>
            <a:lvl8pPr lvl="7" algn="ctr">
              <a:spcBef>
                <a:spcPts val="0"/>
              </a:spcBef>
              <a:spcAft>
                <a:spcPts val="0"/>
              </a:spcAft>
              <a:buSzPts val="10000"/>
              <a:buFont typeface="Lato"/>
              <a:buNone/>
              <a:defRPr sz="10000">
                <a:latin typeface="Lato"/>
                <a:ea typeface="Lato"/>
                <a:cs typeface="Lato"/>
                <a:sym typeface="Lato"/>
              </a:defRPr>
            </a:lvl8pPr>
            <a:lvl9pPr lvl="8" algn="ctr">
              <a:spcBef>
                <a:spcPts val="0"/>
              </a:spcBef>
              <a:spcAft>
                <a:spcPts val="0"/>
              </a:spcAft>
              <a:buSzPts val="10000"/>
              <a:buFont typeface="Lato"/>
              <a:buNone/>
              <a:defRPr sz="10000">
                <a:latin typeface="Lato"/>
                <a:ea typeface="Lato"/>
                <a:cs typeface="Lato"/>
                <a:sym typeface="Lato"/>
              </a:defRPr>
            </a:lvl9pPr>
          </a:lstStyle>
          <a:p>
            <a:r>
              <a:t>xx%</a:t>
            </a:r>
          </a:p>
        </p:txBody>
      </p:sp>
      <p:sp>
        <p:nvSpPr>
          <p:cNvPr id="51" name="Google Shape;51;p11"/>
          <p:cNvSpPr txBox="1"/>
          <p:nvPr>
            <p:ph idx="1" type="body"/>
          </p:nvPr>
        </p:nvSpPr>
        <p:spPr>
          <a:xfrm>
            <a:off x="311700" y="2919450"/>
            <a:ext cx="85206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image layout" type="title">
  <p:cSld name="TITLE">
    <p:spTree>
      <p:nvGrpSpPr>
        <p:cNvPr id="59" name="Shape 59"/>
        <p:cNvGrpSpPr/>
        <p:nvPr/>
      </p:nvGrpSpPr>
      <p:grpSpPr>
        <a:xfrm>
          <a:off x="0" y="0"/>
          <a:ext cx="0" cy="0"/>
          <a:chOff x="0" y="0"/>
          <a:chExt cx="0" cy="0"/>
        </a:xfrm>
      </p:grpSpPr>
      <p:sp>
        <p:nvSpPr>
          <p:cNvPr id="60" name="Google Shape;60;p14"/>
          <p:cNvSpPr/>
          <p:nvPr>
            <p:ph idx="2" type="pic"/>
          </p:nvPr>
        </p:nvSpPr>
        <p:spPr>
          <a:xfrm>
            <a:off x="5034275" y="226500"/>
            <a:ext cx="3883200" cy="4690500"/>
          </a:xfrm>
          <a:prstGeom prst="rect">
            <a:avLst/>
          </a:prstGeom>
          <a:noFill/>
          <a:ln cap="flat" cmpd="sng" w="9525">
            <a:solidFill>
              <a:schemeClr val="dk1"/>
            </a:solidFill>
            <a:prstDash val="solid"/>
            <a:round/>
            <a:headEnd len="sm" w="sm" type="none"/>
            <a:tailEnd len="sm" w="sm" type="none"/>
          </a:ln>
        </p:spPr>
      </p:sp>
      <p:sp>
        <p:nvSpPr>
          <p:cNvPr id="61" name="Google Shape;61;p14"/>
          <p:cNvSpPr/>
          <p:nvPr>
            <p:ph idx="3" type="pic"/>
          </p:nvPr>
        </p:nvSpPr>
        <p:spPr>
          <a:xfrm>
            <a:off x="226525" y="2975750"/>
            <a:ext cx="4458900" cy="1941300"/>
          </a:xfrm>
          <a:prstGeom prst="rect">
            <a:avLst/>
          </a:prstGeom>
          <a:noFill/>
          <a:ln>
            <a:noFill/>
          </a:ln>
        </p:spPr>
      </p:sp>
      <p:sp>
        <p:nvSpPr>
          <p:cNvPr id="62" name="Google Shape;62;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3" name="Google Shape;63;p14"/>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SzPts val="600"/>
              <a:buNone/>
              <a:defRPr b="0" sz="6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4" name="Google Shape;64;p14"/>
          <p:cNvSpPr txBox="1"/>
          <p:nvPr>
            <p:ph idx="4" type="title"/>
          </p:nvPr>
        </p:nvSpPr>
        <p:spPr>
          <a:xfrm>
            <a:off x="3038125"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SzPts val="600"/>
              <a:buNone/>
              <a:defRPr b="0" sz="600"/>
            </a:lvl1pPr>
            <a:lvl2pPr lvl="1" algn="r">
              <a:spcBef>
                <a:spcPts val="0"/>
              </a:spcBef>
              <a:spcAft>
                <a:spcPts val="0"/>
              </a:spcAft>
              <a:buSzPts val="2800"/>
              <a:buNone/>
              <a:defRPr/>
            </a:lvl2pPr>
            <a:lvl3pPr lvl="2" algn="r">
              <a:spcBef>
                <a:spcPts val="0"/>
              </a:spcBef>
              <a:spcAft>
                <a:spcPts val="0"/>
              </a:spcAft>
              <a:buSzPts val="2800"/>
              <a:buNone/>
              <a:defRPr/>
            </a:lvl3pPr>
            <a:lvl4pPr lvl="3" algn="r">
              <a:spcBef>
                <a:spcPts val="0"/>
              </a:spcBef>
              <a:spcAft>
                <a:spcPts val="0"/>
              </a:spcAft>
              <a:buSzPts val="2800"/>
              <a:buNone/>
              <a:defRPr/>
            </a:lvl4pPr>
            <a:lvl5pPr lvl="4" algn="r">
              <a:spcBef>
                <a:spcPts val="0"/>
              </a:spcBef>
              <a:spcAft>
                <a:spcPts val="0"/>
              </a:spcAft>
              <a:buSzPts val="2800"/>
              <a:buNone/>
              <a:defRPr/>
            </a:lvl5pPr>
            <a:lvl6pPr lvl="5" algn="r">
              <a:spcBef>
                <a:spcPts val="0"/>
              </a:spcBef>
              <a:spcAft>
                <a:spcPts val="0"/>
              </a:spcAft>
              <a:buSzPts val="2800"/>
              <a:buNone/>
              <a:defRPr/>
            </a:lvl6pPr>
            <a:lvl7pPr lvl="6" algn="r">
              <a:spcBef>
                <a:spcPts val="0"/>
              </a:spcBef>
              <a:spcAft>
                <a:spcPts val="0"/>
              </a:spcAft>
              <a:buSzPts val="2800"/>
              <a:buNone/>
              <a:defRPr/>
            </a:lvl7pPr>
            <a:lvl8pPr lvl="7" algn="r">
              <a:spcBef>
                <a:spcPts val="0"/>
              </a:spcBef>
              <a:spcAft>
                <a:spcPts val="0"/>
              </a:spcAft>
              <a:buSzPts val="2800"/>
              <a:buNone/>
              <a:defRPr/>
            </a:lvl8pPr>
            <a:lvl9pPr lvl="8" algn="r">
              <a:spcBef>
                <a:spcPts val="0"/>
              </a:spcBef>
              <a:spcAft>
                <a:spcPts val="0"/>
              </a:spcAft>
              <a:buSzPts val="28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with details">
  <p:cSld name="TITLE_1">
    <p:spTree>
      <p:nvGrpSpPr>
        <p:cNvPr id="65" name="Shape 65"/>
        <p:cNvGrpSpPr/>
        <p:nvPr/>
      </p:nvGrpSpPr>
      <p:grpSpPr>
        <a:xfrm>
          <a:off x="0" y="0"/>
          <a:ext cx="0" cy="0"/>
          <a:chOff x="0" y="0"/>
          <a:chExt cx="0" cy="0"/>
        </a:xfrm>
      </p:grpSpPr>
      <p:sp>
        <p:nvSpPr>
          <p:cNvPr id="66" name="Google Shape;66;p15"/>
          <p:cNvSpPr/>
          <p:nvPr>
            <p:ph idx="2" type="pic"/>
          </p:nvPr>
        </p:nvSpPr>
        <p:spPr>
          <a:xfrm>
            <a:off x="5034275" y="226500"/>
            <a:ext cx="3883200" cy="4690500"/>
          </a:xfrm>
          <a:prstGeom prst="rect">
            <a:avLst/>
          </a:prstGeom>
          <a:noFill/>
          <a:ln cap="flat" cmpd="sng" w="9525">
            <a:solidFill>
              <a:schemeClr val="dk1"/>
            </a:solidFill>
            <a:prstDash val="solid"/>
            <a:round/>
            <a:headEnd len="sm" w="sm" type="none"/>
            <a:tailEnd len="sm" w="sm" type="none"/>
          </a:ln>
        </p:spPr>
      </p:sp>
      <p:sp>
        <p:nvSpPr>
          <p:cNvPr id="67" name="Google Shape;67;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68" name="Google Shape;68;p15"/>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SzPts val="600"/>
              <a:buNone/>
              <a:defRPr b="0" sz="6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9" name="Google Shape;69;p15"/>
          <p:cNvSpPr txBox="1"/>
          <p:nvPr>
            <p:ph idx="3" type="title"/>
          </p:nvPr>
        </p:nvSpPr>
        <p:spPr>
          <a:xfrm>
            <a:off x="3038125"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SzPts val="600"/>
              <a:buNone/>
              <a:defRPr b="0" sz="600"/>
            </a:lvl1pPr>
            <a:lvl2pPr lvl="1" algn="r">
              <a:spcBef>
                <a:spcPts val="0"/>
              </a:spcBef>
              <a:spcAft>
                <a:spcPts val="0"/>
              </a:spcAft>
              <a:buSzPts val="2800"/>
              <a:buNone/>
              <a:defRPr/>
            </a:lvl2pPr>
            <a:lvl3pPr lvl="2" algn="r">
              <a:spcBef>
                <a:spcPts val="0"/>
              </a:spcBef>
              <a:spcAft>
                <a:spcPts val="0"/>
              </a:spcAft>
              <a:buSzPts val="2800"/>
              <a:buNone/>
              <a:defRPr/>
            </a:lvl3pPr>
            <a:lvl4pPr lvl="3" algn="r">
              <a:spcBef>
                <a:spcPts val="0"/>
              </a:spcBef>
              <a:spcAft>
                <a:spcPts val="0"/>
              </a:spcAft>
              <a:buSzPts val="2800"/>
              <a:buNone/>
              <a:defRPr/>
            </a:lvl4pPr>
            <a:lvl5pPr lvl="4" algn="r">
              <a:spcBef>
                <a:spcPts val="0"/>
              </a:spcBef>
              <a:spcAft>
                <a:spcPts val="0"/>
              </a:spcAft>
              <a:buSzPts val="2800"/>
              <a:buNone/>
              <a:defRPr/>
            </a:lvl5pPr>
            <a:lvl6pPr lvl="5" algn="r">
              <a:spcBef>
                <a:spcPts val="0"/>
              </a:spcBef>
              <a:spcAft>
                <a:spcPts val="0"/>
              </a:spcAft>
              <a:buSzPts val="2800"/>
              <a:buNone/>
              <a:defRPr/>
            </a:lvl6pPr>
            <a:lvl7pPr lvl="6" algn="r">
              <a:spcBef>
                <a:spcPts val="0"/>
              </a:spcBef>
              <a:spcAft>
                <a:spcPts val="0"/>
              </a:spcAft>
              <a:buSzPts val="2800"/>
              <a:buNone/>
              <a:defRPr/>
            </a:lvl7pPr>
            <a:lvl8pPr lvl="7" algn="r">
              <a:spcBef>
                <a:spcPts val="0"/>
              </a:spcBef>
              <a:spcAft>
                <a:spcPts val="0"/>
              </a:spcAft>
              <a:buSzPts val="2800"/>
              <a:buNone/>
              <a:defRPr/>
            </a:lvl8pPr>
            <a:lvl9pPr lvl="8" algn="r">
              <a:spcBef>
                <a:spcPts val="0"/>
              </a:spcBef>
              <a:spcAft>
                <a:spcPts val="0"/>
              </a:spcAft>
              <a:buSzPts val="2800"/>
              <a:buNone/>
              <a:defRPr/>
            </a:lvl9pPr>
          </a:lstStyle>
          <a:p/>
        </p:txBody>
      </p:sp>
      <p:sp>
        <p:nvSpPr>
          <p:cNvPr id="70" name="Google Shape;70;p15"/>
          <p:cNvSpPr txBox="1"/>
          <p:nvPr>
            <p:ph idx="4" type="title"/>
          </p:nvPr>
        </p:nvSpPr>
        <p:spPr>
          <a:xfrm>
            <a:off x="226525" y="630625"/>
            <a:ext cx="4458900" cy="20889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7300"/>
              <a:buNone/>
              <a:defRPr sz="73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1" name="Google Shape;71;p15"/>
          <p:cNvSpPr txBox="1"/>
          <p:nvPr>
            <p:ph idx="1" type="body"/>
          </p:nvPr>
        </p:nvSpPr>
        <p:spPr>
          <a:xfrm>
            <a:off x="266700" y="4099025"/>
            <a:ext cx="4458900" cy="847500"/>
          </a:xfrm>
          <a:prstGeom prst="rect">
            <a:avLst/>
          </a:prstGeom>
        </p:spPr>
        <p:txBody>
          <a:bodyPr anchorCtr="0" anchor="b" bIns="91425" lIns="91425" spcFirstLastPara="1" rIns="91425" wrap="square" tIns="91425">
            <a:noAutofit/>
          </a:bodyPr>
          <a:lstStyle>
            <a:lvl1pPr indent="-330200" lvl="0" marL="457200">
              <a:lnSpc>
                <a:spcPct val="90000"/>
              </a:lnSpc>
              <a:spcBef>
                <a:spcPts val="0"/>
              </a:spcBef>
              <a:spcAft>
                <a:spcPts val="0"/>
              </a:spcAft>
              <a:buSzPts val="1600"/>
              <a:buChar char="●"/>
              <a:defRPr sz="1600"/>
            </a:lvl1pPr>
            <a:lvl2pPr indent="-330200" lvl="1" marL="914400">
              <a:lnSpc>
                <a:spcPct val="90000"/>
              </a:lnSpc>
              <a:spcBef>
                <a:spcPts val="0"/>
              </a:spcBef>
              <a:spcAft>
                <a:spcPts val="0"/>
              </a:spcAft>
              <a:buSzPts val="1600"/>
              <a:buChar char="○"/>
              <a:defRPr sz="1600"/>
            </a:lvl2pPr>
            <a:lvl3pPr indent="-330200" lvl="2" marL="1371600">
              <a:lnSpc>
                <a:spcPct val="90000"/>
              </a:lnSpc>
              <a:spcBef>
                <a:spcPts val="0"/>
              </a:spcBef>
              <a:spcAft>
                <a:spcPts val="0"/>
              </a:spcAft>
              <a:buSzPts val="1600"/>
              <a:buChar char="■"/>
              <a:defRPr sz="1600"/>
            </a:lvl3pPr>
            <a:lvl4pPr indent="-330200" lvl="3" marL="1828800">
              <a:lnSpc>
                <a:spcPct val="90000"/>
              </a:lnSpc>
              <a:spcBef>
                <a:spcPts val="0"/>
              </a:spcBef>
              <a:spcAft>
                <a:spcPts val="0"/>
              </a:spcAft>
              <a:buSzPts val="1600"/>
              <a:buChar char="●"/>
              <a:defRPr sz="1600"/>
            </a:lvl4pPr>
            <a:lvl5pPr indent="-330200" lvl="4" marL="2286000">
              <a:lnSpc>
                <a:spcPct val="90000"/>
              </a:lnSpc>
              <a:spcBef>
                <a:spcPts val="0"/>
              </a:spcBef>
              <a:spcAft>
                <a:spcPts val="0"/>
              </a:spcAft>
              <a:buSzPts val="1600"/>
              <a:buChar char="○"/>
              <a:defRPr sz="1600"/>
            </a:lvl5pPr>
            <a:lvl6pPr indent="-330200" lvl="5" marL="2743200">
              <a:lnSpc>
                <a:spcPct val="90000"/>
              </a:lnSpc>
              <a:spcBef>
                <a:spcPts val="0"/>
              </a:spcBef>
              <a:spcAft>
                <a:spcPts val="0"/>
              </a:spcAft>
              <a:buSzPts val="1600"/>
              <a:buChar char="■"/>
              <a:defRPr sz="1600"/>
            </a:lvl6pPr>
            <a:lvl7pPr indent="-330200" lvl="6" marL="3200400">
              <a:lnSpc>
                <a:spcPct val="90000"/>
              </a:lnSpc>
              <a:spcBef>
                <a:spcPts val="0"/>
              </a:spcBef>
              <a:spcAft>
                <a:spcPts val="0"/>
              </a:spcAft>
              <a:buSzPts val="1600"/>
              <a:buChar char="●"/>
              <a:defRPr sz="1600"/>
            </a:lvl7pPr>
            <a:lvl8pPr indent="-330200" lvl="7" marL="3657600">
              <a:lnSpc>
                <a:spcPct val="90000"/>
              </a:lnSpc>
              <a:spcBef>
                <a:spcPts val="0"/>
              </a:spcBef>
              <a:spcAft>
                <a:spcPts val="0"/>
              </a:spcAft>
              <a:buSzPts val="1600"/>
              <a:buChar char="○"/>
              <a:defRPr sz="1600"/>
            </a:lvl8pPr>
            <a:lvl9pPr indent="-330200" lvl="8" marL="4114800">
              <a:lnSpc>
                <a:spcPct val="90000"/>
              </a:lnSpc>
              <a:spcBef>
                <a:spcPts val="0"/>
              </a:spcBef>
              <a:spcAft>
                <a:spcPts val="0"/>
              </a:spcAft>
              <a:buSzPts val="1600"/>
              <a:buChar char="■"/>
              <a:defRPr sz="16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_1_2">
    <p:spTree>
      <p:nvGrpSpPr>
        <p:cNvPr id="72" name="Shape 72"/>
        <p:cNvGrpSpPr/>
        <p:nvPr/>
      </p:nvGrpSpPr>
      <p:grpSpPr>
        <a:xfrm>
          <a:off x="0" y="0"/>
          <a:ext cx="0" cy="0"/>
          <a:chOff x="0" y="0"/>
          <a:chExt cx="0" cy="0"/>
        </a:xfrm>
      </p:grpSpPr>
      <p:sp>
        <p:nvSpPr>
          <p:cNvPr id="73" name="Google Shape;73;p16"/>
          <p:cNvSpPr/>
          <p:nvPr>
            <p:ph idx="2" type="pic"/>
          </p:nvPr>
        </p:nvSpPr>
        <p:spPr>
          <a:xfrm>
            <a:off x="5034275" y="226500"/>
            <a:ext cx="3883200" cy="4690500"/>
          </a:xfrm>
          <a:prstGeom prst="rect">
            <a:avLst/>
          </a:prstGeom>
          <a:noFill/>
          <a:ln cap="flat" cmpd="sng" w="9525">
            <a:solidFill>
              <a:schemeClr val="dk1"/>
            </a:solidFill>
            <a:prstDash val="solid"/>
            <a:round/>
            <a:headEnd len="sm" w="sm" type="none"/>
            <a:tailEnd len="sm" w="sm" type="none"/>
          </a:ln>
        </p:spPr>
      </p:sp>
      <p:sp>
        <p:nvSpPr>
          <p:cNvPr id="74" name="Google Shape;74;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75" name="Google Shape;75;p16"/>
          <p:cNvSpPr txBox="1"/>
          <p:nvPr>
            <p:ph type="title"/>
          </p:nvPr>
        </p:nvSpPr>
        <p:spPr>
          <a:xfrm>
            <a:off x="226525" y="630625"/>
            <a:ext cx="4458900" cy="20889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7300"/>
              <a:buNone/>
              <a:defRPr sz="73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_1_1">
    <p:spTree>
      <p:nvGrpSpPr>
        <p:cNvPr id="76" name="Shape 76"/>
        <p:cNvGrpSpPr/>
        <p:nvPr/>
      </p:nvGrpSpPr>
      <p:grpSpPr>
        <a:xfrm>
          <a:off x="0" y="0"/>
          <a:ext cx="0" cy="0"/>
          <a:chOff x="0" y="0"/>
          <a:chExt cx="0" cy="0"/>
        </a:xfrm>
      </p:grpSpPr>
      <p:sp>
        <p:nvSpPr>
          <p:cNvPr id="77" name="Google Shape;77;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78" name="Google Shape;78;p17"/>
          <p:cNvSpPr txBox="1"/>
          <p:nvPr>
            <p:ph type="title"/>
          </p:nvPr>
        </p:nvSpPr>
        <p:spPr>
          <a:xfrm>
            <a:off x="226525" y="630625"/>
            <a:ext cx="4458900" cy="20889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7300"/>
              <a:buNone/>
              <a:defRPr sz="73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9" name="Google Shape;79;p17"/>
          <p:cNvSpPr txBox="1"/>
          <p:nvPr>
            <p:ph idx="1" type="body"/>
          </p:nvPr>
        </p:nvSpPr>
        <p:spPr>
          <a:xfrm>
            <a:off x="226525" y="2857625"/>
            <a:ext cx="4458900" cy="2088900"/>
          </a:xfrm>
          <a:prstGeom prst="rect">
            <a:avLst/>
          </a:prstGeom>
        </p:spPr>
        <p:txBody>
          <a:bodyPr anchorCtr="0" anchor="b" bIns="91425" lIns="91425" spcFirstLastPara="1" rIns="91425" wrap="square" tIns="91425">
            <a:noAutofit/>
          </a:bodyPr>
          <a:lstStyle>
            <a:lvl1pPr indent="-330200" lvl="0" marL="457200">
              <a:lnSpc>
                <a:spcPct val="90000"/>
              </a:lnSpc>
              <a:spcBef>
                <a:spcPts val="0"/>
              </a:spcBef>
              <a:spcAft>
                <a:spcPts val="0"/>
              </a:spcAft>
              <a:buSzPts val="1600"/>
              <a:buChar char="●"/>
              <a:defRPr sz="1600"/>
            </a:lvl1pPr>
            <a:lvl2pPr indent="-330200" lvl="1" marL="914400">
              <a:lnSpc>
                <a:spcPct val="90000"/>
              </a:lnSpc>
              <a:spcBef>
                <a:spcPts val="0"/>
              </a:spcBef>
              <a:spcAft>
                <a:spcPts val="0"/>
              </a:spcAft>
              <a:buSzPts val="1600"/>
              <a:buChar char="○"/>
              <a:defRPr sz="1600"/>
            </a:lvl2pPr>
            <a:lvl3pPr indent="-330200" lvl="2" marL="1371600">
              <a:lnSpc>
                <a:spcPct val="90000"/>
              </a:lnSpc>
              <a:spcBef>
                <a:spcPts val="0"/>
              </a:spcBef>
              <a:spcAft>
                <a:spcPts val="0"/>
              </a:spcAft>
              <a:buSzPts val="1600"/>
              <a:buChar char="■"/>
              <a:defRPr sz="1600"/>
            </a:lvl3pPr>
            <a:lvl4pPr indent="-330200" lvl="3" marL="1828800">
              <a:lnSpc>
                <a:spcPct val="90000"/>
              </a:lnSpc>
              <a:spcBef>
                <a:spcPts val="0"/>
              </a:spcBef>
              <a:spcAft>
                <a:spcPts val="0"/>
              </a:spcAft>
              <a:buSzPts val="1600"/>
              <a:buChar char="●"/>
              <a:defRPr sz="1600"/>
            </a:lvl4pPr>
            <a:lvl5pPr indent="-330200" lvl="4" marL="2286000">
              <a:lnSpc>
                <a:spcPct val="90000"/>
              </a:lnSpc>
              <a:spcBef>
                <a:spcPts val="0"/>
              </a:spcBef>
              <a:spcAft>
                <a:spcPts val="0"/>
              </a:spcAft>
              <a:buSzPts val="1600"/>
              <a:buChar char="○"/>
              <a:defRPr sz="1600"/>
            </a:lvl5pPr>
            <a:lvl6pPr indent="-330200" lvl="5" marL="2743200">
              <a:lnSpc>
                <a:spcPct val="90000"/>
              </a:lnSpc>
              <a:spcBef>
                <a:spcPts val="0"/>
              </a:spcBef>
              <a:spcAft>
                <a:spcPts val="0"/>
              </a:spcAft>
              <a:buSzPts val="1600"/>
              <a:buChar char="■"/>
              <a:defRPr sz="1600"/>
            </a:lvl6pPr>
            <a:lvl7pPr indent="-330200" lvl="6" marL="3200400">
              <a:lnSpc>
                <a:spcPct val="90000"/>
              </a:lnSpc>
              <a:spcBef>
                <a:spcPts val="0"/>
              </a:spcBef>
              <a:spcAft>
                <a:spcPts val="0"/>
              </a:spcAft>
              <a:buSzPts val="1600"/>
              <a:buChar char="●"/>
              <a:defRPr sz="1600"/>
            </a:lvl7pPr>
            <a:lvl8pPr indent="-330200" lvl="7" marL="3657600">
              <a:lnSpc>
                <a:spcPct val="90000"/>
              </a:lnSpc>
              <a:spcBef>
                <a:spcPts val="0"/>
              </a:spcBef>
              <a:spcAft>
                <a:spcPts val="0"/>
              </a:spcAft>
              <a:buSzPts val="1600"/>
              <a:buChar char="○"/>
              <a:defRPr sz="1600"/>
            </a:lvl8pPr>
            <a:lvl9pPr indent="-330200" lvl="8" marL="4114800">
              <a:lnSpc>
                <a:spcPct val="90000"/>
              </a:lnSpc>
              <a:spcBef>
                <a:spcPts val="0"/>
              </a:spcBef>
              <a:spcAft>
                <a:spcPts val="0"/>
              </a:spcAft>
              <a:buSzPts val="1600"/>
              <a:buChar char="■"/>
              <a:defRPr sz="16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type="secHead">
  <p:cSld name="SECTION_HEADER">
    <p:spTree>
      <p:nvGrpSpPr>
        <p:cNvPr id="80" name="Shape 80"/>
        <p:cNvGrpSpPr/>
        <p:nvPr/>
      </p:nvGrpSpPr>
      <p:grpSpPr>
        <a:xfrm>
          <a:off x="0" y="0"/>
          <a:ext cx="0" cy="0"/>
          <a:chOff x="0" y="0"/>
          <a:chExt cx="0" cy="0"/>
        </a:xfrm>
      </p:grpSpPr>
      <p:sp>
        <p:nvSpPr>
          <p:cNvPr id="81" name="Google Shape;81;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82" name="Google Shape;82;p18"/>
          <p:cNvSpPr txBox="1"/>
          <p:nvPr>
            <p:ph idx="1" type="body"/>
          </p:nvPr>
        </p:nvSpPr>
        <p:spPr>
          <a:xfrm>
            <a:off x="6325910" y="2621103"/>
            <a:ext cx="2612700" cy="2201100"/>
          </a:xfrm>
          <a:prstGeom prst="rect">
            <a:avLst/>
          </a:prstGeom>
        </p:spPr>
        <p:txBody>
          <a:bodyPr anchorCtr="0" anchor="ctr" bIns="91425" lIns="91425" spcFirstLastPara="1" rIns="91425" wrap="square" tIns="91425">
            <a:noAutofit/>
          </a:bodyPr>
          <a:lstStyle>
            <a:lvl1pPr indent="-330200" lvl="0" marL="457200" algn="r">
              <a:spcBef>
                <a:spcPts val="0"/>
              </a:spcBef>
              <a:spcAft>
                <a:spcPts val="0"/>
              </a:spcAft>
              <a:buSzPts val="1600"/>
              <a:buFont typeface="Inter Medium"/>
              <a:buChar char="●"/>
              <a:defRPr sz="1600">
                <a:latin typeface="Inter Medium"/>
                <a:ea typeface="Inter Medium"/>
                <a:cs typeface="Inter Medium"/>
                <a:sym typeface="Inter Medium"/>
              </a:defRPr>
            </a:lvl1pPr>
            <a:lvl2pPr indent="-330200" lvl="1" marL="914400" algn="r">
              <a:spcBef>
                <a:spcPts val="0"/>
              </a:spcBef>
              <a:spcAft>
                <a:spcPts val="0"/>
              </a:spcAft>
              <a:buSzPts val="1600"/>
              <a:buFont typeface="Inter Medium"/>
              <a:buChar char="○"/>
              <a:defRPr sz="1600">
                <a:latin typeface="Inter Medium"/>
                <a:ea typeface="Inter Medium"/>
                <a:cs typeface="Inter Medium"/>
                <a:sym typeface="Inter Medium"/>
              </a:defRPr>
            </a:lvl2pPr>
            <a:lvl3pPr indent="-330200" lvl="2" marL="1371600" algn="r">
              <a:spcBef>
                <a:spcPts val="0"/>
              </a:spcBef>
              <a:spcAft>
                <a:spcPts val="0"/>
              </a:spcAft>
              <a:buSzPts val="1600"/>
              <a:buFont typeface="Inter Medium"/>
              <a:buChar char="■"/>
              <a:defRPr sz="1600">
                <a:latin typeface="Inter Medium"/>
                <a:ea typeface="Inter Medium"/>
                <a:cs typeface="Inter Medium"/>
                <a:sym typeface="Inter Medium"/>
              </a:defRPr>
            </a:lvl3pPr>
            <a:lvl4pPr indent="-330200" lvl="3" marL="1828800" algn="r">
              <a:spcBef>
                <a:spcPts val="0"/>
              </a:spcBef>
              <a:spcAft>
                <a:spcPts val="0"/>
              </a:spcAft>
              <a:buSzPts val="1600"/>
              <a:buFont typeface="Inter Medium"/>
              <a:buChar char="●"/>
              <a:defRPr sz="1600">
                <a:latin typeface="Inter Medium"/>
                <a:ea typeface="Inter Medium"/>
                <a:cs typeface="Inter Medium"/>
                <a:sym typeface="Inter Medium"/>
              </a:defRPr>
            </a:lvl4pPr>
            <a:lvl5pPr indent="-330200" lvl="4" marL="2286000" algn="r">
              <a:spcBef>
                <a:spcPts val="0"/>
              </a:spcBef>
              <a:spcAft>
                <a:spcPts val="0"/>
              </a:spcAft>
              <a:buSzPts val="1600"/>
              <a:buFont typeface="Inter Medium"/>
              <a:buChar char="○"/>
              <a:defRPr sz="1600">
                <a:latin typeface="Inter Medium"/>
                <a:ea typeface="Inter Medium"/>
                <a:cs typeface="Inter Medium"/>
                <a:sym typeface="Inter Medium"/>
              </a:defRPr>
            </a:lvl5pPr>
            <a:lvl6pPr indent="-330200" lvl="5" marL="2743200" algn="r">
              <a:spcBef>
                <a:spcPts val="0"/>
              </a:spcBef>
              <a:spcAft>
                <a:spcPts val="0"/>
              </a:spcAft>
              <a:buSzPts val="1600"/>
              <a:buFont typeface="Inter Medium"/>
              <a:buChar char="■"/>
              <a:defRPr sz="1600">
                <a:latin typeface="Inter Medium"/>
                <a:ea typeface="Inter Medium"/>
                <a:cs typeface="Inter Medium"/>
                <a:sym typeface="Inter Medium"/>
              </a:defRPr>
            </a:lvl6pPr>
            <a:lvl7pPr indent="-330200" lvl="6" marL="3200400" algn="r">
              <a:spcBef>
                <a:spcPts val="0"/>
              </a:spcBef>
              <a:spcAft>
                <a:spcPts val="0"/>
              </a:spcAft>
              <a:buSzPts val="1600"/>
              <a:buFont typeface="Inter Medium"/>
              <a:buChar char="●"/>
              <a:defRPr sz="1600">
                <a:latin typeface="Inter Medium"/>
                <a:ea typeface="Inter Medium"/>
                <a:cs typeface="Inter Medium"/>
                <a:sym typeface="Inter Medium"/>
              </a:defRPr>
            </a:lvl7pPr>
            <a:lvl8pPr indent="-330200" lvl="7" marL="3657600" algn="r">
              <a:spcBef>
                <a:spcPts val="0"/>
              </a:spcBef>
              <a:spcAft>
                <a:spcPts val="0"/>
              </a:spcAft>
              <a:buSzPts val="1600"/>
              <a:buFont typeface="Inter Medium"/>
              <a:buChar char="○"/>
              <a:defRPr sz="1600">
                <a:latin typeface="Inter Medium"/>
                <a:ea typeface="Inter Medium"/>
                <a:cs typeface="Inter Medium"/>
                <a:sym typeface="Inter Medium"/>
              </a:defRPr>
            </a:lvl8pPr>
            <a:lvl9pPr indent="-330200" lvl="8" marL="4114800" algn="r">
              <a:spcBef>
                <a:spcPts val="0"/>
              </a:spcBef>
              <a:spcAft>
                <a:spcPts val="0"/>
              </a:spcAft>
              <a:buSzPts val="1600"/>
              <a:buFont typeface="Inter Medium"/>
              <a:buChar char="■"/>
              <a:defRPr sz="1600">
                <a:latin typeface="Inter Medium"/>
                <a:ea typeface="Inter Medium"/>
                <a:cs typeface="Inter Medium"/>
                <a:sym typeface="Inter Medium"/>
              </a:defRPr>
            </a:lvl9pPr>
          </a:lstStyle>
          <a:p/>
        </p:txBody>
      </p:sp>
      <p:sp>
        <p:nvSpPr>
          <p:cNvPr id="83" name="Google Shape;83;p18"/>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SzPts val="600"/>
              <a:buNone/>
              <a:defRPr b="0" sz="6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4" name="Google Shape;84;p18"/>
          <p:cNvSpPr txBox="1"/>
          <p:nvPr>
            <p:ph idx="2" type="title"/>
          </p:nvPr>
        </p:nvSpPr>
        <p:spPr>
          <a:xfrm>
            <a:off x="7234267"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SzPts val="600"/>
              <a:buNone/>
              <a:defRPr b="0" sz="600"/>
            </a:lvl1pPr>
            <a:lvl2pPr lvl="1" algn="r">
              <a:spcBef>
                <a:spcPts val="0"/>
              </a:spcBef>
              <a:spcAft>
                <a:spcPts val="0"/>
              </a:spcAft>
              <a:buSzPts val="2800"/>
              <a:buNone/>
              <a:defRPr/>
            </a:lvl2pPr>
            <a:lvl3pPr lvl="2" algn="r">
              <a:spcBef>
                <a:spcPts val="0"/>
              </a:spcBef>
              <a:spcAft>
                <a:spcPts val="0"/>
              </a:spcAft>
              <a:buSzPts val="2800"/>
              <a:buNone/>
              <a:defRPr/>
            </a:lvl3pPr>
            <a:lvl4pPr lvl="3" algn="r">
              <a:spcBef>
                <a:spcPts val="0"/>
              </a:spcBef>
              <a:spcAft>
                <a:spcPts val="0"/>
              </a:spcAft>
              <a:buSzPts val="2800"/>
              <a:buNone/>
              <a:defRPr/>
            </a:lvl4pPr>
            <a:lvl5pPr lvl="4" algn="r">
              <a:spcBef>
                <a:spcPts val="0"/>
              </a:spcBef>
              <a:spcAft>
                <a:spcPts val="0"/>
              </a:spcAft>
              <a:buSzPts val="2800"/>
              <a:buNone/>
              <a:defRPr/>
            </a:lvl5pPr>
            <a:lvl6pPr lvl="5" algn="r">
              <a:spcBef>
                <a:spcPts val="0"/>
              </a:spcBef>
              <a:spcAft>
                <a:spcPts val="0"/>
              </a:spcAft>
              <a:buSzPts val="2800"/>
              <a:buNone/>
              <a:defRPr/>
            </a:lvl6pPr>
            <a:lvl7pPr lvl="6" algn="r">
              <a:spcBef>
                <a:spcPts val="0"/>
              </a:spcBef>
              <a:spcAft>
                <a:spcPts val="0"/>
              </a:spcAft>
              <a:buSzPts val="2800"/>
              <a:buNone/>
              <a:defRPr/>
            </a:lvl7pPr>
            <a:lvl8pPr lvl="7" algn="r">
              <a:spcBef>
                <a:spcPts val="0"/>
              </a:spcBef>
              <a:spcAft>
                <a:spcPts val="0"/>
              </a:spcAft>
              <a:buSzPts val="2800"/>
              <a:buNone/>
              <a:defRPr/>
            </a:lvl8pPr>
            <a:lvl9pPr lvl="8" algn="r">
              <a:spcBef>
                <a:spcPts val="0"/>
              </a:spcBef>
              <a:spcAft>
                <a:spcPts val="0"/>
              </a:spcAft>
              <a:buSzPts val="2800"/>
              <a:buNone/>
              <a:defRPr/>
            </a:lvl9pPr>
          </a:lstStyle>
          <a:p/>
        </p:txBody>
      </p:sp>
      <p:sp>
        <p:nvSpPr>
          <p:cNvPr id="85" name="Google Shape;85;p18"/>
          <p:cNvSpPr txBox="1"/>
          <p:nvPr>
            <p:ph idx="3" type="body"/>
          </p:nvPr>
        </p:nvSpPr>
        <p:spPr>
          <a:xfrm>
            <a:off x="226525" y="2621103"/>
            <a:ext cx="336600" cy="22011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SzPts val="1600"/>
              <a:buFont typeface="Inter Medium"/>
              <a:buChar char="●"/>
              <a:defRPr sz="1600">
                <a:latin typeface="Inter Medium"/>
                <a:ea typeface="Inter Medium"/>
                <a:cs typeface="Inter Medium"/>
                <a:sym typeface="Inter Medium"/>
              </a:defRPr>
            </a:lvl1pPr>
            <a:lvl2pPr indent="-330200" lvl="1" marL="914400">
              <a:spcBef>
                <a:spcPts val="0"/>
              </a:spcBef>
              <a:spcAft>
                <a:spcPts val="0"/>
              </a:spcAft>
              <a:buSzPts val="1600"/>
              <a:buFont typeface="Inter Medium"/>
              <a:buChar char="○"/>
              <a:defRPr sz="1600">
                <a:latin typeface="Inter Medium"/>
                <a:ea typeface="Inter Medium"/>
                <a:cs typeface="Inter Medium"/>
                <a:sym typeface="Inter Medium"/>
              </a:defRPr>
            </a:lvl2pPr>
            <a:lvl3pPr indent="-330200" lvl="2" marL="1371600">
              <a:spcBef>
                <a:spcPts val="0"/>
              </a:spcBef>
              <a:spcAft>
                <a:spcPts val="0"/>
              </a:spcAft>
              <a:buSzPts val="1600"/>
              <a:buFont typeface="Inter Medium"/>
              <a:buChar char="■"/>
              <a:defRPr sz="1600">
                <a:latin typeface="Inter Medium"/>
                <a:ea typeface="Inter Medium"/>
                <a:cs typeface="Inter Medium"/>
                <a:sym typeface="Inter Medium"/>
              </a:defRPr>
            </a:lvl3pPr>
            <a:lvl4pPr indent="-330200" lvl="3" marL="1828800">
              <a:spcBef>
                <a:spcPts val="0"/>
              </a:spcBef>
              <a:spcAft>
                <a:spcPts val="0"/>
              </a:spcAft>
              <a:buSzPts val="1600"/>
              <a:buFont typeface="Inter Medium"/>
              <a:buChar char="●"/>
              <a:defRPr sz="1600">
                <a:latin typeface="Inter Medium"/>
                <a:ea typeface="Inter Medium"/>
                <a:cs typeface="Inter Medium"/>
                <a:sym typeface="Inter Medium"/>
              </a:defRPr>
            </a:lvl4pPr>
            <a:lvl5pPr indent="-330200" lvl="4" marL="2286000">
              <a:spcBef>
                <a:spcPts val="0"/>
              </a:spcBef>
              <a:spcAft>
                <a:spcPts val="0"/>
              </a:spcAft>
              <a:buSzPts val="1600"/>
              <a:buFont typeface="Inter Medium"/>
              <a:buChar char="○"/>
              <a:defRPr sz="1600">
                <a:latin typeface="Inter Medium"/>
                <a:ea typeface="Inter Medium"/>
                <a:cs typeface="Inter Medium"/>
                <a:sym typeface="Inter Medium"/>
              </a:defRPr>
            </a:lvl5pPr>
            <a:lvl6pPr indent="-330200" lvl="5" marL="2743200">
              <a:spcBef>
                <a:spcPts val="0"/>
              </a:spcBef>
              <a:spcAft>
                <a:spcPts val="0"/>
              </a:spcAft>
              <a:buSzPts val="1600"/>
              <a:buFont typeface="Inter Medium"/>
              <a:buChar char="■"/>
              <a:defRPr sz="1600">
                <a:latin typeface="Inter Medium"/>
                <a:ea typeface="Inter Medium"/>
                <a:cs typeface="Inter Medium"/>
                <a:sym typeface="Inter Medium"/>
              </a:defRPr>
            </a:lvl6pPr>
            <a:lvl7pPr indent="-330200" lvl="6" marL="3200400">
              <a:spcBef>
                <a:spcPts val="0"/>
              </a:spcBef>
              <a:spcAft>
                <a:spcPts val="0"/>
              </a:spcAft>
              <a:buSzPts val="1600"/>
              <a:buFont typeface="Inter Medium"/>
              <a:buChar char="●"/>
              <a:defRPr sz="1600">
                <a:latin typeface="Inter Medium"/>
                <a:ea typeface="Inter Medium"/>
                <a:cs typeface="Inter Medium"/>
                <a:sym typeface="Inter Medium"/>
              </a:defRPr>
            </a:lvl7pPr>
            <a:lvl8pPr indent="-330200" lvl="7" marL="3657600">
              <a:spcBef>
                <a:spcPts val="0"/>
              </a:spcBef>
              <a:spcAft>
                <a:spcPts val="0"/>
              </a:spcAft>
              <a:buSzPts val="1600"/>
              <a:buFont typeface="Inter Medium"/>
              <a:buChar char="○"/>
              <a:defRPr sz="1600">
                <a:latin typeface="Inter Medium"/>
                <a:ea typeface="Inter Medium"/>
                <a:cs typeface="Inter Medium"/>
                <a:sym typeface="Inter Medium"/>
              </a:defRPr>
            </a:lvl8pPr>
            <a:lvl9pPr indent="-330200" lvl="8" marL="4114800">
              <a:spcBef>
                <a:spcPts val="0"/>
              </a:spcBef>
              <a:spcAft>
                <a:spcPts val="0"/>
              </a:spcAft>
              <a:buSzPts val="1600"/>
              <a:buFont typeface="Inter Medium"/>
              <a:buChar char="■"/>
              <a:defRPr sz="1600">
                <a:latin typeface="Inter Medium"/>
                <a:ea typeface="Inter Medium"/>
                <a:cs typeface="Inter Medium"/>
                <a:sym typeface="Inter Medium"/>
              </a:defRPr>
            </a:lvl9pPr>
          </a:lstStyle>
          <a:p/>
        </p:txBody>
      </p:sp>
      <p:sp>
        <p:nvSpPr>
          <p:cNvPr id="86" name="Google Shape;86;p18"/>
          <p:cNvSpPr txBox="1"/>
          <p:nvPr>
            <p:ph idx="4" type="title"/>
          </p:nvPr>
        </p:nvSpPr>
        <p:spPr>
          <a:xfrm>
            <a:off x="226525" y="571800"/>
            <a:ext cx="5261400" cy="20889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7300"/>
              <a:buNone/>
              <a:defRPr sz="73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tx">
  <p:cSld name="TITLE_AND_BODY">
    <p:bg>
      <p:bgPr>
        <a:solidFill>
          <a:schemeClr val="dk1"/>
        </a:solidFill>
      </p:bgPr>
    </p:bg>
    <p:spTree>
      <p:nvGrpSpPr>
        <p:cNvPr id="87" name="Shape 87"/>
        <p:cNvGrpSpPr/>
        <p:nvPr/>
      </p:nvGrpSpPr>
      <p:grpSpPr>
        <a:xfrm>
          <a:off x="0" y="0"/>
          <a:ext cx="0" cy="0"/>
          <a:chOff x="0" y="0"/>
          <a:chExt cx="0" cy="0"/>
        </a:xfrm>
      </p:grpSpPr>
      <p:sp>
        <p:nvSpPr>
          <p:cNvPr id="88" name="Google Shape;88;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89" name="Google Shape;89;p19"/>
          <p:cNvSpPr txBox="1"/>
          <p:nvPr>
            <p:ph type="title"/>
          </p:nvPr>
        </p:nvSpPr>
        <p:spPr>
          <a:xfrm>
            <a:off x="226525" y="2581610"/>
            <a:ext cx="8691000" cy="23748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Clr>
                <a:schemeClr val="lt1"/>
              </a:buClr>
              <a:buSzPts val="7300"/>
              <a:buNone/>
              <a:defRPr sz="7300">
                <a:solidFill>
                  <a:schemeClr val="lt1"/>
                </a:solidFill>
              </a:defRPr>
            </a:lvl1pPr>
            <a:lvl2pPr lvl="1">
              <a:lnSpc>
                <a:spcPct val="80000"/>
              </a:lnSpc>
              <a:spcBef>
                <a:spcPts val="0"/>
              </a:spcBef>
              <a:spcAft>
                <a:spcPts val="0"/>
              </a:spcAft>
              <a:buSzPts val="2800"/>
              <a:buNone/>
              <a:defRPr/>
            </a:lvl2pPr>
            <a:lvl3pPr lvl="2">
              <a:lnSpc>
                <a:spcPct val="80000"/>
              </a:lnSpc>
              <a:spcBef>
                <a:spcPts val="0"/>
              </a:spcBef>
              <a:spcAft>
                <a:spcPts val="0"/>
              </a:spcAft>
              <a:buSzPts val="2800"/>
              <a:buNone/>
              <a:defRPr/>
            </a:lvl3pPr>
            <a:lvl4pPr lvl="3">
              <a:lnSpc>
                <a:spcPct val="80000"/>
              </a:lnSpc>
              <a:spcBef>
                <a:spcPts val="0"/>
              </a:spcBef>
              <a:spcAft>
                <a:spcPts val="0"/>
              </a:spcAft>
              <a:buSzPts val="2800"/>
              <a:buNone/>
              <a:defRPr/>
            </a:lvl4pPr>
            <a:lvl5pPr lvl="4">
              <a:lnSpc>
                <a:spcPct val="80000"/>
              </a:lnSpc>
              <a:spcBef>
                <a:spcPts val="0"/>
              </a:spcBef>
              <a:spcAft>
                <a:spcPts val="0"/>
              </a:spcAft>
              <a:buSzPts val="2800"/>
              <a:buNone/>
              <a:defRPr/>
            </a:lvl5pPr>
            <a:lvl6pPr lvl="5">
              <a:lnSpc>
                <a:spcPct val="80000"/>
              </a:lnSpc>
              <a:spcBef>
                <a:spcPts val="0"/>
              </a:spcBef>
              <a:spcAft>
                <a:spcPts val="0"/>
              </a:spcAft>
              <a:buSzPts val="2800"/>
              <a:buNone/>
              <a:defRPr/>
            </a:lvl6pPr>
            <a:lvl7pPr lvl="6">
              <a:lnSpc>
                <a:spcPct val="80000"/>
              </a:lnSpc>
              <a:spcBef>
                <a:spcPts val="0"/>
              </a:spcBef>
              <a:spcAft>
                <a:spcPts val="0"/>
              </a:spcAft>
              <a:buSzPts val="2800"/>
              <a:buNone/>
              <a:defRPr/>
            </a:lvl7pPr>
            <a:lvl8pPr lvl="7">
              <a:lnSpc>
                <a:spcPct val="80000"/>
              </a:lnSpc>
              <a:spcBef>
                <a:spcPts val="0"/>
              </a:spcBef>
              <a:spcAft>
                <a:spcPts val="0"/>
              </a:spcAft>
              <a:buSzPts val="2800"/>
              <a:buNone/>
              <a:defRPr/>
            </a:lvl8pPr>
            <a:lvl9pPr lvl="8">
              <a:lnSpc>
                <a:spcPct val="80000"/>
              </a:lnSpc>
              <a:spcBef>
                <a:spcPts val="0"/>
              </a:spcBef>
              <a:spcAft>
                <a:spcPts val="0"/>
              </a:spcAft>
              <a:buSzPts val="28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AND_BODY_2">
    <p:bg>
      <p:bgPr>
        <a:solidFill>
          <a:schemeClr val="lt1"/>
        </a:solidFill>
      </p:bgPr>
    </p:bg>
    <p:spTree>
      <p:nvGrpSpPr>
        <p:cNvPr id="90" name="Shape 90"/>
        <p:cNvGrpSpPr/>
        <p:nvPr/>
      </p:nvGrpSpPr>
      <p:grpSpPr>
        <a:xfrm>
          <a:off x="0" y="0"/>
          <a:ext cx="0" cy="0"/>
          <a:chOff x="0" y="0"/>
          <a:chExt cx="0" cy="0"/>
        </a:xfrm>
      </p:grpSpPr>
      <p:sp>
        <p:nvSpPr>
          <p:cNvPr id="91" name="Google Shape;91;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92" name="Google Shape;92;p20"/>
          <p:cNvSpPr txBox="1"/>
          <p:nvPr>
            <p:ph type="title"/>
          </p:nvPr>
        </p:nvSpPr>
        <p:spPr>
          <a:xfrm>
            <a:off x="226525" y="248960"/>
            <a:ext cx="8691000" cy="23748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7300"/>
              <a:buNone/>
              <a:defRPr sz="7300"/>
            </a:lvl1pPr>
            <a:lvl2pPr lvl="1">
              <a:lnSpc>
                <a:spcPct val="80000"/>
              </a:lnSpc>
              <a:spcBef>
                <a:spcPts val="0"/>
              </a:spcBef>
              <a:spcAft>
                <a:spcPts val="0"/>
              </a:spcAft>
              <a:buSzPts val="2800"/>
              <a:buNone/>
              <a:defRPr/>
            </a:lvl2pPr>
            <a:lvl3pPr lvl="2">
              <a:lnSpc>
                <a:spcPct val="80000"/>
              </a:lnSpc>
              <a:spcBef>
                <a:spcPts val="0"/>
              </a:spcBef>
              <a:spcAft>
                <a:spcPts val="0"/>
              </a:spcAft>
              <a:buSzPts val="2800"/>
              <a:buNone/>
              <a:defRPr/>
            </a:lvl3pPr>
            <a:lvl4pPr lvl="3">
              <a:lnSpc>
                <a:spcPct val="80000"/>
              </a:lnSpc>
              <a:spcBef>
                <a:spcPts val="0"/>
              </a:spcBef>
              <a:spcAft>
                <a:spcPts val="0"/>
              </a:spcAft>
              <a:buSzPts val="2800"/>
              <a:buNone/>
              <a:defRPr/>
            </a:lvl4pPr>
            <a:lvl5pPr lvl="4">
              <a:lnSpc>
                <a:spcPct val="80000"/>
              </a:lnSpc>
              <a:spcBef>
                <a:spcPts val="0"/>
              </a:spcBef>
              <a:spcAft>
                <a:spcPts val="0"/>
              </a:spcAft>
              <a:buSzPts val="2800"/>
              <a:buNone/>
              <a:defRPr/>
            </a:lvl5pPr>
            <a:lvl6pPr lvl="5">
              <a:lnSpc>
                <a:spcPct val="80000"/>
              </a:lnSpc>
              <a:spcBef>
                <a:spcPts val="0"/>
              </a:spcBef>
              <a:spcAft>
                <a:spcPts val="0"/>
              </a:spcAft>
              <a:buSzPts val="2800"/>
              <a:buNone/>
              <a:defRPr/>
            </a:lvl6pPr>
            <a:lvl7pPr lvl="6">
              <a:lnSpc>
                <a:spcPct val="80000"/>
              </a:lnSpc>
              <a:spcBef>
                <a:spcPts val="0"/>
              </a:spcBef>
              <a:spcAft>
                <a:spcPts val="0"/>
              </a:spcAft>
              <a:buSzPts val="2800"/>
              <a:buNone/>
              <a:defRPr/>
            </a:lvl7pPr>
            <a:lvl8pPr lvl="7">
              <a:lnSpc>
                <a:spcPct val="80000"/>
              </a:lnSpc>
              <a:spcBef>
                <a:spcPts val="0"/>
              </a:spcBef>
              <a:spcAft>
                <a:spcPts val="0"/>
              </a:spcAft>
              <a:buSzPts val="2800"/>
              <a:buNone/>
              <a:defRPr/>
            </a:lvl8pPr>
            <a:lvl9pPr lvl="8">
              <a:lnSpc>
                <a:spcPct val="80000"/>
              </a:lnSpc>
              <a:spcBef>
                <a:spcPts val="0"/>
              </a:spcBef>
              <a:spcAft>
                <a:spcPts val="0"/>
              </a:spcAft>
              <a:buSzPts val="28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p:cSld name="TITLE_AND_BODY_1">
    <p:bg>
      <p:bgPr>
        <a:solidFill>
          <a:schemeClr val="dk1"/>
        </a:solidFill>
      </p:bgPr>
    </p:bg>
    <p:spTree>
      <p:nvGrpSpPr>
        <p:cNvPr id="93" name="Shape 93"/>
        <p:cNvGrpSpPr/>
        <p:nvPr/>
      </p:nvGrpSpPr>
      <p:grpSpPr>
        <a:xfrm>
          <a:off x="0" y="0"/>
          <a:ext cx="0" cy="0"/>
          <a:chOff x="0" y="0"/>
          <a:chExt cx="0" cy="0"/>
        </a:xfrm>
      </p:grpSpPr>
      <p:sp>
        <p:nvSpPr>
          <p:cNvPr id="94" name="Google Shape;94;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95" name="Google Shape;95;p21"/>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600"/>
              <a:buNone/>
              <a:defRPr b="0" sz="600">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96" name="Google Shape;96;p21"/>
          <p:cNvSpPr txBox="1"/>
          <p:nvPr>
            <p:ph idx="2" type="title"/>
          </p:nvPr>
        </p:nvSpPr>
        <p:spPr>
          <a:xfrm>
            <a:off x="7234267"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lt1"/>
              </a:buClr>
              <a:buSzPts val="600"/>
              <a:buNone/>
              <a:defRPr b="0" sz="600">
                <a:solidFill>
                  <a:schemeClr val="lt1"/>
                </a:solidFill>
              </a:defRPr>
            </a:lvl1pPr>
            <a:lvl2pPr lvl="1" algn="r">
              <a:spcBef>
                <a:spcPts val="0"/>
              </a:spcBef>
              <a:spcAft>
                <a:spcPts val="0"/>
              </a:spcAft>
              <a:buClr>
                <a:schemeClr val="lt1"/>
              </a:buClr>
              <a:buSzPts val="2800"/>
              <a:buNone/>
              <a:defRPr>
                <a:solidFill>
                  <a:schemeClr val="lt1"/>
                </a:solidFill>
              </a:defRPr>
            </a:lvl2pPr>
            <a:lvl3pPr lvl="2" algn="r">
              <a:spcBef>
                <a:spcPts val="0"/>
              </a:spcBef>
              <a:spcAft>
                <a:spcPts val="0"/>
              </a:spcAft>
              <a:buClr>
                <a:schemeClr val="lt1"/>
              </a:buClr>
              <a:buSzPts val="2800"/>
              <a:buNone/>
              <a:defRPr>
                <a:solidFill>
                  <a:schemeClr val="lt1"/>
                </a:solidFill>
              </a:defRPr>
            </a:lvl3pPr>
            <a:lvl4pPr lvl="3" algn="r">
              <a:spcBef>
                <a:spcPts val="0"/>
              </a:spcBef>
              <a:spcAft>
                <a:spcPts val="0"/>
              </a:spcAft>
              <a:buClr>
                <a:schemeClr val="lt1"/>
              </a:buClr>
              <a:buSzPts val="2800"/>
              <a:buNone/>
              <a:defRPr>
                <a:solidFill>
                  <a:schemeClr val="lt1"/>
                </a:solidFill>
              </a:defRPr>
            </a:lvl4pPr>
            <a:lvl5pPr lvl="4" algn="r">
              <a:spcBef>
                <a:spcPts val="0"/>
              </a:spcBef>
              <a:spcAft>
                <a:spcPts val="0"/>
              </a:spcAft>
              <a:buClr>
                <a:schemeClr val="lt1"/>
              </a:buClr>
              <a:buSzPts val="2800"/>
              <a:buNone/>
              <a:defRPr>
                <a:solidFill>
                  <a:schemeClr val="lt1"/>
                </a:solidFill>
              </a:defRPr>
            </a:lvl5pPr>
            <a:lvl6pPr lvl="5" algn="r">
              <a:spcBef>
                <a:spcPts val="0"/>
              </a:spcBef>
              <a:spcAft>
                <a:spcPts val="0"/>
              </a:spcAft>
              <a:buClr>
                <a:schemeClr val="lt1"/>
              </a:buClr>
              <a:buSzPts val="2800"/>
              <a:buNone/>
              <a:defRPr>
                <a:solidFill>
                  <a:schemeClr val="lt1"/>
                </a:solidFill>
              </a:defRPr>
            </a:lvl6pPr>
            <a:lvl7pPr lvl="6" algn="r">
              <a:spcBef>
                <a:spcPts val="0"/>
              </a:spcBef>
              <a:spcAft>
                <a:spcPts val="0"/>
              </a:spcAft>
              <a:buClr>
                <a:schemeClr val="lt1"/>
              </a:buClr>
              <a:buSzPts val="2800"/>
              <a:buNone/>
              <a:defRPr>
                <a:solidFill>
                  <a:schemeClr val="lt1"/>
                </a:solidFill>
              </a:defRPr>
            </a:lvl7pPr>
            <a:lvl8pPr lvl="7" algn="r">
              <a:spcBef>
                <a:spcPts val="0"/>
              </a:spcBef>
              <a:spcAft>
                <a:spcPts val="0"/>
              </a:spcAft>
              <a:buClr>
                <a:schemeClr val="lt1"/>
              </a:buClr>
              <a:buSzPts val="2800"/>
              <a:buNone/>
              <a:defRPr>
                <a:solidFill>
                  <a:schemeClr val="lt1"/>
                </a:solidFill>
              </a:defRPr>
            </a:lvl8pPr>
            <a:lvl9pPr lvl="8" algn="r">
              <a:spcBef>
                <a:spcPts val="0"/>
              </a:spcBef>
              <a:spcAft>
                <a:spcPts val="0"/>
              </a:spcAft>
              <a:buClr>
                <a:schemeClr val="lt1"/>
              </a:buClr>
              <a:buSzPts val="2800"/>
              <a:buNone/>
              <a:defRPr>
                <a:solidFill>
                  <a:schemeClr val="lt1"/>
                </a:solidFill>
              </a:defRPr>
            </a:lvl9pPr>
          </a:lstStyle>
          <a:p/>
        </p:txBody>
      </p:sp>
      <p:sp>
        <p:nvSpPr>
          <p:cNvPr id="97" name="Google Shape;97;p21"/>
          <p:cNvSpPr txBox="1"/>
          <p:nvPr>
            <p:ph idx="1" type="body"/>
          </p:nvPr>
        </p:nvSpPr>
        <p:spPr>
          <a:xfrm>
            <a:off x="246325" y="2591450"/>
            <a:ext cx="758700" cy="2364900"/>
          </a:xfrm>
          <a:prstGeom prst="rect">
            <a:avLst/>
          </a:prstGeom>
        </p:spPr>
        <p:txBody>
          <a:bodyPr anchorCtr="0" anchor="b" bIns="91425" lIns="91425" spcFirstLastPara="1" rIns="91425" wrap="square" tIns="91425">
            <a:normAutofit/>
          </a:bodyPr>
          <a:lstStyle>
            <a:lvl1pPr indent="-412750" lvl="0" marL="4572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1pPr>
            <a:lvl2pPr indent="-412750" lvl="1" marL="9144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2pPr>
            <a:lvl3pPr indent="-412750" lvl="2" marL="13716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3pPr>
            <a:lvl4pPr indent="-412750" lvl="3" marL="18288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4pPr>
            <a:lvl5pPr indent="-412750" lvl="4" marL="22860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5pPr>
            <a:lvl6pPr indent="-412750" lvl="5" marL="27432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6pPr>
            <a:lvl7pPr indent="-412750" lvl="6" marL="32004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7pPr>
            <a:lvl8pPr indent="-412750" lvl="7" marL="36576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8pPr>
            <a:lvl9pPr indent="-412750" lvl="8" marL="41148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9pPr>
          </a:lstStyle>
          <a:p/>
        </p:txBody>
      </p:sp>
      <p:sp>
        <p:nvSpPr>
          <p:cNvPr id="98" name="Google Shape;98;p21"/>
          <p:cNvSpPr txBox="1"/>
          <p:nvPr>
            <p:ph idx="3" type="body"/>
          </p:nvPr>
        </p:nvSpPr>
        <p:spPr>
          <a:xfrm>
            <a:off x="1077200" y="2591450"/>
            <a:ext cx="7804500" cy="2364900"/>
          </a:xfrm>
          <a:prstGeom prst="rect">
            <a:avLst/>
          </a:prstGeom>
        </p:spPr>
        <p:txBody>
          <a:bodyPr anchorCtr="0" anchor="b" bIns="91425" lIns="91425" spcFirstLastPara="1" rIns="91425" wrap="square" tIns="91425">
            <a:normAutofit/>
          </a:bodyPr>
          <a:lstStyle>
            <a:lvl1pPr indent="-412750" lvl="0" marL="4572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1pPr>
            <a:lvl2pPr indent="-412750" lvl="1" marL="9144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2pPr>
            <a:lvl3pPr indent="-412750" lvl="2" marL="13716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3pPr>
            <a:lvl4pPr indent="-412750" lvl="3" marL="18288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4pPr>
            <a:lvl5pPr indent="-412750" lvl="4" marL="22860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5pPr>
            <a:lvl6pPr indent="-412750" lvl="5" marL="27432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6pPr>
            <a:lvl7pPr indent="-412750" lvl="6" marL="32004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7pPr>
            <a:lvl8pPr indent="-412750" lvl="7" marL="36576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8pPr>
            <a:lvl9pPr indent="-412750" lvl="8" marL="41148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hree storyboards" type="twoColTx">
  <p:cSld name="TITLE_AND_TWO_COLUMNS">
    <p:bg>
      <p:bgPr>
        <a:solidFill>
          <a:schemeClr val="dk1"/>
        </a:solidFill>
      </p:bgPr>
    </p:bg>
    <p:spTree>
      <p:nvGrpSpPr>
        <p:cNvPr id="99" name="Shape 99"/>
        <p:cNvGrpSpPr/>
        <p:nvPr/>
      </p:nvGrpSpPr>
      <p:grpSpPr>
        <a:xfrm>
          <a:off x="0" y="0"/>
          <a:ext cx="0" cy="0"/>
          <a:chOff x="0" y="0"/>
          <a:chExt cx="0" cy="0"/>
        </a:xfrm>
      </p:grpSpPr>
      <p:sp>
        <p:nvSpPr>
          <p:cNvPr id="100" name="Google Shape;100;p22"/>
          <p:cNvSpPr/>
          <p:nvPr>
            <p:ph idx="2" type="pic"/>
          </p:nvPr>
        </p:nvSpPr>
        <p:spPr>
          <a:xfrm>
            <a:off x="-5225" y="709575"/>
            <a:ext cx="3048600" cy="2805300"/>
          </a:xfrm>
          <a:prstGeom prst="rect">
            <a:avLst/>
          </a:prstGeom>
          <a:noFill/>
          <a:ln>
            <a:noFill/>
          </a:ln>
        </p:spPr>
      </p:sp>
      <p:sp>
        <p:nvSpPr>
          <p:cNvPr id="101" name="Google Shape;101;p22"/>
          <p:cNvSpPr txBox="1"/>
          <p:nvPr>
            <p:ph type="title"/>
          </p:nvPr>
        </p:nvSpPr>
        <p:spPr>
          <a:xfrm>
            <a:off x="156950" y="3632698"/>
            <a:ext cx="2726700" cy="5007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Clr>
                <a:schemeClr val="lt1"/>
              </a:buClr>
              <a:buSzPts val="1200"/>
              <a:buNone/>
              <a:defRPr sz="1200">
                <a:solidFill>
                  <a:schemeClr val="lt1"/>
                </a:solidFill>
              </a:defRPr>
            </a:lvl1pPr>
            <a:lvl2pPr lvl="1">
              <a:lnSpc>
                <a:spcPct val="90000"/>
              </a:lnSpc>
              <a:spcBef>
                <a:spcPts val="0"/>
              </a:spcBef>
              <a:spcAft>
                <a:spcPts val="0"/>
              </a:spcAft>
              <a:buClr>
                <a:schemeClr val="lt1"/>
              </a:buClr>
              <a:buSzPts val="1200"/>
              <a:buNone/>
              <a:defRPr sz="1200">
                <a:solidFill>
                  <a:schemeClr val="lt1"/>
                </a:solidFill>
              </a:defRPr>
            </a:lvl2pPr>
            <a:lvl3pPr lvl="2">
              <a:lnSpc>
                <a:spcPct val="90000"/>
              </a:lnSpc>
              <a:spcBef>
                <a:spcPts val="0"/>
              </a:spcBef>
              <a:spcAft>
                <a:spcPts val="0"/>
              </a:spcAft>
              <a:buClr>
                <a:schemeClr val="lt1"/>
              </a:buClr>
              <a:buSzPts val="1200"/>
              <a:buNone/>
              <a:defRPr sz="1200">
                <a:solidFill>
                  <a:schemeClr val="lt1"/>
                </a:solidFill>
              </a:defRPr>
            </a:lvl3pPr>
            <a:lvl4pPr lvl="3">
              <a:lnSpc>
                <a:spcPct val="90000"/>
              </a:lnSpc>
              <a:spcBef>
                <a:spcPts val="0"/>
              </a:spcBef>
              <a:spcAft>
                <a:spcPts val="0"/>
              </a:spcAft>
              <a:buClr>
                <a:schemeClr val="lt1"/>
              </a:buClr>
              <a:buSzPts val="1200"/>
              <a:buNone/>
              <a:defRPr sz="1200">
                <a:solidFill>
                  <a:schemeClr val="lt1"/>
                </a:solidFill>
              </a:defRPr>
            </a:lvl4pPr>
            <a:lvl5pPr lvl="4">
              <a:lnSpc>
                <a:spcPct val="90000"/>
              </a:lnSpc>
              <a:spcBef>
                <a:spcPts val="0"/>
              </a:spcBef>
              <a:spcAft>
                <a:spcPts val="0"/>
              </a:spcAft>
              <a:buClr>
                <a:schemeClr val="lt1"/>
              </a:buClr>
              <a:buSzPts val="1200"/>
              <a:buNone/>
              <a:defRPr sz="1200">
                <a:solidFill>
                  <a:schemeClr val="lt1"/>
                </a:solidFill>
              </a:defRPr>
            </a:lvl5pPr>
            <a:lvl6pPr lvl="5">
              <a:lnSpc>
                <a:spcPct val="90000"/>
              </a:lnSpc>
              <a:spcBef>
                <a:spcPts val="0"/>
              </a:spcBef>
              <a:spcAft>
                <a:spcPts val="0"/>
              </a:spcAft>
              <a:buClr>
                <a:schemeClr val="lt1"/>
              </a:buClr>
              <a:buSzPts val="1200"/>
              <a:buNone/>
              <a:defRPr sz="1200">
                <a:solidFill>
                  <a:schemeClr val="lt1"/>
                </a:solidFill>
              </a:defRPr>
            </a:lvl6pPr>
            <a:lvl7pPr lvl="6">
              <a:lnSpc>
                <a:spcPct val="90000"/>
              </a:lnSpc>
              <a:spcBef>
                <a:spcPts val="0"/>
              </a:spcBef>
              <a:spcAft>
                <a:spcPts val="0"/>
              </a:spcAft>
              <a:buClr>
                <a:schemeClr val="lt1"/>
              </a:buClr>
              <a:buSzPts val="1200"/>
              <a:buNone/>
              <a:defRPr sz="1200">
                <a:solidFill>
                  <a:schemeClr val="lt1"/>
                </a:solidFill>
              </a:defRPr>
            </a:lvl7pPr>
            <a:lvl8pPr lvl="7">
              <a:lnSpc>
                <a:spcPct val="90000"/>
              </a:lnSpc>
              <a:spcBef>
                <a:spcPts val="0"/>
              </a:spcBef>
              <a:spcAft>
                <a:spcPts val="0"/>
              </a:spcAft>
              <a:buClr>
                <a:schemeClr val="lt1"/>
              </a:buClr>
              <a:buSzPts val="1200"/>
              <a:buNone/>
              <a:defRPr sz="1200">
                <a:solidFill>
                  <a:schemeClr val="lt1"/>
                </a:solidFill>
              </a:defRPr>
            </a:lvl8pPr>
            <a:lvl9pPr lvl="8">
              <a:lnSpc>
                <a:spcPct val="90000"/>
              </a:lnSpc>
              <a:spcBef>
                <a:spcPts val="0"/>
              </a:spcBef>
              <a:spcAft>
                <a:spcPts val="0"/>
              </a:spcAft>
              <a:buClr>
                <a:schemeClr val="lt1"/>
              </a:buClr>
              <a:buSzPts val="1200"/>
              <a:buNone/>
              <a:defRPr sz="1200">
                <a:solidFill>
                  <a:schemeClr val="lt1"/>
                </a:solidFill>
              </a:defRPr>
            </a:lvl9pPr>
          </a:lstStyle>
          <a:p/>
        </p:txBody>
      </p:sp>
      <p:sp>
        <p:nvSpPr>
          <p:cNvPr id="102" name="Google Shape;102;p22"/>
          <p:cNvSpPr txBox="1"/>
          <p:nvPr>
            <p:ph idx="1" type="body"/>
          </p:nvPr>
        </p:nvSpPr>
        <p:spPr>
          <a:xfrm>
            <a:off x="156950" y="4133503"/>
            <a:ext cx="2726700" cy="701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Char char="●"/>
              <a:defRPr sz="1000">
                <a:solidFill>
                  <a:schemeClr val="lt1"/>
                </a:solidFill>
              </a:defRPr>
            </a:lvl1pPr>
            <a:lvl2pPr indent="-292100" lvl="1" marL="914400">
              <a:spcBef>
                <a:spcPts val="0"/>
              </a:spcBef>
              <a:spcAft>
                <a:spcPts val="0"/>
              </a:spcAft>
              <a:buClr>
                <a:schemeClr val="lt1"/>
              </a:buClr>
              <a:buSzPts val="1000"/>
              <a:buChar char="○"/>
              <a:defRPr sz="1000">
                <a:solidFill>
                  <a:schemeClr val="lt1"/>
                </a:solidFill>
              </a:defRPr>
            </a:lvl2pPr>
            <a:lvl3pPr indent="-292100" lvl="2" marL="1371600">
              <a:spcBef>
                <a:spcPts val="0"/>
              </a:spcBef>
              <a:spcAft>
                <a:spcPts val="0"/>
              </a:spcAft>
              <a:buClr>
                <a:schemeClr val="lt1"/>
              </a:buClr>
              <a:buSzPts val="1000"/>
              <a:buChar char="■"/>
              <a:defRPr sz="1000">
                <a:solidFill>
                  <a:schemeClr val="lt1"/>
                </a:solidFill>
              </a:defRPr>
            </a:lvl3pPr>
            <a:lvl4pPr indent="-292100" lvl="3" marL="1828800">
              <a:spcBef>
                <a:spcPts val="0"/>
              </a:spcBef>
              <a:spcAft>
                <a:spcPts val="0"/>
              </a:spcAft>
              <a:buClr>
                <a:schemeClr val="lt1"/>
              </a:buClr>
              <a:buSzPts val="1000"/>
              <a:buChar char="●"/>
              <a:defRPr sz="1000">
                <a:solidFill>
                  <a:schemeClr val="lt1"/>
                </a:solidFill>
              </a:defRPr>
            </a:lvl4pPr>
            <a:lvl5pPr indent="-292100" lvl="4" marL="2286000">
              <a:spcBef>
                <a:spcPts val="0"/>
              </a:spcBef>
              <a:spcAft>
                <a:spcPts val="0"/>
              </a:spcAft>
              <a:buClr>
                <a:schemeClr val="lt1"/>
              </a:buClr>
              <a:buSzPts val="1000"/>
              <a:buChar char="○"/>
              <a:defRPr sz="1000">
                <a:solidFill>
                  <a:schemeClr val="lt1"/>
                </a:solidFill>
              </a:defRPr>
            </a:lvl5pPr>
            <a:lvl6pPr indent="-292100" lvl="5" marL="2743200">
              <a:spcBef>
                <a:spcPts val="0"/>
              </a:spcBef>
              <a:spcAft>
                <a:spcPts val="0"/>
              </a:spcAft>
              <a:buClr>
                <a:schemeClr val="lt1"/>
              </a:buClr>
              <a:buSzPts val="1000"/>
              <a:buChar char="■"/>
              <a:defRPr sz="1000">
                <a:solidFill>
                  <a:schemeClr val="lt1"/>
                </a:solidFill>
              </a:defRPr>
            </a:lvl6pPr>
            <a:lvl7pPr indent="-292100" lvl="6" marL="3200400">
              <a:spcBef>
                <a:spcPts val="0"/>
              </a:spcBef>
              <a:spcAft>
                <a:spcPts val="0"/>
              </a:spcAft>
              <a:buClr>
                <a:schemeClr val="lt1"/>
              </a:buClr>
              <a:buSzPts val="1000"/>
              <a:buChar char="●"/>
              <a:defRPr sz="1000">
                <a:solidFill>
                  <a:schemeClr val="lt1"/>
                </a:solidFill>
              </a:defRPr>
            </a:lvl7pPr>
            <a:lvl8pPr indent="-292100" lvl="7" marL="3657600">
              <a:spcBef>
                <a:spcPts val="0"/>
              </a:spcBef>
              <a:spcAft>
                <a:spcPts val="0"/>
              </a:spcAft>
              <a:buClr>
                <a:schemeClr val="lt1"/>
              </a:buClr>
              <a:buSzPts val="1000"/>
              <a:buChar char="○"/>
              <a:defRPr sz="1000">
                <a:solidFill>
                  <a:schemeClr val="lt1"/>
                </a:solidFill>
              </a:defRPr>
            </a:lvl8pPr>
            <a:lvl9pPr indent="-292100" lvl="8" marL="4114800">
              <a:spcBef>
                <a:spcPts val="0"/>
              </a:spcBef>
              <a:spcAft>
                <a:spcPts val="0"/>
              </a:spcAft>
              <a:buClr>
                <a:schemeClr val="lt1"/>
              </a:buClr>
              <a:buSzPts val="1000"/>
              <a:buChar char="■"/>
              <a:defRPr sz="1000">
                <a:solidFill>
                  <a:schemeClr val="lt1"/>
                </a:solidFill>
              </a:defRPr>
            </a:lvl9pPr>
          </a:lstStyle>
          <a:p/>
        </p:txBody>
      </p:sp>
      <p:sp>
        <p:nvSpPr>
          <p:cNvPr id="103" name="Google Shape;103;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04" name="Google Shape;104;p22"/>
          <p:cNvSpPr txBox="1"/>
          <p:nvPr>
            <p:ph idx="3" type="title"/>
          </p:nvPr>
        </p:nvSpPr>
        <p:spPr>
          <a:xfrm>
            <a:off x="3208650" y="3632698"/>
            <a:ext cx="2726700" cy="5007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Clr>
                <a:schemeClr val="lt1"/>
              </a:buClr>
              <a:buSzPts val="1200"/>
              <a:buNone/>
              <a:defRPr sz="1200">
                <a:solidFill>
                  <a:schemeClr val="lt1"/>
                </a:solidFill>
              </a:defRPr>
            </a:lvl1pPr>
            <a:lvl2pPr lvl="1">
              <a:lnSpc>
                <a:spcPct val="90000"/>
              </a:lnSpc>
              <a:spcBef>
                <a:spcPts val="0"/>
              </a:spcBef>
              <a:spcAft>
                <a:spcPts val="0"/>
              </a:spcAft>
              <a:buClr>
                <a:schemeClr val="lt1"/>
              </a:buClr>
              <a:buSzPts val="1200"/>
              <a:buNone/>
              <a:defRPr sz="1200">
                <a:solidFill>
                  <a:schemeClr val="lt1"/>
                </a:solidFill>
              </a:defRPr>
            </a:lvl2pPr>
            <a:lvl3pPr lvl="2">
              <a:lnSpc>
                <a:spcPct val="90000"/>
              </a:lnSpc>
              <a:spcBef>
                <a:spcPts val="0"/>
              </a:spcBef>
              <a:spcAft>
                <a:spcPts val="0"/>
              </a:spcAft>
              <a:buClr>
                <a:schemeClr val="lt1"/>
              </a:buClr>
              <a:buSzPts val="1200"/>
              <a:buNone/>
              <a:defRPr sz="1200">
                <a:solidFill>
                  <a:schemeClr val="lt1"/>
                </a:solidFill>
              </a:defRPr>
            </a:lvl3pPr>
            <a:lvl4pPr lvl="3">
              <a:lnSpc>
                <a:spcPct val="90000"/>
              </a:lnSpc>
              <a:spcBef>
                <a:spcPts val="0"/>
              </a:spcBef>
              <a:spcAft>
                <a:spcPts val="0"/>
              </a:spcAft>
              <a:buClr>
                <a:schemeClr val="lt1"/>
              </a:buClr>
              <a:buSzPts val="1200"/>
              <a:buNone/>
              <a:defRPr sz="1200">
                <a:solidFill>
                  <a:schemeClr val="lt1"/>
                </a:solidFill>
              </a:defRPr>
            </a:lvl4pPr>
            <a:lvl5pPr lvl="4">
              <a:lnSpc>
                <a:spcPct val="90000"/>
              </a:lnSpc>
              <a:spcBef>
                <a:spcPts val="0"/>
              </a:spcBef>
              <a:spcAft>
                <a:spcPts val="0"/>
              </a:spcAft>
              <a:buClr>
                <a:schemeClr val="lt1"/>
              </a:buClr>
              <a:buSzPts val="1200"/>
              <a:buNone/>
              <a:defRPr sz="1200">
                <a:solidFill>
                  <a:schemeClr val="lt1"/>
                </a:solidFill>
              </a:defRPr>
            </a:lvl5pPr>
            <a:lvl6pPr lvl="5">
              <a:lnSpc>
                <a:spcPct val="90000"/>
              </a:lnSpc>
              <a:spcBef>
                <a:spcPts val="0"/>
              </a:spcBef>
              <a:spcAft>
                <a:spcPts val="0"/>
              </a:spcAft>
              <a:buClr>
                <a:schemeClr val="lt1"/>
              </a:buClr>
              <a:buSzPts val="1200"/>
              <a:buNone/>
              <a:defRPr sz="1200">
                <a:solidFill>
                  <a:schemeClr val="lt1"/>
                </a:solidFill>
              </a:defRPr>
            </a:lvl6pPr>
            <a:lvl7pPr lvl="6">
              <a:lnSpc>
                <a:spcPct val="90000"/>
              </a:lnSpc>
              <a:spcBef>
                <a:spcPts val="0"/>
              </a:spcBef>
              <a:spcAft>
                <a:spcPts val="0"/>
              </a:spcAft>
              <a:buClr>
                <a:schemeClr val="lt1"/>
              </a:buClr>
              <a:buSzPts val="1200"/>
              <a:buNone/>
              <a:defRPr sz="1200">
                <a:solidFill>
                  <a:schemeClr val="lt1"/>
                </a:solidFill>
              </a:defRPr>
            </a:lvl7pPr>
            <a:lvl8pPr lvl="7">
              <a:lnSpc>
                <a:spcPct val="90000"/>
              </a:lnSpc>
              <a:spcBef>
                <a:spcPts val="0"/>
              </a:spcBef>
              <a:spcAft>
                <a:spcPts val="0"/>
              </a:spcAft>
              <a:buClr>
                <a:schemeClr val="lt1"/>
              </a:buClr>
              <a:buSzPts val="1200"/>
              <a:buNone/>
              <a:defRPr sz="1200">
                <a:solidFill>
                  <a:schemeClr val="lt1"/>
                </a:solidFill>
              </a:defRPr>
            </a:lvl8pPr>
            <a:lvl9pPr lvl="8">
              <a:lnSpc>
                <a:spcPct val="90000"/>
              </a:lnSpc>
              <a:spcBef>
                <a:spcPts val="0"/>
              </a:spcBef>
              <a:spcAft>
                <a:spcPts val="0"/>
              </a:spcAft>
              <a:buClr>
                <a:schemeClr val="lt1"/>
              </a:buClr>
              <a:buSzPts val="1200"/>
              <a:buNone/>
              <a:defRPr sz="1200">
                <a:solidFill>
                  <a:schemeClr val="lt1"/>
                </a:solidFill>
              </a:defRPr>
            </a:lvl9pPr>
          </a:lstStyle>
          <a:p/>
        </p:txBody>
      </p:sp>
      <p:sp>
        <p:nvSpPr>
          <p:cNvPr id="105" name="Google Shape;105;p22"/>
          <p:cNvSpPr txBox="1"/>
          <p:nvPr>
            <p:ph idx="4" type="body"/>
          </p:nvPr>
        </p:nvSpPr>
        <p:spPr>
          <a:xfrm>
            <a:off x="3208650" y="4133503"/>
            <a:ext cx="2726700" cy="701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Char char="●"/>
              <a:defRPr sz="1000">
                <a:solidFill>
                  <a:schemeClr val="lt1"/>
                </a:solidFill>
              </a:defRPr>
            </a:lvl1pPr>
            <a:lvl2pPr indent="-292100" lvl="1" marL="914400">
              <a:spcBef>
                <a:spcPts val="0"/>
              </a:spcBef>
              <a:spcAft>
                <a:spcPts val="0"/>
              </a:spcAft>
              <a:buClr>
                <a:schemeClr val="lt1"/>
              </a:buClr>
              <a:buSzPts val="1000"/>
              <a:buChar char="○"/>
              <a:defRPr sz="1000">
                <a:solidFill>
                  <a:schemeClr val="lt1"/>
                </a:solidFill>
              </a:defRPr>
            </a:lvl2pPr>
            <a:lvl3pPr indent="-292100" lvl="2" marL="1371600">
              <a:spcBef>
                <a:spcPts val="0"/>
              </a:spcBef>
              <a:spcAft>
                <a:spcPts val="0"/>
              </a:spcAft>
              <a:buClr>
                <a:schemeClr val="lt1"/>
              </a:buClr>
              <a:buSzPts val="1000"/>
              <a:buChar char="■"/>
              <a:defRPr sz="1000">
                <a:solidFill>
                  <a:schemeClr val="lt1"/>
                </a:solidFill>
              </a:defRPr>
            </a:lvl3pPr>
            <a:lvl4pPr indent="-292100" lvl="3" marL="1828800">
              <a:spcBef>
                <a:spcPts val="0"/>
              </a:spcBef>
              <a:spcAft>
                <a:spcPts val="0"/>
              </a:spcAft>
              <a:buClr>
                <a:schemeClr val="lt1"/>
              </a:buClr>
              <a:buSzPts val="1000"/>
              <a:buChar char="●"/>
              <a:defRPr sz="1000">
                <a:solidFill>
                  <a:schemeClr val="lt1"/>
                </a:solidFill>
              </a:defRPr>
            </a:lvl4pPr>
            <a:lvl5pPr indent="-292100" lvl="4" marL="2286000">
              <a:spcBef>
                <a:spcPts val="0"/>
              </a:spcBef>
              <a:spcAft>
                <a:spcPts val="0"/>
              </a:spcAft>
              <a:buClr>
                <a:schemeClr val="lt1"/>
              </a:buClr>
              <a:buSzPts val="1000"/>
              <a:buChar char="○"/>
              <a:defRPr sz="1000">
                <a:solidFill>
                  <a:schemeClr val="lt1"/>
                </a:solidFill>
              </a:defRPr>
            </a:lvl5pPr>
            <a:lvl6pPr indent="-292100" lvl="5" marL="2743200">
              <a:spcBef>
                <a:spcPts val="0"/>
              </a:spcBef>
              <a:spcAft>
                <a:spcPts val="0"/>
              </a:spcAft>
              <a:buClr>
                <a:schemeClr val="lt1"/>
              </a:buClr>
              <a:buSzPts val="1000"/>
              <a:buChar char="■"/>
              <a:defRPr sz="1000">
                <a:solidFill>
                  <a:schemeClr val="lt1"/>
                </a:solidFill>
              </a:defRPr>
            </a:lvl6pPr>
            <a:lvl7pPr indent="-292100" lvl="6" marL="3200400">
              <a:spcBef>
                <a:spcPts val="0"/>
              </a:spcBef>
              <a:spcAft>
                <a:spcPts val="0"/>
              </a:spcAft>
              <a:buClr>
                <a:schemeClr val="lt1"/>
              </a:buClr>
              <a:buSzPts val="1000"/>
              <a:buChar char="●"/>
              <a:defRPr sz="1000">
                <a:solidFill>
                  <a:schemeClr val="lt1"/>
                </a:solidFill>
              </a:defRPr>
            </a:lvl7pPr>
            <a:lvl8pPr indent="-292100" lvl="7" marL="3657600">
              <a:spcBef>
                <a:spcPts val="0"/>
              </a:spcBef>
              <a:spcAft>
                <a:spcPts val="0"/>
              </a:spcAft>
              <a:buClr>
                <a:schemeClr val="lt1"/>
              </a:buClr>
              <a:buSzPts val="1000"/>
              <a:buChar char="○"/>
              <a:defRPr sz="1000">
                <a:solidFill>
                  <a:schemeClr val="lt1"/>
                </a:solidFill>
              </a:defRPr>
            </a:lvl8pPr>
            <a:lvl9pPr indent="-292100" lvl="8" marL="4114800">
              <a:spcBef>
                <a:spcPts val="0"/>
              </a:spcBef>
              <a:spcAft>
                <a:spcPts val="0"/>
              </a:spcAft>
              <a:buClr>
                <a:schemeClr val="lt1"/>
              </a:buClr>
              <a:buSzPts val="1000"/>
              <a:buChar char="■"/>
              <a:defRPr sz="1000">
                <a:solidFill>
                  <a:schemeClr val="lt1"/>
                </a:solidFill>
              </a:defRPr>
            </a:lvl9pPr>
          </a:lstStyle>
          <a:p/>
        </p:txBody>
      </p:sp>
      <p:sp>
        <p:nvSpPr>
          <p:cNvPr id="106" name="Google Shape;106;p22"/>
          <p:cNvSpPr txBox="1"/>
          <p:nvPr>
            <p:ph idx="5" type="title"/>
          </p:nvPr>
        </p:nvSpPr>
        <p:spPr>
          <a:xfrm>
            <a:off x="6268950" y="3632698"/>
            <a:ext cx="2726700" cy="5007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Clr>
                <a:schemeClr val="lt1"/>
              </a:buClr>
              <a:buSzPts val="1200"/>
              <a:buNone/>
              <a:defRPr sz="1200">
                <a:solidFill>
                  <a:schemeClr val="lt1"/>
                </a:solidFill>
              </a:defRPr>
            </a:lvl1pPr>
            <a:lvl2pPr lvl="1">
              <a:lnSpc>
                <a:spcPct val="90000"/>
              </a:lnSpc>
              <a:spcBef>
                <a:spcPts val="0"/>
              </a:spcBef>
              <a:spcAft>
                <a:spcPts val="0"/>
              </a:spcAft>
              <a:buClr>
                <a:schemeClr val="lt1"/>
              </a:buClr>
              <a:buSzPts val="1200"/>
              <a:buNone/>
              <a:defRPr sz="1200">
                <a:solidFill>
                  <a:schemeClr val="lt1"/>
                </a:solidFill>
              </a:defRPr>
            </a:lvl2pPr>
            <a:lvl3pPr lvl="2">
              <a:lnSpc>
                <a:spcPct val="90000"/>
              </a:lnSpc>
              <a:spcBef>
                <a:spcPts val="0"/>
              </a:spcBef>
              <a:spcAft>
                <a:spcPts val="0"/>
              </a:spcAft>
              <a:buClr>
                <a:schemeClr val="lt1"/>
              </a:buClr>
              <a:buSzPts val="1200"/>
              <a:buNone/>
              <a:defRPr sz="1200">
                <a:solidFill>
                  <a:schemeClr val="lt1"/>
                </a:solidFill>
              </a:defRPr>
            </a:lvl3pPr>
            <a:lvl4pPr lvl="3">
              <a:lnSpc>
                <a:spcPct val="90000"/>
              </a:lnSpc>
              <a:spcBef>
                <a:spcPts val="0"/>
              </a:spcBef>
              <a:spcAft>
                <a:spcPts val="0"/>
              </a:spcAft>
              <a:buClr>
                <a:schemeClr val="lt1"/>
              </a:buClr>
              <a:buSzPts val="1200"/>
              <a:buNone/>
              <a:defRPr sz="1200">
                <a:solidFill>
                  <a:schemeClr val="lt1"/>
                </a:solidFill>
              </a:defRPr>
            </a:lvl4pPr>
            <a:lvl5pPr lvl="4">
              <a:lnSpc>
                <a:spcPct val="90000"/>
              </a:lnSpc>
              <a:spcBef>
                <a:spcPts val="0"/>
              </a:spcBef>
              <a:spcAft>
                <a:spcPts val="0"/>
              </a:spcAft>
              <a:buClr>
                <a:schemeClr val="lt1"/>
              </a:buClr>
              <a:buSzPts val="1200"/>
              <a:buNone/>
              <a:defRPr sz="1200">
                <a:solidFill>
                  <a:schemeClr val="lt1"/>
                </a:solidFill>
              </a:defRPr>
            </a:lvl5pPr>
            <a:lvl6pPr lvl="5">
              <a:lnSpc>
                <a:spcPct val="90000"/>
              </a:lnSpc>
              <a:spcBef>
                <a:spcPts val="0"/>
              </a:spcBef>
              <a:spcAft>
                <a:spcPts val="0"/>
              </a:spcAft>
              <a:buClr>
                <a:schemeClr val="lt1"/>
              </a:buClr>
              <a:buSzPts val="1200"/>
              <a:buNone/>
              <a:defRPr sz="1200">
                <a:solidFill>
                  <a:schemeClr val="lt1"/>
                </a:solidFill>
              </a:defRPr>
            </a:lvl6pPr>
            <a:lvl7pPr lvl="6">
              <a:lnSpc>
                <a:spcPct val="90000"/>
              </a:lnSpc>
              <a:spcBef>
                <a:spcPts val="0"/>
              </a:spcBef>
              <a:spcAft>
                <a:spcPts val="0"/>
              </a:spcAft>
              <a:buClr>
                <a:schemeClr val="lt1"/>
              </a:buClr>
              <a:buSzPts val="1200"/>
              <a:buNone/>
              <a:defRPr sz="1200">
                <a:solidFill>
                  <a:schemeClr val="lt1"/>
                </a:solidFill>
              </a:defRPr>
            </a:lvl7pPr>
            <a:lvl8pPr lvl="7">
              <a:lnSpc>
                <a:spcPct val="90000"/>
              </a:lnSpc>
              <a:spcBef>
                <a:spcPts val="0"/>
              </a:spcBef>
              <a:spcAft>
                <a:spcPts val="0"/>
              </a:spcAft>
              <a:buClr>
                <a:schemeClr val="lt1"/>
              </a:buClr>
              <a:buSzPts val="1200"/>
              <a:buNone/>
              <a:defRPr sz="1200">
                <a:solidFill>
                  <a:schemeClr val="lt1"/>
                </a:solidFill>
              </a:defRPr>
            </a:lvl8pPr>
            <a:lvl9pPr lvl="8">
              <a:lnSpc>
                <a:spcPct val="90000"/>
              </a:lnSpc>
              <a:spcBef>
                <a:spcPts val="0"/>
              </a:spcBef>
              <a:spcAft>
                <a:spcPts val="0"/>
              </a:spcAft>
              <a:buClr>
                <a:schemeClr val="lt1"/>
              </a:buClr>
              <a:buSzPts val="1200"/>
              <a:buNone/>
              <a:defRPr sz="1200">
                <a:solidFill>
                  <a:schemeClr val="lt1"/>
                </a:solidFill>
              </a:defRPr>
            </a:lvl9pPr>
          </a:lstStyle>
          <a:p/>
        </p:txBody>
      </p:sp>
      <p:sp>
        <p:nvSpPr>
          <p:cNvPr id="107" name="Google Shape;107;p22"/>
          <p:cNvSpPr txBox="1"/>
          <p:nvPr>
            <p:ph idx="6" type="body"/>
          </p:nvPr>
        </p:nvSpPr>
        <p:spPr>
          <a:xfrm>
            <a:off x="6268950" y="4133503"/>
            <a:ext cx="2726700" cy="701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Char char="●"/>
              <a:defRPr sz="1000">
                <a:solidFill>
                  <a:schemeClr val="lt1"/>
                </a:solidFill>
              </a:defRPr>
            </a:lvl1pPr>
            <a:lvl2pPr indent="-292100" lvl="1" marL="914400">
              <a:spcBef>
                <a:spcPts val="0"/>
              </a:spcBef>
              <a:spcAft>
                <a:spcPts val="0"/>
              </a:spcAft>
              <a:buClr>
                <a:schemeClr val="lt1"/>
              </a:buClr>
              <a:buSzPts val="1000"/>
              <a:buChar char="○"/>
              <a:defRPr sz="1000">
                <a:solidFill>
                  <a:schemeClr val="lt1"/>
                </a:solidFill>
              </a:defRPr>
            </a:lvl2pPr>
            <a:lvl3pPr indent="-292100" lvl="2" marL="1371600">
              <a:spcBef>
                <a:spcPts val="0"/>
              </a:spcBef>
              <a:spcAft>
                <a:spcPts val="0"/>
              </a:spcAft>
              <a:buClr>
                <a:schemeClr val="lt1"/>
              </a:buClr>
              <a:buSzPts val="1000"/>
              <a:buChar char="■"/>
              <a:defRPr sz="1000">
                <a:solidFill>
                  <a:schemeClr val="lt1"/>
                </a:solidFill>
              </a:defRPr>
            </a:lvl3pPr>
            <a:lvl4pPr indent="-292100" lvl="3" marL="1828800">
              <a:spcBef>
                <a:spcPts val="0"/>
              </a:spcBef>
              <a:spcAft>
                <a:spcPts val="0"/>
              </a:spcAft>
              <a:buClr>
                <a:schemeClr val="lt1"/>
              </a:buClr>
              <a:buSzPts val="1000"/>
              <a:buChar char="●"/>
              <a:defRPr sz="1000">
                <a:solidFill>
                  <a:schemeClr val="lt1"/>
                </a:solidFill>
              </a:defRPr>
            </a:lvl4pPr>
            <a:lvl5pPr indent="-292100" lvl="4" marL="2286000">
              <a:spcBef>
                <a:spcPts val="0"/>
              </a:spcBef>
              <a:spcAft>
                <a:spcPts val="0"/>
              </a:spcAft>
              <a:buClr>
                <a:schemeClr val="lt1"/>
              </a:buClr>
              <a:buSzPts val="1000"/>
              <a:buChar char="○"/>
              <a:defRPr sz="1000">
                <a:solidFill>
                  <a:schemeClr val="lt1"/>
                </a:solidFill>
              </a:defRPr>
            </a:lvl5pPr>
            <a:lvl6pPr indent="-292100" lvl="5" marL="2743200">
              <a:spcBef>
                <a:spcPts val="0"/>
              </a:spcBef>
              <a:spcAft>
                <a:spcPts val="0"/>
              </a:spcAft>
              <a:buClr>
                <a:schemeClr val="lt1"/>
              </a:buClr>
              <a:buSzPts val="1000"/>
              <a:buChar char="■"/>
              <a:defRPr sz="1000">
                <a:solidFill>
                  <a:schemeClr val="lt1"/>
                </a:solidFill>
              </a:defRPr>
            </a:lvl6pPr>
            <a:lvl7pPr indent="-292100" lvl="6" marL="3200400">
              <a:spcBef>
                <a:spcPts val="0"/>
              </a:spcBef>
              <a:spcAft>
                <a:spcPts val="0"/>
              </a:spcAft>
              <a:buClr>
                <a:schemeClr val="lt1"/>
              </a:buClr>
              <a:buSzPts val="1000"/>
              <a:buChar char="●"/>
              <a:defRPr sz="1000">
                <a:solidFill>
                  <a:schemeClr val="lt1"/>
                </a:solidFill>
              </a:defRPr>
            </a:lvl7pPr>
            <a:lvl8pPr indent="-292100" lvl="7" marL="3657600">
              <a:spcBef>
                <a:spcPts val="0"/>
              </a:spcBef>
              <a:spcAft>
                <a:spcPts val="0"/>
              </a:spcAft>
              <a:buClr>
                <a:schemeClr val="lt1"/>
              </a:buClr>
              <a:buSzPts val="1000"/>
              <a:buChar char="○"/>
              <a:defRPr sz="1000">
                <a:solidFill>
                  <a:schemeClr val="lt1"/>
                </a:solidFill>
              </a:defRPr>
            </a:lvl8pPr>
            <a:lvl9pPr indent="-292100" lvl="8" marL="4114800">
              <a:spcBef>
                <a:spcPts val="0"/>
              </a:spcBef>
              <a:spcAft>
                <a:spcPts val="0"/>
              </a:spcAft>
              <a:buClr>
                <a:schemeClr val="lt1"/>
              </a:buClr>
              <a:buSzPts val="1000"/>
              <a:buChar char="■"/>
              <a:defRPr sz="1000">
                <a:solidFill>
                  <a:schemeClr val="lt1"/>
                </a:solidFill>
              </a:defRPr>
            </a:lvl9pPr>
          </a:lstStyle>
          <a:p/>
        </p:txBody>
      </p:sp>
      <p:sp>
        <p:nvSpPr>
          <p:cNvPr id="108" name="Google Shape;108;p22"/>
          <p:cNvSpPr/>
          <p:nvPr>
            <p:ph idx="7" type="pic"/>
          </p:nvPr>
        </p:nvSpPr>
        <p:spPr>
          <a:xfrm>
            <a:off x="3053763" y="709575"/>
            <a:ext cx="3031800" cy="2805300"/>
          </a:xfrm>
          <a:prstGeom prst="rect">
            <a:avLst/>
          </a:prstGeom>
          <a:noFill/>
          <a:ln>
            <a:noFill/>
          </a:ln>
        </p:spPr>
      </p:sp>
      <p:sp>
        <p:nvSpPr>
          <p:cNvPr id="109" name="Google Shape;109;p22"/>
          <p:cNvSpPr/>
          <p:nvPr>
            <p:ph idx="8" type="pic"/>
          </p:nvPr>
        </p:nvSpPr>
        <p:spPr>
          <a:xfrm>
            <a:off x="6095475" y="709575"/>
            <a:ext cx="3048600" cy="2805300"/>
          </a:xfrm>
          <a:prstGeom prst="rect">
            <a:avLst/>
          </a:prstGeom>
          <a:noFill/>
          <a:ln>
            <a:noFill/>
          </a:ln>
        </p:spPr>
      </p:sp>
      <p:cxnSp>
        <p:nvCxnSpPr>
          <p:cNvPr id="110" name="Google Shape;110;p22"/>
          <p:cNvCxnSpPr/>
          <p:nvPr/>
        </p:nvCxnSpPr>
        <p:spPr>
          <a:xfrm>
            <a:off x="3048525" y="703650"/>
            <a:ext cx="0" cy="4448700"/>
          </a:xfrm>
          <a:prstGeom prst="straightConnector1">
            <a:avLst/>
          </a:prstGeom>
          <a:noFill/>
          <a:ln cap="flat" cmpd="sng" w="9525">
            <a:solidFill>
              <a:schemeClr val="lt1"/>
            </a:solidFill>
            <a:prstDash val="solid"/>
            <a:round/>
            <a:headEnd len="med" w="med" type="none"/>
            <a:tailEnd len="med" w="med" type="none"/>
          </a:ln>
        </p:spPr>
      </p:cxnSp>
      <p:cxnSp>
        <p:nvCxnSpPr>
          <p:cNvPr id="111" name="Google Shape;111;p22"/>
          <p:cNvCxnSpPr/>
          <p:nvPr/>
        </p:nvCxnSpPr>
        <p:spPr>
          <a:xfrm>
            <a:off x="6090575" y="703650"/>
            <a:ext cx="0" cy="4448700"/>
          </a:xfrm>
          <a:prstGeom prst="straightConnector1">
            <a:avLst/>
          </a:prstGeom>
          <a:noFill/>
          <a:ln cap="flat" cmpd="sng" w="9525">
            <a:solidFill>
              <a:schemeClr val="lt1"/>
            </a:solidFill>
            <a:prstDash val="solid"/>
            <a:round/>
            <a:headEnd len="med" w="med" type="none"/>
            <a:tailEnd len="med" w="med" type="none"/>
          </a:ln>
        </p:spPr>
      </p:cxnSp>
      <p:cxnSp>
        <p:nvCxnSpPr>
          <p:cNvPr id="112" name="Google Shape;112;p22"/>
          <p:cNvCxnSpPr/>
          <p:nvPr/>
        </p:nvCxnSpPr>
        <p:spPr>
          <a:xfrm rot="10800000">
            <a:off x="0" y="3520200"/>
            <a:ext cx="9152400" cy="0"/>
          </a:xfrm>
          <a:prstGeom prst="straightConnector1">
            <a:avLst/>
          </a:prstGeom>
          <a:noFill/>
          <a:ln cap="flat" cmpd="sng" w="9525">
            <a:solidFill>
              <a:schemeClr val="lt1"/>
            </a:solidFill>
            <a:prstDash val="solid"/>
            <a:round/>
            <a:headEnd len="med" w="med" type="none"/>
            <a:tailEnd len="med" w="med" type="none"/>
          </a:ln>
        </p:spPr>
      </p:cxnSp>
      <p:cxnSp>
        <p:nvCxnSpPr>
          <p:cNvPr id="113" name="Google Shape;113;p22"/>
          <p:cNvCxnSpPr/>
          <p:nvPr/>
        </p:nvCxnSpPr>
        <p:spPr>
          <a:xfrm rot="10800000">
            <a:off x="0" y="704725"/>
            <a:ext cx="9152400" cy="0"/>
          </a:xfrm>
          <a:prstGeom prst="straightConnector1">
            <a:avLst/>
          </a:prstGeom>
          <a:noFill/>
          <a:ln cap="flat" cmpd="sng" w="9525">
            <a:solidFill>
              <a:schemeClr val="lt1"/>
            </a:solidFill>
            <a:prstDash val="solid"/>
            <a:round/>
            <a:headEnd len="med" w="med" type="none"/>
            <a:tailEnd len="med" w="med" type="none"/>
          </a:ln>
        </p:spPr>
      </p:cxnSp>
      <p:sp>
        <p:nvSpPr>
          <p:cNvPr id="114" name="Google Shape;114;p22"/>
          <p:cNvSpPr txBox="1"/>
          <p:nvPr>
            <p:ph idx="9" type="title"/>
          </p:nvPr>
        </p:nvSpPr>
        <p:spPr>
          <a:xfrm>
            <a:off x="322275" y="116625"/>
            <a:ext cx="8494800" cy="393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dk2"/>
              </a:buClr>
              <a:buSzPts val="2800"/>
              <a:buNone/>
              <a:defRPr>
                <a:solidFill>
                  <a:schemeClr val="dk2"/>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TITLE_AND_TWO_COLUMNS_1">
    <p:bg>
      <p:bgPr>
        <a:solidFill>
          <a:schemeClr val="dk1"/>
        </a:solidFill>
      </p:bgPr>
    </p:bg>
    <p:spTree>
      <p:nvGrpSpPr>
        <p:cNvPr id="115" name="Shape 115"/>
        <p:cNvGrpSpPr/>
        <p:nvPr/>
      </p:nvGrpSpPr>
      <p:grpSpPr>
        <a:xfrm>
          <a:off x="0" y="0"/>
          <a:ext cx="0" cy="0"/>
          <a:chOff x="0" y="0"/>
          <a:chExt cx="0" cy="0"/>
        </a:xfrm>
      </p:grpSpPr>
      <p:sp>
        <p:nvSpPr>
          <p:cNvPr id="116" name="Google Shape;116;p23"/>
          <p:cNvSpPr/>
          <p:nvPr>
            <p:ph idx="2" type="pic"/>
          </p:nvPr>
        </p:nvSpPr>
        <p:spPr>
          <a:xfrm>
            <a:off x="-5225" y="709575"/>
            <a:ext cx="3048600" cy="1468500"/>
          </a:xfrm>
          <a:prstGeom prst="rect">
            <a:avLst/>
          </a:prstGeom>
          <a:noFill/>
          <a:ln>
            <a:noFill/>
          </a:ln>
        </p:spPr>
      </p:sp>
      <p:sp>
        <p:nvSpPr>
          <p:cNvPr id="117" name="Google Shape;117;p23"/>
          <p:cNvSpPr/>
          <p:nvPr>
            <p:ph idx="3" type="pic"/>
          </p:nvPr>
        </p:nvSpPr>
        <p:spPr>
          <a:xfrm>
            <a:off x="3053763" y="709575"/>
            <a:ext cx="3031800" cy="1468500"/>
          </a:xfrm>
          <a:prstGeom prst="rect">
            <a:avLst/>
          </a:prstGeom>
          <a:noFill/>
          <a:ln>
            <a:noFill/>
          </a:ln>
        </p:spPr>
      </p:sp>
      <p:sp>
        <p:nvSpPr>
          <p:cNvPr id="118" name="Google Shape;118;p23"/>
          <p:cNvSpPr/>
          <p:nvPr>
            <p:ph idx="4" type="pic"/>
          </p:nvPr>
        </p:nvSpPr>
        <p:spPr>
          <a:xfrm>
            <a:off x="6095475" y="709575"/>
            <a:ext cx="3048600" cy="1468500"/>
          </a:xfrm>
          <a:prstGeom prst="rect">
            <a:avLst/>
          </a:prstGeom>
          <a:noFill/>
          <a:ln>
            <a:noFill/>
          </a:ln>
        </p:spPr>
      </p:sp>
      <p:cxnSp>
        <p:nvCxnSpPr>
          <p:cNvPr id="119" name="Google Shape;119;p23"/>
          <p:cNvCxnSpPr/>
          <p:nvPr/>
        </p:nvCxnSpPr>
        <p:spPr>
          <a:xfrm rot="10800000">
            <a:off x="0" y="704725"/>
            <a:ext cx="9152400" cy="0"/>
          </a:xfrm>
          <a:prstGeom prst="straightConnector1">
            <a:avLst/>
          </a:prstGeom>
          <a:noFill/>
          <a:ln cap="flat" cmpd="sng" w="9525">
            <a:solidFill>
              <a:schemeClr val="lt1"/>
            </a:solidFill>
            <a:prstDash val="solid"/>
            <a:round/>
            <a:headEnd len="med" w="med" type="none"/>
            <a:tailEnd len="med" w="med" type="none"/>
          </a:ln>
        </p:spPr>
      </p:cxnSp>
      <p:sp>
        <p:nvSpPr>
          <p:cNvPr id="120" name="Google Shape;120;p23"/>
          <p:cNvSpPr txBox="1"/>
          <p:nvPr>
            <p:ph type="title"/>
          </p:nvPr>
        </p:nvSpPr>
        <p:spPr>
          <a:xfrm>
            <a:off x="322275" y="116625"/>
            <a:ext cx="8494800" cy="393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dk2"/>
              </a:buClr>
              <a:buSzPts val="2800"/>
              <a:buNone/>
              <a:defRPr>
                <a:solidFill>
                  <a:schemeClr val="dk2"/>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21" name="Google Shape;121;p23"/>
          <p:cNvSpPr/>
          <p:nvPr>
            <p:ph idx="5" type="pic"/>
          </p:nvPr>
        </p:nvSpPr>
        <p:spPr>
          <a:xfrm>
            <a:off x="-4975" y="2192221"/>
            <a:ext cx="3048600" cy="1468500"/>
          </a:xfrm>
          <a:prstGeom prst="rect">
            <a:avLst/>
          </a:prstGeom>
          <a:noFill/>
          <a:ln>
            <a:noFill/>
          </a:ln>
        </p:spPr>
      </p:sp>
      <p:sp>
        <p:nvSpPr>
          <p:cNvPr id="122" name="Google Shape;122;p23"/>
          <p:cNvSpPr/>
          <p:nvPr>
            <p:ph idx="6" type="pic"/>
          </p:nvPr>
        </p:nvSpPr>
        <p:spPr>
          <a:xfrm>
            <a:off x="3054013" y="2192221"/>
            <a:ext cx="3031800" cy="1468500"/>
          </a:xfrm>
          <a:prstGeom prst="rect">
            <a:avLst/>
          </a:prstGeom>
          <a:noFill/>
          <a:ln>
            <a:noFill/>
          </a:ln>
        </p:spPr>
      </p:sp>
      <p:sp>
        <p:nvSpPr>
          <p:cNvPr id="123" name="Google Shape;123;p23"/>
          <p:cNvSpPr/>
          <p:nvPr>
            <p:ph idx="7" type="pic"/>
          </p:nvPr>
        </p:nvSpPr>
        <p:spPr>
          <a:xfrm>
            <a:off x="6095725" y="2192221"/>
            <a:ext cx="3048600" cy="1468500"/>
          </a:xfrm>
          <a:prstGeom prst="rect">
            <a:avLst/>
          </a:prstGeom>
          <a:noFill/>
          <a:ln>
            <a:noFill/>
          </a:ln>
        </p:spPr>
      </p:sp>
      <p:sp>
        <p:nvSpPr>
          <p:cNvPr id="124" name="Google Shape;124;p23"/>
          <p:cNvSpPr/>
          <p:nvPr>
            <p:ph idx="8" type="pic"/>
          </p:nvPr>
        </p:nvSpPr>
        <p:spPr>
          <a:xfrm>
            <a:off x="-4975" y="3674873"/>
            <a:ext cx="3048600" cy="1468500"/>
          </a:xfrm>
          <a:prstGeom prst="rect">
            <a:avLst/>
          </a:prstGeom>
          <a:noFill/>
          <a:ln>
            <a:noFill/>
          </a:ln>
        </p:spPr>
      </p:sp>
      <p:sp>
        <p:nvSpPr>
          <p:cNvPr id="125" name="Google Shape;125;p23"/>
          <p:cNvSpPr/>
          <p:nvPr>
            <p:ph idx="9" type="pic"/>
          </p:nvPr>
        </p:nvSpPr>
        <p:spPr>
          <a:xfrm>
            <a:off x="3054013" y="3674873"/>
            <a:ext cx="3031800" cy="1468500"/>
          </a:xfrm>
          <a:prstGeom prst="rect">
            <a:avLst/>
          </a:prstGeom>
          <a:noFill/>
          <a:ln>
            <a:noFill/>
          </a:ln>
        </p:spPr>
      </p:sp>
      <p:sp>
        <p:nvSpPr>
          <p:cNvPr id="126" name="Google Shape;126;p23"/>
          <p:cNvSpPr/>
          <p:nvPr>
            <p:ph idx="13" type="pic"/>
          </p:nvPr>
        </p:nvSpPr>
        <p:spPr>
          <a:xfrm>
            <a:off x="6095725" y="3674873"/>
            <a:ext cx="3048600" cy="1468500"/>
          </a:xfrm>
          <a:prstGeom prst="rect">
            <a:avLst/>
          </a:prstGeom>
          <a:noFill/>
          <a:ln>
            <a:noFill/>
          </a:ln>
        </p:spPr>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type="titleOnly">
  <p:cSld name="TITLE_ONLY">
    <p:spTree>
      <p:nvGrpSpPr>
        <p:cNvPr id="127" name="Shape 127"/>
        <p:cNvGrpSpPr/>
        <p:nvPr/>
      </p:nvGrpSpPr>
      <p:grpSpPr>
        <a:xfrm>
          <a:off x="0" y="0"/>
          <a:ext cx="0" cy="0"/>
          <a:chOff x="0" y="0"/>
          <a:chExt cx="0" cy="0"/>
        </a:xfrm>
      </p:grpSpPr>
      <p:sp>
        <p:nvSpPr>
          <p:cNvPr id="128" name="Google Shape;128;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29" name="Google Shape;129;p24"/>
          <p:cNvSpPr txBox="1"/>
          <p:nvPr>
            <p:ph idx="1" type="body"/>
          </p:nvPr>
        </p:nvSpPr>
        <p:spPr>
          <a:xfrm>
            <a:off x="226525" y="2995441"/>
            <a:ext cx="8673000" cy="1931100"/>
          </a:xfrm>
          <a:prstGeom prst="rect">
            <a:avLst/>
          </a:prstGeom>
        </p:spPr>
        <p:txBody>
          <a:bodyPr anchorCtr="0" anchor="b" bIns="91425" lIns="91425" spcFirstLastPara="1" rIns="91425" wrap="square" tIns="91425">
            <a:normAutofit/>
          </a:bodyPr>
          <a:lstStyle>
            <a:lvl1pPr indent="-412750" lvl="0" marL="4572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1pPr>
            <a:lvl2pPr indent="-412750" lvl="1" marL="9144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2pPr>
            <a:lvl3pPr indent="-412750" lvl="2" marL="13716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3pPr>
            <a:lvl4pPr indent="-412750" lvl="3" marL="18288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4pPr>
            <a:lvl5pPr indent="-412750" lvl="4" marL="22860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5pPr>
            <a:lvl6pPr indent="-412750" lvl="5" marL="27432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6pPr>
            <a:lvl7pPr indent="-412750" lvl="6" marL="32004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7pPr>
            <a:lvl8pPr indent="-412750" lvl="7" marL="36576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8pPr>
            <a:lvl9pPr indent="-412750" lvl="8" marL="41148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main point">
  <p:cSld name="TITLE_ONLY_1">
    <p:bg>
      <p:bgPr>
        <a:solidFill>
          <a:schemeClr val="dk1"/>
        </a:solidFill>
      </p:bgPr>
    </p:bg>
    <p:spTree>
      <p:nvGrpSpPr>
        <p:cNvPr id="130" name="Shape 130"/>
        <p:cNvGrpSpPr/>
        <p:nvPr/>
      </p:nvGrpSpPr>
      <p:grpSpPr>
        <a:xfrm>
          <a:off x="0" y="0"/>
          <a:ext cx="0" cy="0"/>
          <a:chOff x="0" y="0"/>
          <a:chExt cx="0" cy="0"/>
        </a:xfrm>
      </p:grpSpPr>
      <p:sp>
        <p:nvSpPr>
          <p:cNvPr id="131" name="Google Shape;131;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32" name="Google Shape;132;p25"/>
          <p:cNvSpPr txBox="1"/>
          <p:nvPr>
            <p:ph idx="1" type="body"/>
          </p:nvPr>
        </p:nvSpPr>
        <p:spPr>
          <a:xfrm>
            <a:off x="226525" y="2995441"/>
            <a:ext cx="8673000" cy="1931100"/>
          </a:xfrm>
          <a:prstGeom prst="rect">
            <a:avLst/>
          </a:prstGeom>
        </p:spPr>
        <p:txBody>
          <a:bodyPr anchorCtr="0" anchor="b" bIns="91425" lIns="91425" spcFirstLastPara="1" rIns="91425" wrap="square" tIns="91425">
            <a:normAutofit/>
          </a:bodyPr>
          <a:lstStyle>
            <a:lvl1pPr indent="-412750" lvl="0" marL="4572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1pPr>
            <a:lvl2pPr indent="-412750" lvl="1" marL="9144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2pPr>
            <a:lvl3pPr indent="-412750" lvl="2" marL="13716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3pPr>
            <a:lvl4pPr indent="-412750" lvl="3" marL="18288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4pPr>
            <a:lvl5pPr indent="-412750" lvl="4" marL="22860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5pPr>
            <a:lvl6pPr indent="-412750" lvl="5" marL="27432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6pPr>
            <a:lvl7pPr indent="-412750" lvl="6" marL="32004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7pPr>
            <a:lvl8pPr indent="-412750" lvl="7" marL="36576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8pPr>
            <a:lvl9pPr indent="-412750" lvl="8" marL="41148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ONE_COLUMN_TEXT">
    <p:bg>
      <p:bgPr>
        <a:solidFill>
          <a:schemeClr val="dk1"/>
        </a:solidFill>
      </p:bgPr>
    </p:bg>
    <p:spTree>
      <p:nvGrpSpPr>
        <p:cNvPr id="133" name="Shape 133"/>
        <p:cNvGrpSpPr/>
        <p:nvPr/>
      </p:nvGrpSpPr>
      <p:grpSpPr>
        <a:xfrm>
          <a:off x="0" y="0"/>
          <a:ext cx="0" cy="0"/>
          <a:chOff x="0" y="0"/>
          <a:chExt cx="0" cy="0"/>
        </a:xfrm>
      </p:grpSpPr>
      <p:sp>
        <p:nvSpPr>
          <p:cNvPr id="134" name="Google Shape;134;p26"/>
          <p:cNvSpPr/>
          <p:nvPr>
            <p:ph idx="2" type="pic"/>
          </p:nvPr>
        </p:nvSpPr>
        <p:spPr>
          <a:xfrm>
            <a:off x="4576350" y="0"/>
            <a:ext cx="4567500" cy="5153700"/>
          </a:xfrm>
          <a:prstGeom prst="rect">
            <a:avLst/>
          </a:prstGeom>
          <a:noFill/>
          <a:ln cap="flat" cmpd="sng" w="9525">
            <a:solidFill>
              <a:schemeClr val="lt1"/>
            </a:solidFill>
            <a:prstDash val="solid"/>
            <a:round/>
            <a:headEnd len="sm" w="sm" type="none"/>
            <a:tailEnd len="sm" w="sm" type="none"/>
          </a:ln>
        </p:spPr>
      </p:sp>
      <p:sp>
        <p:nvSpPr>
          <p:cNvPr id="135" name="Google Shape;135;p26"/>
          <p:cNvSpPr txBox="1"/>
          <p:nvPr>
            <p:ph idx="1" type="body"/>
          </p:nvPr>
        </p:nvSpPr>
        <p:spPr>
          <a:xfrm>
            <a:off x="226525" y="2080439"/>
            <a:ext cx="4119000" cy="1678800"/>
          </a:xfrm>
          <a:prstGeom prst="rect">
            <a:avLst/>
          </a:prstGeom>
        </p:spPr>
        <p:txBody>
          <a:bodyPr anchorCtr="0" anchor="t" bIns="91425" lIns="91425" spcFirstLastPara="1" rIns="91425" wrap="square" tIns="91425">
            <a:normAutofit/>
          </a:bodyPr>
          <a:lstStyle>
            <a:lvl1pPr indent="-330200" lvl="0" marL="457200">
              <a:spcBef>
                <a:spcPts val="0"/>
              </a:spcBef>
              <a:spcAft>
                <a:spcPts val="0"/>
              </a:spcAft>
              <a:buClr>
                <a:schemeClr val="lt1"/>
              </a:buClr>
              <a:buSzPts val="1600"/>
              <a:buChar char="●"/>
              <a:defRPr sz="1600">
                <a:solidFill>
                  <a:schemeClr val="lt1"/>
                </a:solidFill>
              </a:defRPr>
            </a:lvl1pPr>
            <a:lvl2pPr indent="-330200" lvl="1" marL="914400">
              <a:spcBef>
                <a:spcPts val="0"/>
              </a:spcBef>
              <a:spcAft>
                <a:spcPts val="0"/>
              </a:spcAft>
              <a:buClr>
                <a:schemeClr val="lt1"/>
              </a:buClr>
              <a:buSzPts val="1600"/>
              <a:buChar char="○"/>
              <a:defRPr sz="1600">
                <a:solidFill>
                  <a:schemeClr val="lt1"/>
                </a:solidFill>
              </a:defRPr>
            </a:lvl2pPr>
            <a:lvl3pPr indent="-330200" lvl="2" marL="1371600">
              <a:spcBef>
                <a:spcPts val="0"/>
              </a:spcBef>
              <a:spcAft>
                <a:spcPts val="0"/>
              </a:spcAft>
              <a:buClr>
                <a:schemeClr val="lt1"/>
              </a:buClr>
              <a:buSzPts val="1600"/>
              <a:buChar char="■"/>
              <a:defRPr sz="1600">
                <a:solidFill>
                  <a:schemeClr val="lt1"/>
                </a:solidFill>
              </a:defRPr>
            </a:lvl3pPr>
            <a:lvl4pPr indent="-330200" lvl="3" marL="1828800">
              <a:spcBef>
                <a:spcPts val="0"/>
              </a:spcBef>
              <a:spcAft>
                <a:spcPts val="0"/>
              </a:spcAft>
              <a:buClr>
                <a:schemeClr val="lt1"/>
              </a:buClr>
              <a:buSzPts val="1600"/>
              <a:buChar char="●"/>
              <a:defRPr sz="1600">
                <a:solidFill>
                  <a:schemeClr val="lt1"/>
                </a:solidFill>
              </a:defRPr>
            </a:lvl4pPr>
            <a:lvl5pPr indent="-330200" lvl="4" marL="2286000">
              <a:spcBef>
                <a:spcPts val="0"/>
              </a:spcBef>
              <a:spcAft>
                <a:spcPts val="0"/>
              </a:spcAft>
              <a:buClr>
                <a:schemeClr val="lt1"/>
              </a:buClr>
              <a:buSzPts val="1600"/>
              <a:buChar char="○"/>
              <a:defRPr sz="1600">
                <a:solidFill>
                  <a:schemeClr val="lt1"/>
                </a:solidFill>
              </a:defRPr>
            </a:lvl5pPr>
            <a:lvl6pPr indent="-330200" lvl="5" marL="2743200">
              <a:spcBef>
                <a:spcPts val="0"/>
              </a:spcBef>
              <a:spcAft>
                <a:spcPts val="0"/>
              </a:spcAft>
              <a:buClr>
                <a:schemeClr val="lt1"/>
              </a:buClr>
              <a:buSzPts val="1600"/>
              <a:buChar char="■"/>
              <a:defRPr sz="1600">
                <a:solidFill>
                  <a:schemeClr val="lt1"/>
                </a:solidFill>
              </a:defRPr>
            </a:lvl6pPr>
            <a:lvl7pPr indent="-330200" lvl="6" marL="3200400">
              <a:spcBef>
                <a:spcPts val="0"/>
              </a:spcBef>
              <a:spcAft>
                <a:spcPts val="0"/>
              </a:spcAft>
              <a:buClr>
                <a:schemeClr val="lt1"/>
              </a:buClr>
              <a:buSzPts val="1600"/>
              <a:buChar char="●"/>
              <a:defRPr sz="1600">
                <a:solidFill>
                  <a:schemeClr val="lt1"/>
                </a:solidFill>
              </a:defRPr>
            </a:lvl7pPr>
            <a:lvl8pPr indent="-330200" lvl="7" marL="3657600">
              <a:spcBef>
                <a:spcPts val="0"/>
              </a:spcBef>
              <a:spcAft>
                <a:spcPts val="0"/>
              </a:spcAft>
              <a:buClr>
                <a:schemeClr val="lt1"/>
              </a:buClr>
              <a:buSzPts val="1600"/>
              <a:buChar char="○"/>
              <a:defRPr sz="1600">
                <a:solidFill>
                  <a:schemeClr val="lt1"/>
                </a:solidFill>
              </a:defRPr>
            </a:lvl8pPr>
            <a:lvl9pPr indent="-330200" lvl="8" marL="4114800">
              <a:spcBef>
                <a:spcPts val="0"/>
              </a:spcBef>
              <a:spcAft>
                <a:spcPts val="0"/>
              </a:spcAft>
              <a:buClr>
                <a:schemeClr val="lt1"/>
              </a:buClr>
              <a:buSzPts val="1600"/>
              <a:buChar char="■"/>
              <a:defRPr sz="1600">
                <a:solidFill>
                  <a:schemeClr val="lt1"/>
                </a:solidFill>
              </a:defRPr>
            </a:lvl9pPr>
          </a:lstStyle>
          <a:p/>
        </p:txBody>
      </p:sp>
      <p:sp>
        <p:nvSpPr>
          <p:cNvPr id="136" name="Google Shape;136;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37" name="Google Shape;137;p26"/>
          <p:cNvSpPr txBox="1"/>
          <p:nvPr>
            <p:ph type="title"/>
          </p:nvPr>
        </p:nvSpPr>
        <p:spPr>
          <a:xfrm>
            <a:off x="226525" y="1271099"/>
            <a:ext cx="4119000" cy="8166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Clr>
                <a:schemeClr val="lt1"/>
              </a:buClr>
              <a:buSzPts val="2500"/>
              <a:buNone/>
              <a:defRPr sz="2500">
                <a:solidFill>
                  <a:schemeClr val="lt1"/>
                </a:solidFill>
              </a:defRPr>
            </a:lvl1pPr>
            <a:lvl2pPr lvl="1">
              <a:lnSpc>
                <a:spcPct val="80000"/>
              </a:lnSpc>
              <a:spcBef>
                <a:spcPts val="0"/>
              </a:spcBef>
              <a:spcAft>
                <a:spcPts val="0"/>
              </a:spcAft>
              <a:buClr>
                <a:schemeClr val="lt1"/>
              </a:buClr>
              <a:buSzPts val="2500"/>
              <a:buNone/>
              <a:defRPr sz="2500">
                <a:solidFill>
                  <a:schemeClr val="lt1"/>
                </a:solidFill>
              </a:defRPr>
            </a:lvl2pPr>
            <a:lvl3pPr lvl="2">
              <a:lnSpc>
                <a:spcPct val="80000"/>
              </a:lnSpc>
              <a:spcBef>
                <a:spcPts val="0"/>
              </a:spcBef>
              <a:spcAft>
                <a:spcPts val="0"/>
              </a:spcAft>
              <a:buClr>
                <a:schemeClr val="lt1"/>
              </a:buClr>
              <a:buSzPts val="2500"/>
              <a:buNone/>
              <a:defRPr sz="2500">
                <a:solidFill>
                  <a:schemeClr val="lt1"/>
                </a:solidFill>
              </a:defRPr>
            </a:lvl3pPr>
            <a:lvl4pPr lvl="3">
              <a:lnSpc>
                <a:spcPct val="80000"/>
              </a:lnSpc>
              <a:spcBef>
                <a:spcPts val="0"/>
              </a:spcBef>
              <a:spcAft>
                <a:spcPts val="0"/>
              </a:spcAft>
              <a:buClr>
                <a:schemeClr val="lt1"/>
              </a:buClr>
              <a:buSzPts val="2500"/>
              <a:buNone/>
              <a:defRPr sz="2500">
                <a:solidFill>
                  <a:schemeClr val="lt1"/>
                </a:solidFill>
              </a:defRPr>
            </a:lvl4pPr>
            <a:lvl5pPr lvl="4">
              <a:lnSpc>
                <a:spcPct val="80000"/>
              </a:lnSpc>
              <a:spcBef>
                <a:spcPts val="0"/>
              </a:spcBef>
              <a:spcAft>
                <a:spcPts val="0"/>
              </a:spcAft>
              <a:buClr>
                <a:schemeClr val="lt1"/>
              </a:buClr>
              <a:buSzPts val="2500"/>
              <a:buNone/>
              <a:defRPr sz="2500">
                <a:solidFill>
                  <a:schemeClr val="lt1"/>
                </a:solidFill>
              </a:defRPr>
            </a:lvl5pPr>
            <a:lvl6pPr lvl="5">
              <a:lnSpc>
                <a:spcPct val="80000"/>
              </a:lnSpc>
              <a:spcBef>
                <a:spcPts val="0"/>
              </a:spcBef>
              <a:spcAft>
                <a:spcPts val="0"/>
              </a:spcAft>
              <a:buClr>
                <a:schemeClr val="lt1"/>
              </a:buClr>
              <a:buSzPts val="2500"/>
              <a:buNone/>
              <a:defRPr sz="2500">
                <a:solidFill>
                  <a:schemeClr val="lt1"/>
                </a:solidFill>
              </a:defRPr>
            </a:lvl6pPr>
            <a:lvl7pPr lvl="6">
              <a:lnSpc>
                <a:spcPct val="80000"/>
              </a:lnSpc>
              <a:spcBef>
                <a:spcPts val="0"/>
              </a:spcBef>
              <a:spcAft>
                <a:spcPts val="0"/>
              </a:spcAft>
              <a:buClr>
                <a:schemeClr val="lt1"/>
              </a:buClr>
              <a:buSzPts val="2500"/>
              <a:buNone/>
              <a:defRPr sz="2500">
                <a:solidFill>
                  <a:schemeClr val="lt1"/>
                </a:solidFill>
              </a:defRPr>
            </a:lvl7pPr>
            <a:lvl8pPr lvl="7">
              <a:lnSpc>
                <a:spcPct val="80000"/>
              </a:lnSpc>
              <a:spcBef>
                <a:spcPts val="0"/>
              </a:spcBef>
              <a:spcAft>
                <a:spcPts val="0"/>
              </a:spcAft>
              <a:buClr>
                <a:schemeClr val="lt1"/>
              </a:buClr>
              <a:buSzPts val="2500"/>
              <a:buNone/>
              <a:defRPr sz="2500">
                <a:solidFill>
                  <a:schemeClr val="lt1"/>
                </a:solidFill>
              </a:defRPr>
            </a:lvl8pPr>
            <a:lvl9pPr lvl="8">
              <a:lnSpc>
                <a:spcPct val="80000"/>
              </a:lnSpc>
              <a:spcBef>
                <a:spcPts val="0"/>
              </a:spcBef>
              <a:spcAft>
                <a:spcPts val="0"/>
              </a:spcAft>
              <a:buClr>
                <a:schemeClr val="lt1"/>
              </a:buClr>
              <a:buSzPts val="2500"/>
              <a:buNone/>
              <a:defRPr sz="2500">
                <a:solidFill>
                  <a:schemeClr val="lt1"/>
                </a:solidFill>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allery 2">
  <p:cSld name="MAIN_POINT">
    <p:spTree>
      <p:nvGrpSpPr>
        <p:cNvPr id="138" name="Shape 138"/>
        <p:cNvGrpSpPr/>
        <p:nvPr/>
      </p:nvGrpSpPr>
      <p:grpSpPr>
        <a:xfrm>
          <a:off x="0" y="0"/>
          <a:ext cx="0" cy="0"/>
          <a:chOff x="0" y="0"/>
          <a:chExt cx="0" cy="0"/>
        </a:xfrm>
      </p:grpSpPr>
      <p:sp>
        <p:nvSpPr>
          <p:cNvPr id="139" name="Google Shape;139;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40" name="Google Shape;140;p27"/>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SzPts val="600"/>
              <a:buNone/>
              <a:defRPr b="0" sz="6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41" name="Google Shape;141;p27"/>
          <p:cNvSpPr/>
          <p:nvPr>
            <p:ph idx="2" type="pic"/>
          </p:nvPr>
        </p:nvSpPr>
        <p:spPr>
          <a:xfrm>
            <a:off x="2315425" y="226625"/>
            <a:ext cx="3733800" cy="4690500"/>
          </a:xfrm>
          <a:prstGeom prst="rect">
            <a:avLst/>
          </a:prstGeom>
          <a:noFill/>
          <a:ln cap="flat" cmpd="sng" w="9525">
            <a:solidFill>
              <a:schemeClr val="dk1"/>
            </a:solidFill>
            <a:prstDash val="solid"/>
            <a:round/>
            <a:headEnd len="sm" w="sm" type="none"/>
            <a:tailEnd len="sm" w="sm" type="none"/>
          </a:ln>
        </p:spPr>
      </p:sp>
      <p:sp>
        <p:nvSpPr>
          <p:cNvPr id="142" name="Google Shape;142;p27"/>
          <p:cNvSpPr/>
          <p:nvPr>
            <p:ph idx="3" type="pic"/>
          </p:nvPr>
        </p:nvSpPr>
        <p:spPr>
          <a:xfrm>
            <a:off x="6255975" y="1391900"/>
            <a:ext cx="2661600" cy="2359500"/>
          </a:xfrm>
          <a:prstGeom prst="rect">
            <a:avLst/>
          </a:prstGeom>
          <a:noFill/>
          <a:ln cap="flat" cmpd="sng" w="9525">
            <a:solidFill>
              <a:schemeClr val="dk1"/>
            </a:solidFill>
            <a:prstDash val="solid"/>
            <a:round/>
            <a:headEnd len="sm" w="sm" type="none"/>
            <a:tailEnd len="sm" w="sm" type="none"/>
          </a:ln>
        </p:spPr>
      </p:sp>
      <p:sp>
        <p:nvSpPr>
          <p:cNvPr id="143" name="Google Shape;143;p27"/>
          <p:cNvSpPr txBox="1"/>
          <p:nvPr>
            <p:ph idx="4" type="title"/>
          </p:nvPr>
        </p:nvSpPr>
        <p:spPr>
          <a:xfrm>
            <a:off x="7234267"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SzPts val="600"/>
              <a:buNone/>
              <a:defRPr b="0" sz="600"/>
            </a:lvl1pPr>
            <a:lvl2pPr lvl="1" algn="r">
              <a:spcBef>
                <a:spcPts val="0"/>
              </a:spcBef>
              <a:spcAft>
                <a:spcPts val="0"/>
              </a:spcAft>
              <a:buSzPts val="2800"/>
              <a:buNone/>
              <a:defRPr/>
            </a:lvl2pPr>
            <a:lvl3pPr lvl="2" algn="r">
              <a:spcBef>
                <a:spcPts val="0"/>
              </a:spcBef>
              <a:spcAft>
                <a:spcPts val="0"/>
              </a:spcAft>
              <a:buSzPts val="2800"/>
              <a:buNone/>
              <a:defRPr/>
            </a:lvl3pPr>
            <a:lvl4pPr lvl="3" algn="r">
              <a:spcBef>
                <a:spcPts val="0"/>
              </a:spcBef>
              <a:spcAft>
                <a:spcPts val="0"/>
              </a:spcAft>
              <a:buSzPts val="2800"/>
              <a:buNone/>
              <a:defRPr/>
            </a:lvl4pPr>
            <a:lvl5pPr lvl="4" algn="r">
              <a:spcBef>
                <a:spcPts val="0"/>
              </a:spcBef>
              <a:spcAft>
                <a:spcPts val="0"/>
              </a:spcAft>
              <a:buSzPts val="2800"/>
              <a:buNone/>
              <a:defRPr/>
            </a:lvl5pPr>
            <a:lvl6pPr lvl="5" algn="r">
              <a:spcBef>
                <a:spcPts val="0"/>
              </a:spcBef>
              <a:spcAft>
                <a:spcPts val="0"/>
              </a:spcAft>
              <a:buSzPts val="2800"/>
              <a:buNone/>
              <a:defRPr/>
            </a:lvl6pPr>
            <a:lvl7pPr lvl="6" algn="r">
              <a:spcBef>
                <a:spcPts val="0"/>
              </a:spcBef>
              <a:spcAft>
                <a:spcPts val="0"/>
              </a:spcAft>
              <a:buSzPts val="2800"/>
              <a:buNone/>
              <a:defRPr/>
            </a:lvl7pPr>
            <a:lvl8pPr lvl="7" algn="r">
              <a:spcBef>
                <a:spcPts val="0"/>
              </a:spcBef>
              <a:spcAft>
                <a:spcPts val="0"/>
              </a:spcAft>
              <a:buSzPts val="2800"/>
              <a:buNone/>
              <a:defRPr/>
            </a:lvl8pPr>
            <a:lvl9pPr lvl="8" algn="r">
              <a:spcBef>
                <a:spcPts val="0"/>
              </a:spcBef>
              <a:spcAft>
                <a:spcPts val="0"/>
              </a:spcAft>
              <a:buSzPts val="2800"/>
              <a:buNone/>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chart">
  <p:cSld name="SECTION_TITLE_AND_DESCRIPTION">
    <p:spTree>
      <p:nvGrpSpPr>
        <p:cNvPr id="144" name="Shape 144"/>
        <p:cNvGrpSpPr/>
        <p:nvPr/>
      </p:nvGrpSpPr>
      <p:grpSpPr>
        <a:xfrm>
          <a:off x="0" y="0"/>
          <a:ext cx="0" cy="0"/>
          <a:chOff x="0" y="0"/>
          <a:chExt cx="0" cy="0"/>
        </a:xfrm>
      </p:grpSpPr>
      <p:sp>
        <p:nvSpPr>
          <p:cNvPr id="145" name="Google Shape;145;p28"/>
          <p:cNvSpPr/>
          <p:nvPr/>
        </p:nvSpPr>
        <p:spPr>
          <a:xfrm>
            <a:off x="457200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Inter"/>
              <a:ea typeface="Inter"/>
              <a:cs typeface="Inter"/>
              <a:sym typeface="Inter"/>
            </a:endParaRPr>
          </a:p>
        </p:txBody>
      </p:sp>
      <p:sp>
        <p:nvSpPr>
          <p:cNvPr id="146" name="Google Shape;146;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47" name="Google Shape;147;p28"/>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SzPts val="600"/>
              <a:buNone/>
              <a:defRPr b="0" sz="6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48" name="Google Shape;148;p28"/>
          <p:cNvSpPr txBox="1"/>
          <p:nvPr>
            <p:ph idx="2" type="title"/>
          </p:nvPr>
        </p:nvSpPr>
        <p:spPr>
          <a:xfrm>
            <a:off x="7234267"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lt1"/>
              </a:buClr>
              <a:buSzPts val="600"/>
              <a:buNone/>
              <a:defRPr b="0" sz="600">
                <a:solidFill>
                  <a:schemeClr val="lt1"/>
                </a:solidFill>
              </a:defRPr>
            </a:lvl1pPr>
            <a:lvl2pPr lvl="1" algn="r">
              <a:spcBef>
                <a:spcPts val="0"/>
              </a:spcBef>
              <a:spcAft>
                <a:spcPts val="0"/>
              </a:spcAft>
              <a:buClr>
                <a:schemeClr val="lt1"/>
              </a:buClr>
              <a:buSzPts val="2800"/>
              <a:buNone/>
              <a:defRPr>
                <a:solidFill>
                  <a:schemeClr val="lt1"/>
                </a:solidFill>
              </a:defRPr>
            </a:lvl2pPr>
            <a:lvl3pPr lvl="2" algn="r">
              <a:spcBef>
                <a:spcPts val="0"/>
              </a:spcBef>
              <a:spcAft>
                <a:spcPts val="0"/>
              </a:spcAft>
              <a:buClr>
                <a:schemeClr val="lt1"/>
              </a:buClr>
              <a:buSzPts val="2800"/>
              <a:buNone/>
              <a:defRPr>
                <a:solidFill>
                  <a:schemeClr val="lt1"/>
                </a:solidFill>
              </a:defRPr>
            </a:lvl3pPr>
            <a:lvl4pPr lvl="3" algn="r">
              <a:spcBef>
                <a:spcPts val="0"/>
              </a:spcBef>
              <a:spcAft>
                <a:spcPts val="0"/>
              </a:spcAft>
              <a:buClr>
                <a:schemeClr val="lt1"/>
              </a:buClr>
              <a:buSzPts val="2800"/>
              <a:buNone/>
              <a:defRPr>
                <a:solidFill>
                  <a:schemeClr val="lt1"/>
                </a:solidFill>
              </a:defRPr>
            </a:lvl4pPr>
            <a:lvl5pPr lvl="4" algn="r">
              <a:spcBef>
                <a:spcPts val="0"/>
              </a:spcBef>
              <a:spcAft>
                <a:spcPts val="0"/>
              </a:spcAft>
              <a:buClr>
                <a:schemeClr val="lt1"/>
              </a:buClr>
              <a:buSzPts val="2800"/>
              <a:buNone/>
              <a:defRPr>
                <a:solidFill>
                  <a:schemeClr val="lt1"/>
                </a:solidFill>
              </a:defRPr>
            </a:lvl5pPr>
            <a:lvl6pPr lvl="5" algn="r">
              <a:spcBef>
                <a:spcPts val="0"/>
              </a:spcBef>
              <a:spcAft>
                <a:spcPts val="0"/>
              </a:spcAft>
              <a:buClr>
                <a:schemeClr val="lt1"/>
              </a:buClr>
              <a:buSzPts val="2800"/>
              <a:buNone/>
              <a:defRPr>
                <a:solidFill>
                  <a:schemeClr val="lt1"/>
                </a:solidFill>
              </a:defRPr>
            </a:lvl6pPr>
            <a:lvl7pPr lvl="6" algn="r">
              <a:spcBef>
                <a:spcPts val="0"/>
              </a:spcBef>
              <a:spcAft>
                <a:spcPts val="0"/>
              </a:spcAft>
              <a:buClr>
                <a:schemeClr val="lt1"/>
              </a:buClr>
              <a:buSzPts val="2800"/>
              <a:buNone/>
              <a:defRPr>
                <a:solidFill>
                  <a:schemeClr val="lt1"/>
                </a:solidFill>
              </a:defRPr>
            </a:lvl7pPr>
            <a:lvl8pPr lvl="7" algn="r">
              <a:spcBef>
                <a:spcPts val="0"/>
              </a:spcBef>
              <a:spcAft>
                <a:spcPts val="0"/>
              </a:spcAft>
              <a:buClr>
                <a:schemeClr val="lt1"/>
              </a:buClr>
              <a:buSzPts val="2800"/>
              <a:buNone/>
              <a:defRPr>
                <a:solidFill>
                  <a:schemeClr val="lt1"/>
                </a:solidFill>
              </a:defRPr>
            </a:lvl8pPr>
            <a:lvl9pPr lvl="8" algn="r">
              <a:spcBef>
                <a:spcPts val="0"/>
              </a:spcBef>
              <a:spcAft>
                <a:spcPts val="0"/>
              </a:spcAft>
              <a:buClr>
                <a:schemeClr val="lt1"/>
              </a:buClr>
              <a:buSzPts val="2800"/>
              <a:buNone/>
              <a:defRPr>
                <a:solidFill>
                  <a:schemeClr val="lt1"/>
                </a:solidFill>
              </a:defRPr>
            </a:lvl9pPr>
          </a:lstStyle>
          <a:p/>
        </p:txBody>
      </p:sp>
      <p:sp>
        <p:nvSpPr>
          <p:cNvPr id="149" name="Google Shape;149;p28"/>
          <p:cNvSpPr txBox="1"/>
          <p:nvPr>
            <p:ph idx="3" type="title"/>
          </p:nvPr>
        </p:nvSpPr>
        <p:spPr>
          <a:xfrm>
            <a:off x="226525" y="1271099"/>
            <a:ext cx="4119000" cy="8166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SzPts val="2500"/>
              <a:buNone/>
              <a:defRPr sz="2500"/>
            </a:lvl1pPr>
            <a:lvl2pPr lvl="1">
              <a:lnSpc>
                <a:spcPct val="80000"/>
              </a:lnSpc>
              <a:spcBef>
                <a:spcPts val="0"/>
              </a:spcBef>
              <a:spcAft>
                <a:spcPts val="0"/>
              </a:spcAft>
              <a:buSzPts val="2500"/>
              <a:buNone/>
              <a:defRPr sz="2500"/>
            </a:lvl2pPr>
            <a:lvl3pPr lvl="2">
              <a:lnSpc>
                <a:spcPct val="80000"/>
              </a:lnSpc>
              <a:spcBef>
                <a:spcPts val="0"/>
              </a:spcBef>
              <a:spcAft>
                <a:spcPts val="0"/>
              </a:spcAft>
              <a:buSzPts val="2500"/>
              <a:buNone/>
              <a:defRPr sz="2500"/>
            </a:lvl3pPr>
            <a:lvl4pPr lvl="3">
              <a:lnSpc>
                <a:spcPct val="80000"/>
              </a:lnSpc>
              <a:spcBef>
                <a:spcPts val="0"/>
              </a:spcBef>
              <a:spcAft>
                <a:spcPts val="0"/>
              </a:spcAft>
              <a:buSzPts val="2500"/>
              <a:buNone/>
              <a:defRPr sz="2500"/>
            </a:lvl4pPr>
            <a:lvl5pPr lvl="4">
              <a:lnSpc>
                <a:spcPct val="80000"/>
              </a:lnSpc>
              <a:spcBef>
                <a:spcPts val="0"/>
              </a:spcBef>
              <a:spcAft>
                <a:spcPts val="0"/>
              </a:spcAft>
              <a:buSzPts val="2500"/>
              <a:buNone/>
              <a:defRPr sz="2500"/>
            </a:lvl5pPr>
            <a:lvl6pPr lvl="5">
              <a:lnSpc>
                <a:spcPct val="80000"/>
              </a:lnSpc>
              <a:spcBef>
                <a:spcPts val="0"/>
              </a:spcBef>
              <a:spcAft>
                <a:spcPts val="0"/>
              </a:spcAft>
              <a:buSzPts val="2500"/>
              <a:buNone/>
              <a:defRPr sz="2500"/>
            </a:lvl6pPr>
            <a:lvl7pPr lvl="6">
              <a:lnSpc>
                <a:spcPct val="80000"/>
              </a:lnSpc>
              <a:spcBef>
                <a:spcPts val="0"/>
              </a:spcBef>
              <a:spcAft>
                <a:spcPts val="0"/>
              </a:spcAft>
              <a:buSzPts val="2500"/>
              <a:buNone/>
              <a:defRPr sz="2500"/>
            </a:lvl7pPr>
            <a:lvl8pPr lvl="7">
              <a:lnSpc>
                <a:spcPct val="80000"/>
              </a:lnSpc>
              <a:spcBef>
                <a:spcPts val="0"/>
              </a:spcBef>
              <a:spcAft>
                <a:spcPts val="0"/>
              </a:spcAft>
              <a:buSzPts val="2500"/>
              <a:buNone/>
              <a:defRPr sz="2500"/>
            </a:lvl8pPr>
            <a:lvl9pPr lvl="8">
              <a:lnSpc>
                <a:spcPct val="80000"/>
              </a:lnSpc>
              <a:spcBef>
                <a:spcPts val="0"/>
              </a:spcBef>
              <a:spcAft>
                <a:spcPts val="0"/>
              </a:spcAft>
              <a:buSzPts val="2500"/>
              <a:buNone/>
              <a:defRPr sz="2500"/>
            </a:lvl9pPr>
          </a:lstStyle>
          <a:p/>
        </p:txBody>
      </p:sp>
      <p:sp>
        <p:nvSpPr>
          <p:cNvPr id="150" name="Google Shape;150;p28"/>
          <p:cNvSpPr txBox="1"/>
          <p:nvPr>
            <p:ph idx="1" type="body"/>
          </p:nvPr>
        </p:nvSpPr>
        <p:spPr>
          <a:xfrm>
            <a:off x="226525" y="2080439"/>
            <a:ext cx="4119000" cy="16788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one column text">
  <p:cSld name="SECTION_TITLE_AND_DESCRIPTION_1">
    <p:spTree>
      <p:nvGrpSpPr>
        <p:cNvPr id="151" name="Shape 151"/>
        <p:cNvGrpSpPr/>
        <p:nvPr/>
      </p:nvGrpSpPr>
      <p:grpSpPr>
        <a:xfrm>
          <a:off x="0" y="0"/>
          <a:ext cx="0" cy="0"/>
          <a:chOff x="0" y="0"/>
          <a:chExt cx="0" cy="0"/>
        </a:xfrm>
      </p:grpSpPr>
      <p:sp>
        <p:nvSpPr>
          <p:cNvPr id="152" name="Google Shape;152;p29"/>
          <p:cNvSpPr/>
          <p:nvPr/>
        </p:nvSpPr>
        <p:spPr>
          <a:xfrm>
            <a:off x="457200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Inter"/>
              <a:ea typeface="Inter"/>
              <a:cs typeface="Inter"/>
              <a:sym typeface="Inter"/>
            </a:endParaRPr>
          </a:p>
        </p:txBody>
      </p:sp>
      <p:sp>
        <p:nvSpPr>
          <p:cNvPr id="153" name="Google Shape;153;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54" name="Google Shape;154;p29"/>
          <p:cNvSpPr txBox="1"/>
          <p:nvPr>
            <p:ph type="title"/>
          </p:nvPr>
        </p:nvSpPr>
        <p:spPr>
          <a:xfrm>
            <a:off x="226525" y="697649"/>
            <a:ext cx="4119000" cy="8166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SzPts val="2500"/>
              <a:buNone/>
              <a:defRPr sz="2500"/>
            </a:lvl1pPr>
            <a:lvl2pPr lvl="1">
              <a:lnSpc>
                <a:spcPct val="80000"/>
              </a:lnSpc>
              <a:spcBef>
                <a:spcPts val="0"/>
              </a:spcBef>
              <a:spcAft>
                <a:spcPts val="0"/>
              </a:spcAft>
              <a:buSzPts val="2500"/>
              <a:buNone/>
              <a:defRPr sz="2500"/>
            </a:lvl2pPr>
            <a:lvl3pPr lvl="2">
              <a:lnSpc>
                <a:spcPct val="80000"/>
              </a:lnSpc>
              <a:spcBef>
                <a:spcPts val="0"/>
              </a:spcBef>
              <a:spcAft>
                <a:spcPts val="0"/>
              </a:spcAft>
              <a:buSzPts val="2500"/>
              <a:buNone/>
              <a:defRPr sz="2500"/>
            </a:lvl3pPr>
            <a:lvl4pPr lvl="3">
              <a:lnSpc>
                <a:spcPct val="80000"/>
              </a:lnSpc>
              <a:spcBef>
                <a:spcPts val="0"/>
              </a:spcBef>
              <a:spcAft>
                <a:spcPts val="0"/>
              </a:spcAft>
              <a:buSzPts val="2500"/>
              <a:buNone/>
              <a:defRPr sz="2500"/>
            </a:lvl4pPr>
            <a:lvl5pPr lvl="4">
              <a:lnSpc>
                <a:spcPct val="80000"/>
              </a:lnSpc>
              <a:spcBef>
                <a:spcPts val="0"/>
              </a:spcBef>
              <a:spcAft>
                <a:spcPts val="0"/>
              </a:spcAft>
              <a:buSzPts val="2500"/>
              <a:buNone/>
              <a:defRPr sz="2500"/>
            </a:lvl5pPr>
            <a:lvl6pPr lvl="5">
              <a:lnSpc>
                <a:spcPct val="80000"/>
              </a:lnSpc>
              <a:spcBef>
                <a:spcPts val="0"/>
              </a:spcBef>
              <a:spcAft>
                <a:spcPts val="0"/>
              </a:spcAft>
              <a:buSzPts val="2500"/>
              <a:buNone/>
              <a:defRPr sz="2500"/>
            </a:lvl6pPr>
            <a:lvl7pPr lvl="6">
              <a:lnSpc>
                <a:spcPct val="80000"/>
              </a:lnSpc>
              <a:spcBef>
                <a:spcPts val="0"/>
              </a:spcBef>
              <a:spcAft>
                <a:spcPts val="0"/>
              </a:spcAft>
              <a:buSzPts val="2500"/>
              <a:buNone/>
              <a:defRPr sz="2500"/>
            </a:lvl7pPr>
            <a:lvl8pPr lvl="7">
              <a:lnSpc>
                <a:spcPct val="80000"/>
              </a:lnSpc>
              <a:spcBef>
                <a:spcPts val="0"/>
              </a:spcBef>
              <a:spcAft>
                <a:spcPts val="0"/>
              </a:spcAft>
              <a:buSzPts val="2500"/>
              <a:buNone/>
              <a:defRPr sz="2500"/>
            </a:lvl8pPr>
            <a:lvl9pPr lvl="8">
              <a:lnSpc>
                <a:spcPct val="80000"/>
              </a:lnSpc>
              <a:spcBef>
                <a:spcPts val="0"/>
              </a:spcBef>
              <a:spcAft>
                <a:spcPts val="0"/>
              </a:spcAft>
              <a:buSzPts val="2500"/>
              <a:buNone/>
              <a:defRPr sz="2500"/>
            </a:lvl9pPr>
          </a:lstStyle>
          <a:p/>
        </p:txBody>
      </p:sp>
      <p:sp>
        <p:nvSpPr>
          <p:cNvPr id="155" name="Google Shape;155;p29"/>
          <p:cNvSpPr txBox="1"/>
          <p:nvPr>
            <p:ph idx="1" type="body"/>
          </p:nvPr>
        </p:nvSpPr>
        <p:spPr>
          <a:xfrm>
            <a:off x="226525" y="2509639"/>
            <a:ext cx="4119000" cy="16788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56" name="Google Shape;156;p29"/>
          <p:cNvSpPr txBox="1"/>
          <p:nvPr>
            <p:ph idx="2" type="subTitle"/>
          </p:nvPr>
        </p:nvSpPr>
        <p:spPr>
          <a:xfrm>
            <a:off x="226525" y="1710600"/>
            <a:ext cx="3994800" cy="602700"/>
          </a:xfrm>
          <a:prstGeom prst="rect">
            <a:avLst/>
          </a:prstGeom>
        </p:spPr>
        <p:txBody>
          <a:bodyPr anchorCtr="0" anchor="t" bIns="91425" lIns="91425" spcFirstLastPara="1" rIns="91425" wrap="square" tIns="91425">
            <a:norm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SECTION_TITLE_AND_DESCRIPTION_1_1">
    <p:spTree>
      <p:nvGrpSpPr>
        <p:cNvPr id="157" name="Shape 157"/>
        <p:cNvGrpSpPr/>
        <p:nvPr/>
      </p:nvGrpSpPr>
      <p:grpSpPr>
        <a:xfrm>
          <a:off x="0" y="0"/>
          <a:ext cx="0" cy="0"/>
          <a:chOff x="0" y="0"/>
          <a:chExt cx="0" cy="0"/>
        </a:xfrm>
      </p:grpSpPr>
      <p:sp>
        <p:nvSpPr>
          <p:cNvPr id="158" name="Google Shape;158;p30"/>
          <p:cNvSpPr/>
          <p:nvPr/>
        </p:nvSpPr>
        <p:spPr>
          <a:xfrm>
            <a:off x="457200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Inter"/>
              <a:ea typeface="Inter"/>
              <a:cs typeface="Inter"/>
              <a:sym typeface="Inter"/>
            </a:endParaRPr>
          </a:p>
        </p:txBody>
      </p:sp>
      <p:sp>
        <p:nvSpPr>
          <p:cNvPr id="159" name="Google Shape;159;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60" name="Google Shape;160;p30"/>
          <p:cNvSpPr txBox="1"/>
          <p:nvPr>
            <p:ph type="title"/>
          </p:nvPr>
        </p:nvSpPr>
        <p:spPr>
          <a:xfrm>
            <a:off x="226525" y="697649"/>
            <a:ext cx="4119000" cy="8166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SzPts val="2500"/>
              <a:buNone/>
              <a:defRPr sz="2500"/>
            </a:lvl1pPr>
            <a:lvl2pPr lvl="1">
              <a:lnSpc>
                <a:spcPct val="80000"/>
              </a:lnSpc>
              <a:spcBef>
                <a:spcPts val="0"/>
              </a:spcBef>
              <a:spcAft>
                <a:spcPts val="0"/>
              </a:spcAft>
              <a:buSzPts val="2500"/>
              <a:buNone/>
              <a:defRPr sz="2500"/>
            </a:lvl2pPr>
            <a:lvl3pPr lvl="2">
              <a:lnSpc>
                <a:spcPct val="80000"/>
              </a:lnSpc>
              <a:spcBef>
                <a:spcPts val="0"/>
              </a:spcBef>
              <a:spcAft>
                <a:spcPts val="0"/>
              </a:spcAft>
              <a:buSzPts val="2500"/>
              <a:buNone/>
              <a:defRPr sz="2500"/>
            </a:lvl3pPr>
            <a:lvl4pPr lvl="3">
              <a:lnSpc>
                <a:spcPct val="80000"/>
              </a:lnSpc>
              <a:spcBef>
                <a:spcPts val="0"/>
              </a:spcBef>
              <a:spcAft>
                <a:spcPts val="0"/>
              </a:spcAft>
              <a:buSzPts val="2500"/>
              <a:buNone/>
              <a:defRPr sz="2500"/>
            </a:lvl4pPr>
            <a:lvl5pPr lvl="4">
              <a:lnSpc>
                <a:spcPct val="80000"/>
              </a:lnSpc>
              <a:spcBef>
                <a:spcPts val="0"/>
              </a:spcBef>
              <a:spcAft>
                <a:spcPts val="0"/>
              </a:spcAft>
              <a:buSzPts val="2500"/>
              <a:buNone/>
              <a:defRPr sz="2500"/>
            </a:lvl5pPr>
            <a:lvl6pPr lvl="5">
              <a:lnSpc>
                <a:spcPct val="80000"/>
              </a:lnSpc>
              <a:spcBef>
                <a:spcPts val="0"/>
              </a:spcBef>
              <a:spcAft>
                <a:spcPts val="0"/>
              </a:spcAft>
              <a:buSzPts val="2500"/>
              <a:buNone/>
              <a:defRPr sz="2500"/>
            </a:lvl6pPr>
            <a:lvl7pPr lvl="6">
              <a:lnSpc>
                <a:spcPct val="80000"/>
              </a:lnSpc>
              <a:spcBef>
                <a:spcPts val="0"/>
              </a:spcBef>
              <a:spcAft>
                <a:spcPts val="0"/>
              </a:spcAft>
              <a:buSzPts val="2500"/>
              <a:buNone/>
              <a:defRPr sz="2500"/>
            </a:lvl7pPr>
            <a:lvl8pPr lvl="7">
              <a:lnSpc>
                <a:spcPct val="80000"/>
              </a:lnSpc>
              <a:spcBef>
                <a:spcPts val="0"/>
              </a:spcBef>
              <a:spcAft>
                <a:spcPts val="0"/>
              </a:spcAft>
              <a:buSzPts val="2500"/>
              <a:buNone/>
              <a:defRPr sz="2500"/>
            </a:lvl8pPr>
            <a:lvl9pPr lvl="8">
              <a:lnSpc>
                <a:spcPct val="80000"/>
              </a:lnSpc>
              <a:spcBef>
                <a:spcPts val="0"/>
              </a:spcBef>
              <a:spcAft>
                <a:spcPts val="0"/>
              </a:spcAft>
              <a:buSzPts val="2500"/>
              <a:buNone/>
              <a:defRPr sz="2500"/>
            </a:lvl9pPr>
          </a:lstStyle>
          <a:p/>
        </p:txBody>
      </p:sp>
      <p:sp>
        <p:nvSpPr>
          <p:cNvPr id="161" name="Google Shape;161;p30"/>
          <p:cNvSpPr txBox="1"/>
          <p:nvPr>
            <p:ph idx="1" type="body"/>
          </p:nvPr>
        </p:nvSpPr>
        <p:spPr>
          <a:xfrm>
            <a:off x="226525" y="2509639"/>
            <a:ext cx="4119000" cy="16788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62" name="Google Shape;162;p30"/>
          <p:cNvSpPr txBox="1"/>
          <p:nvPr>
            <p:ph idx="2" type="subTitle"/>
          </p:nvPr>
        </p:nvSpPr>
        <p:spPr>
          <a:xfrm>
            <a:off x="226525" y="1710600"/>
            <a:ext cx="3994800" cy="602700"/>
          </a:xfrm>
          <a:prstGeom prst="rect">
            <a:avLst/>
          </a:prstGeom>
        </p:spPr>
        <p:txBody>
          <a:bodyPr anchorCtr="0" anchor="t" bIns="91425" lIns="91425" spcFirstLastPara="1" rIns="91425" wrap="square" tIns="91425">
            <a:norm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3" name="Google Shape;163;p30"/>
          <p:cNvSpPr txBox="1"/>
          <p:nvPr>
            <p:ph idx="3" type="body"/>
          </p:nvPr>
        </p:nvSpPr>
        <p:spPr>
          <a:xfrm>
            <a:off x="4798500" y="2509639"/>
            <a:ext cx="4119000" cy="16788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Clr>
                <a:schemeClr val="dk2"/>
              </a:buClr>
              <a:buSzPts val="1200"/>
              <a:buChar char="●"/>
              <a:defRPr sz="1200">
                <a:solidFill>
                  <a:schemeClr val="dk2"/>
                </a:solidFill>
              </a:defRPr>
            </a:lvl1pPr>
            <a:lvl2pPr indent="-304800" lvl="1" marL="914400">
              <a:spcBef>
                <a:spcPts val="0"/>
              </a:spcBef>
              <a:spcAft>
                <a:spcPts val="0"/>
              </a:spcAft>
              <a:buClr>
                <a:schemeClr val="dk2"/>
              </a:buClr>
              <a:buSzPts val="1200"/>
              <a:buChar char="○"/>
              <a:defRPr sz="1200">
                <a:solidFill>
                  <a:schemeClr val="dk2"/>
                </a:solidFill>
              </a:defRPr>
            </a:lvl2pPr>
            <a:lvl3pPr indent="-304800" lvl="2" marL="1371600">
              <a:spcBef>
                <a:spcPts val="0"/>
              </a:spcBef>
              <a:spcAft>
                <a:spcPts val="0"/>
              </a:spcAft>
              <a:buClr>
                <a:schemeClr val="dk2"/>
              </a:buClr>
              <a:buSzPts val="1200"/>
              <a:buChar char="■"/>
              <a:defRPr sz="1200">
                <a:solidFill>
                  <a:schemeClr val="dk2"/>
                </a:solidFill>
              </a:defRPr>
            </a:lvl3pPr>
            <a:lvl4pPr indent="-304800" lvl="3" marL="1828800">
              <a:spcBef>
                <a:spcPts val="0"/>
              </a:spcBef>
              <a:spcAft>
                <a:spcPts val="0"/>
              </a:spcAft>
              <a:buClr>
                <a:schemeClr val="dk2"/>
              </a:buClr>
              <a:buSzPts val="1200"/>
              <a:buChar char="●"/>
              <a:defRPr sz="1200">
                <a:solidFill>
                  <a:schemeClr val="dk2"/>
                </a:solidFill>
              </a:defRPr>
            </a:lvl4pPr>
            <a:lvl5pPr indent="-304800" lvl="4" marL="2286000">
              <a:spcBef>
                <a:spcPts val="0"/>
              </a:spcBef>
              <a:spcAft>
                <a:spcPts val="0"/>
              </a:spcAft>
              <a:buClr>
                <a:schemeClr val="dk2"/>
              </a:buClr>
              <a:buSzPts val="1200"/>
              <a:buChar char="○"/>
              <a:defRPr sz="1200">
                <a:solidFill>
                  <a:schemeClr val="dk2"/>
                </a:solidFill>
              </a:defRPr>
            </a:lvl5pPr>
            <a:lvl6pPr indent="-304800" lvl="5" marL="2743200">
              <a:spcBef>
                <a:spcPts val="0"/>
              </a:spcBef>
              <a:spcAft>
                <a:spcPts val="0"/>
              </a:spcAft>
              <a:buClr>
                <a:schemeClr val="dk2"/>
              </a:buClr>
              <a:buSzPts val="1200"/>
              <a:buChar char="■"/>
              <a:defRPr sz="1200">
                <a:solidFill>
                  <a:schemeClr val="dk2"/>
                </a:solidFill>
              </a:defRPr>
            </a:lvl6pPr>
            <a:lvl7pPr indent="-304800" lvl="6" marL="3200400">
              <a:spcBef>
                <a:spcPts val="0"/>
              </a:spcBef>
              <a:spcAft>
                <a:spcPts val="0"/>
              </a:spcAft>
              <a:buClr>
                <a:schemeClr val="dk2"/>
              </a:buClr>
              <a:buSzPts val="1200"/>
              <a:buChar char="●"/>
              <a:defRPr sz="1200">
                <a:solidFill>
                  <a:schemeClr val="dk2"/>
                </a:solidFill>
              </a:defRPr>
            </a:lvl7pPr>
            <a:lvl8pPr indent="-304800" lvl="7" marL="3657600">
              <a:spcBef>
                <a:spcPts val="0"/>
              </a:spcBef>
              <a:spcAft>
                <a:spcPts val="0"/>
              </a:spcAft>
              <a:buClr>
                <a:schemeClr val="dk2"/>
              </a:buClr>
              <a:buSzPts val="1200"/>
              <a:buChar char="○"/>
              <a:defRPr sz="1200">
                <a:solidFill>
                  <a:schemeClr val="dk2"/>
                </a:solidFill>
              </a:defRPr>
            </a:lvl8pPr>
            <a:lvl9pPr indent="-304800" lvl="8" marL="4114800">
              <a:spcBef>
                <a:spcPts val="0"/>
              </a:spcBef>
              <a:spcAft>
                <a:spcPts val="0"/>
              </a:spcAft>
              <a:buClr>
                <a:schemeClr val="dk2"/>
              </a:buClr>
              <a:buSzPts val="1200"/>
              <a:buChar char="■"/>
              <a:defRPr sz="1200">
                <a:solidFill>
                  <a:schemeClr val="dk2"/>
                </a:solidFill>
              </a:defRPr>
            </a:lvl9pPr>
          </a:lstStyle>
          <a:p/>
        </p:txBody>
      </p:sp>
      <p:sp>
        <p:nvSpPr>
          <p:cNvPr id="164" name="Google Shape;164;p30"/>
          <p:cNvSpPr txBox="1"/>
          <p:nvPr>
            <p:ph idx="4" type="subTitle"/>
          </p:nvPr>
        </p:nvSpPr>
        <p:spPr>
          <a:xfrm>
            <a:off x="4798500" y="1710600"/>
            <a:ext cx="3994800" cy="602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dk2"/>
              </a:buClr>
              <a:buSzPts val="1800"/>
              <a:buNone/>
              <a:defRPr>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hree storyboards 2">
  <p:cSld name="CAPTION_ONLY">
    <p:bg>
      <p:bgPr>
        <a:solidFill>
          <a:schemeClr val="dk1"/>
        </a:solidFill>
      </p:bgPr>
    </p:bg>
    <p:spTree>
      <p:nvGrpSpPr>
        <p:cNvPr id="165" name="Shape 165"/>
        <p:cNvGrpSpPr/>
        <p:nvPr/>
      </p:nvGrpSpPr>
      <p:grpSpPr>
        <a:xfrm>
          <a:off x="0" y="0"/>
          <a:ext cx="0" cy="0"/>
          <a:chOff x="0" y="0"/>
          <a:chExt cx="0" cy="0"/>
        </a:xfrm>
      </p:grpSpPr>
      <p:sp>
        <p:nvSpPr>
          <p:cNvPr id="166" name="Google Shape;166;p31"/>
          <p:cNvSpPr/>
          <p:nvPr/>
        </p:nvSpPr>
        <p:spPr>
          <a:xfrm>
            <a:off x="0" y="4063950"/>
            <a:ext cx="3060000" cy="107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67" name="Google Shape;167;p31"/>
          <p:cNvSpPr/>
          <p:nvPr>
            <p:ph idx="2" type="pic"/>
          </p:nvPr>
        </p:nvSpPr>
        <p:spPr>
          <a:xfrm>
            <a:off x="0" y="709975"/>
            <a:ext cx="3043800" cy="3346500"/>
          </a:xfrm>
          <a:prstGeom prst="rect">
            <a:avLst/>
          </a:prstGeom>
          <a:noFill/>
          <a:ln>
            <a:noFill/>
          </a:ln>
        </p:spPr>
      </p:sp>
      <p:cxnSp>
        <p:nvCxnSpPr>
          <p:cNvPr id="168" name="Google Shape;168;p31"/>
          <p:cNvCxnSpPr/>
          <p:nvPr/>
        </p:nvCxnSpPr>
        <p:spPr>
          <a:xfrm>
            <a:off x="3048525" y="703650"/>
            <a:ext cx="0" cy="4448700"/>
          </a:xfrm>
          <a:prstGeom prst="straightConnector1">
            <a:avLst/>
          </a:prstGeom>
          <a:noFill/>
          <a:ln cap="flat" cmpd="sng" w="9525">
            <a:solidFill>
              <a:schemeClr val="dk1"/>
            </a:solidFill>
            <a:prstDash val="solid"/>
            <a:round/>
            <a:headEnd len="med" w="med" type="none"/>
            <a:tailEnd len="med" w="med" type="none"/>
          </a:ln>
        </p:spPr>
      </p:cxnSp>
      <p:cxnSp>
        <p:nvCxnSpPr>
          <p:cNvPr id="169" name="Google Shape;169;p31"/>
          <p:cNvCxnSpPr/>
          <p:nvPr/>
        </p:nvCxnSpPr>
        <p:spPr>
          <a:xfrm>
            <a:off x="6090575" y="703650"/>
            <a:ext cx="0" cy="4448700"/>
          </a:xfrm>
          <a:prstGeom prst="straightConnector1">
            <a:avLst/>
          </a:prstGeom>
          <a:noFill/>
          <a:ln cap="flat" cmpd="sng" w="9525">
            <a:solidFill>
              <a:schemeClr val="dk1"/>
            </a:solidFill>
            <a:prstDash val="solid"/>
            <a:round/>
            <a:headEnd len="med" w="med" type="none"/>
            <a:tailEnd len="med" w="med" type="none"/>
          </a:ln>
        </p:spPr>
      </p:cxnSp>
      <p:cxnSp>
        <p:nvCxnSpPr>
          <p:cNvPr id="170" name="Google Shape;170;p31"/>
          <p:cNvCxnSpPr/>
          <p:nvPr/>
        </p:nvCxnSpPr>
        <p:spPr>
          <a:xfrm rot="10800000">
            <a:off x="0" y="704725"/>
            <a:ext cx="9152400" cy="0"/>
          </a:xfrm>
          <a:prstGeom prst="straightConnector1">
            <a:avLst/>
          </a:prstGeom>
          <a:noFill/>
          <a:ln cap="flat" cmpd="sng" w="9525">
            <a:solidFill>
              <a:schemeClr val="dk1"/>
            </a:solidFill>
            <a:prstDash val="solid"/>
            <a:round/>
            <a:headEnd len="med" w="med" type="none"/>
            <a:tailEnd len="med" w="med" type="none"/>
          </a:ln>
        </p:spPr>
      </p:cxnSp>
      <p:sp>
        <p:nvSpPr>
          <p:cNvPr id="171" name="Google Shape;171;p31"/>
          <p:cNvSpPr txBox="1"/>
          <p:nvPr>
            <p:ph type="title"/>
          </p:nvPr>
        </p:nvSpPr>
        <p:spPr>
          <a:xfrm>
            <a:off x="161850" y="4156448"/>
            <a:ext cx="2726700" cy="5007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SzPts val="1200"/>
              <a:buNone/>
              <a:defRPr sz="1200"/>
            </a:lvl1pPr>
            <a:lvl2pPr lvl="1">
              <a:lnSpc>
                <a:spcPct val="90000"/>
              </a:lnSpc>
              <a:spcBef>
                <a:spcPts val="0"/>
              </a:spcBef>
              <a:spcAft>
                <a:spcPts val="0"/>
              </a:spcAft>
              <a:buSzPts val="1200"/>
              <a:buNone/>
              <a:defRPr sz="1200"/>
            </a:lvl2pPr>
            <a:lvl3pPr lvl="2">
              <a:lnSpc>
                <a:spcPct val="90000"/>
              </a:lnSpc>
              <a:spcBef>
                <a:spcPts val="0"/>
              </a:spcBef>
              <a:spcAft>
                <a:spcPts val="0"/>
              </a:spcAft>
              <a:buSzPts val="1200"/>
              <a:buNone/>
              <a:defRPr sz="1200"/>
            </a:lvl3pPr>
            <a:lvl4pPr lvl="3">
              <a:lnSpc>
                <a:spcPct val="90000"/>
              </a:lnSpc>
              <a:spcBef>
                <a:spcPts val="0"/>
              </a:spcBef>
              <a:spcAft>
                <a:spcPts val="0"/>
              </a:spcAft>
              <a:buSzPts val="1200"/>
              <a:buNone/>
              <a:defRPr sz="1200"/>
            </a:lvl4pPr>
            <a:lvl5pPr lvl="4">
              <a:lnSpc>
                <a:spcPct val="90000"/>
              </a:lnSpc>
              <a:spcBef>
                <a:spcPts val="0"/>
              </a:spcBef>
              <a:spcAft>
                <a:spcPts val="0"/>
              </a:spcAft>
              <a:buSzPts val="1200"/>
              <a:buNone/>
              <a:defRPr sz="1200"/>
            </a:lvl5pPr>
            <a:lvl6pPr lvl="5">
              <a:lnSpc>
                <a:spcPct val="90000"/>
              </a:lnSpc>
              <a:spcBef>
                <a:spcPts val="0"/>
              </a:spcBef>
              <a:spcAft>
                <a:spcPts val="0"/>
              </a:spcAft>
              <a:buSzPts val="1200"/>
              <a:buNone/>
              <a:defRPr sz="1200"/>
            </a:lvl6pPr>
            <a:lvl7pPr lvl="6">
              <a:lnSpc>
                <a:spcPct val="90000"/>
              </a:lnSpc>
              <a:spcBef>
                <a:spcPts val="0"/>
              </a:spcBef>
              <a:spcAft>
                <a:spcPts val="0"/>
              </a:spcAft>
              <a:buSzPts val="1200"/>
              <a:buNone/>
              <a:defRPr sz="1200"/>
            </a:lvl7pPr>
            <a:lvl8pPr lvl="7">
              <a:lnSpc>
                <a:spcPct val="90000"/>
              </a:lnSpc>
              <a:spcBef>
                <a:spcPts val="0"/>
              </a:spcBef>
              <a:spcAft>
                <a:spcPts val="0"/>
              </a:spcAft>
              <a:buSzPts val="1200"/>
              <a:buNone/>
              <a:defRPr sz="1200"/>
            </a:lvl8pPr>
            <a:lvl9pPr lvl="8">
              <a:lnSpc>
                <a:spcPct val="90000"/>
              </a:lnSpc>
              <a:spcBef>
                <a:spcPts val="0"/>
              </a:spcBef>
              <a:spcAft>
                <a:spcPts val="0"/>
              </a:spcAft>
              <a:buSzPts val="1200"/>
              <a:buNone/>
              <a:defRPr sz="1200"/>
            </a:lvl9pPr>
          </a:lstStyle>
          <a:p/>
        </p:txBody>
      </p:sp>
      <p:sp>
        <p:nvSpPr>
          <p:cNvPr id="172" name="Google Shape;172;p31"/>
          <p:cNvSpPr txBox="1"/>
          <p:nvPr>
            <p:ph idx="1" type="body"/>
          </p:nvPr>
        </p:nvSpPr>
        <p:spPr>
          <a:xfrm>
            <a:off x="161850" y="4626190"/>
            <a:ext cx="2726700" cy="393600"/>
          </a:xfrm>
          <a:prstGeom prst="rect">
            <a:avLst/>
          </a:prstGeom>
        </p:spPr>
        <p:txBody>
          <a:bodyPr anchorCtr="0" anchor="ctr" bIns="91425" lIns="91425" spcFirstLastPara="1" rIns="91425" wrap="square" tIns="91425">
            <a:noAutofit/>
          </a:bodyPr>
          <a:lstStyle>
            <a:lvl1pPr indent="-292100" lvl="0" marL="457200">
              <a:lnSpc>
                <a:spcPct val="90000"/>
              </a:lnSpc>
              <a:spcBef>
                <a:spcPts val="0"/>
              </a:spcBef>
              <a:spcAft>
                <a:spcPts val="0"/>
              </a:spcAft>
              <a:buSzPts val="1000"/>
              <a:buChar char="●"/>
              <a:defRPr sz="1000"/>
            </a:lvl1pPr>
            <a:lvl2pPr indent="-292100" lvl="1" marL="914400">
              <a:lnSpc>
                <a:spcPct val="90000"/>
              </a:lnSpc>
              <a:spcBef>
                <a:spcPts val="0"/>
              </a:spcBef>
              <a:spcAft>
                <a:spcPts val="0"/>
              </a:spcAft>
              <a:buSzPts val="1000"/>
              <a:buChar char="○"/>
              <a:defRPr sz="1000"/>
            </a:lvl2pPr>
            <a:lvl3pPr indent="-292100" lvl="2" marL="1371600">
              <a:lnSpc>
                <a:spcPct val="90000"/>
              </a:lnSpc>
              <a:spcBef>
                <a:spcPts val="0"/>
              </a:spcBef>
              <a:spcAft>
                <a:spcPts val="0"/>
              </a:spcAft>
              <a:buSzPts val="1000"/>
              <a:buChar char="■"/>
              <a:defRPr sz="1000"/>
            </a:lvl3pPr>
            <a:lvl4pPr indent="-292100" lvl="3" marL="1828800">
              <a:lnSpc>
                <a:spcPct val="90000"/>
              </a:lnSpc>
              <a:spcBef>
                <a:spcPts val="0"/>
              </a:spcBef>
              <a:spcAft>
                <a:spcPts val="0"/>
              </a:spcAft>
              <a:buSzPts val="1000"/>
              <a:buChar char="●"/>
              <a:defRPr sz="1000"/>
            </a:lvl4pPr>
            <a:lvl5pPr indent="-292100" lvl="4" marL="2286000">
              <a:lnSpc>
                <a:spcPct val="90000"/>
              </a:lnSpc>
              <a:spcBef>
                <a:spcPts val="0"/>
              </a:spcBef>
              <a:spcAft>
                <a:spcPts val="0"/>
              </a:spcAft>
              <a:buSzPts val="1000"/>
              <a:buChar char="○"/>
              <a:defRPr sz="1000"/>
            </a:lvl5pPr>
            <a:lvl6pPr indent="-292100" lvl="5" marL="2743200">
              <a:lnSpc>
                <a:spcPct val="90000"/>
              </a:lnSpc>
              <a:spcBef>
                <a:spcPts val="0"/>
              </a:spcBef>
              <a:spcAft>
                <a:spcPts val="0"/>
              </a:spcAft>
              <a:buSzPts val="1000"/>
              <a:buChar char="■"/>
              <a:defRPr sz="1000"/>
            </a:lvl6pPr>
            <a:lvl7pPr indent="-292100" lvl="6" marL="3200400">
              <a:lnSpc>
                <a:spcPct val="90000"/>
              </a:lnSpc>
              <a:spcBef>
                <a:spcPts val="0"/>
              </a:spcBef>
              <a:spcAft>
                <a:spcPts val="0"/>
              </a:spcAft>
              <a:buSzPts val="1000"/>
              <a:buChar char="●"/>
              <a:defRPr sz="1000"/>
            </a:lvl7pPr>
            <a:lvl8pPr indent="-292100" lvl="7" marL="3657600">
              <a:lnSpc>
                <a:spcPct val="90000"/>
              </a:lnSpc>
              <a:spcBef>
                <a:spcPts val="0"/>
              </a:spcBef>
              <a:spcAft>
                <a:spcPts val="0"/>
              </a:spcAft>
              <a:buSzPts val="1000"/>
              <a:buChar char="○"/>
              <a:defRPr sz="1000"/>
            </a:lvl8pPr>
            <a:lvl9pPr indent="-292100" lvl="8" marL="4114800">
              <a:lnSpc>
                <a:spcPct val="90000"/>
              </a:lnSpc>
              <a:spcBef>
                <a:spcPts val="0"/>
              </a:spcBef>
              <a:spcAft>
                <a:spcPts val="0"/>
              </a:spcAft>
              <a:buSzPts val="1000"/>
              <a:buChar char="■"/>
              <a:defRPr sz="1000"/>
            </a:lvl9pPr>
          </a:lstStyle>
          <a:p/>
        </p:txBody>
      </p:sp>
      <p:sp>
        <p:nvSpPr>
          <p:cNvPr id="173" name="Google Shape;173;p31"/>
          <p:cNvSpPr/>
          <p:nvPr/>
        </p:nvSpPr>
        <p:spPr>
          <a:xfrm>
            <a:off x="6095725" y="4063950"/>
            <a:ext cx="3060000" cy="107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74" name="Google Shape;174;p31"/>
          <p:cNvSpPr/>
          <p:nvPr>
            <p:ph idx="3" type="pic"/>
          </p:nvPr>
        </p:nvSpPr>
        <p:spPr>
          <a:xfrm>
            <a:off x="6095725" y="709975"/>
            <a:ext cx="3043800" cy="3346500"/>
          </a:xfrm>
          <a:prstGeom prst="rect">
            <a:avLst/>
          </a:prstGeom>
          <a:noFill/>
          <a:ln>
            <a:noFill/>
          </a:ln>
        </p:spPr>
      </p:sp>
      <p:sp>
        <p:nvSpPr>
          <p:cNvPr id="175" name="Google Shape;175;p31"/>
          <p:cNvSpPr txBox="1"/>
          <p:nvPr>
            <p:ph idx="4" type="title"/>
          </p:nvPr>
        </p:nvSpPr>
        <p:spPr>
          <a:xfrm>
            <a:off x="6257575" y="4156448"/>
            <a:ext cx="2726700" cy="5007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SzPts val="1200"/>
              <a:buNone/>
              <a:defRPr sz="1200"/>
            </a:lvl1pPr>
            <a:lvl2pPr lvl="1">
              <a:lnSpc>
                <a:spcPct val="90000"/>
              </a:lnSpc>
              <a:spcBef>
                <a:spcPts val="0"/>
              </a:spcBef>
              <a:spcAft>
                <a:spcPts val="0"/>
              </a:spcAft>
              <a:buSzPts val="1200"/>
              <a:buNone/>
              <a:defRPr sz="1200"/>
            </a:lvl2pPr>
            <a:lvl3pPr lvl="2">
              <a:lnSpc>
                <a:spcPct val="90000"/>
              </a:lnSpc>
              <a:spcBef>
                <a:spcPts val="0"/>
              </a:spcBef>
              <a:spcAft>
                <a:spcPts val="0"/>
              </a:spcAft>
              <a:buSzPts val="1200"/>
              <a:buNone/>
              <a:defRPr sz="1200"/>
            </a:lvl3pPr>
            <a:lvl4pPr lvl="3">
              <a:lnSpc>
                <a:spcPct val="90000"/>
              </a:lnSpc>
              <a:spcBef>
                <a:spcPts val="0"/>
              </a:spcBef>
              <a:spcAft>
                <a:spcPts val="0"/>
              </a:spcAft>
              <a:buSzPts val="1200"/>
              <a:buNone/>
              <a:defRPr sz="1200"/>
            </a:lvl4pPr>
            <a:lvl5pPr lvl="4">
              <a:lnSpc>
                <a:spcPct val="90000"/>
              </a:lnSpc>
              <a:spcBef>
                <a:spcPts val="0"/>
              </a:spcBef>
              <a:spcAft>
                <a:spcPts val="0"/>
              </a:spcAft>
              <a:buSzPts val="1200"/>
              <a:buNone/>
              <a:defRPr sz="1200"/>
            </a:lvl5pPr>
            <a:lvl6pPr lvl="5">
              <a:lnSpc>
                <a:spcPct val="90000"/>
              </a:lnSpc>
              <a:spcBef>
                <a:spcPts val="0"/>
              </a:spcBef>
              <a:spcAft>
                <a:spcPts val="0"/>
              </a:spcAft>
              <a:buSzPts val="1200"/>
              <a:buNone/>
              <a:defRPr sz="1200"/>
            </a:lvl6pPr>
            <a:lvl7pPr lvl="6">
              <a:lnSpc>
                <a:spcPct val="90000"/>
              </a:lnSpc>
              <a:spcBef>
                <a:spcPts val="0"/>
              </a:spcBef>
              <a:spcAft>
                <a:spcPts val="0"/>
              </a:spcAft>
              <a:buSzPts val="1200"/>
              <a:buNone/>
              <a:defRPr sz="1200"/>
            </a:lvl7pPr>
            <a:lvl8pPr lvl="7">
              <a:lnSpc>
                <a:spcPct val="90000"/>
              </a:lnSpc>
              <a:spcBef>
                <a:spcPts val="0"/>
              </a:spcBef>
              <a:spcAft>
                <a:spcPts val="0"/>
              </a:spcAft>
              <a:buSzPts val="1200"/>
              <a:buNone/>
              <a:defRPr sz="1200"/>
            </a:lvl8pPr>
            <a:lvl9pPr lvl="8">
              <a:lnSpc>
                <a:spcPct val="90000"/>
              </a:lnSpc>
              <a:spcBef>
                <a:spcPts val="0"/>
              </a:spcBef>
              <a:spcAft>
                <a:spcPts val="0"/>
              </a:spcAft>
              <a:buSzPts val="1200"/>
              <a:buNone/>
              <a:defRPr sz="1200"/>
            </a:lvl9pPr>
          </a:lstStyle>
          <a:p/>
        </p:txBody>
      </p:sp>
      <p:sp>
        <p:nvSpPr>
          <p:cNvPr id="176" name="Google Shape;176;p31"/>
          <p:cNvSpPr txBox="1"/>
          <p:nvPr>
            <p:ph idx="5" type="body"/>
          </p:nvPr>
        </p:nvSpPr>
        <p:spPr>
          <a:xfrm>
            <a:off x="6257575" y="4626190"/>
            <a:ext cx="2726700" cy="393600"/>
          </a:xfrm>
          <a:prstGeom prst="rect">
            <a:avLst/>
          </a:prstGeom>
        </p:spPr>
        <p:txBody>
          <a:bodyPr anchorCtr="0" anchor="ctr" bIns="91425" lIns="91425" spcFirstLastPara="1" rIns="91425" wrap="square" tIns="91425">
            <a:noAutofit/>
          </a:bodyPr>
          <a:lstStyle>
            <a:lvl1pPr indent="-292100" lvl="0" marL="457200">
              <a:lnSpc>
                <a:spcPct val="90000"/>
              </a:lnSpc>
              <a:spcBef>
                <a:spcPts val="0"/>
              </a:spcBef>
              <a:spcAft>
                <a:spcPts val="0"/>
              </a:spcAft>
              <a:buSzPts val="1000"/>
              <a:buChar char="●"/>
              <a:defRPr sz="1000"/>
            </a:lvl1pPr>
            <a:lvl2pPr indent="-292100" lvl="1" marL="914400">
              <a:lnSpc>
                <a:spcPct val="90000"/>
              </a:lnSpc>
              <a:spcBef>
                <a:spcPts val="0"/>
              </a:spcBef>
              <a:spcAft>
                <a:spcPts val="0"/>
              </a:spcAft>
              <a:buSzPts val="1000"/>
              <a:buChar char="○"/>
              <a:defRPr sz="1000"/>
            </a:lvl2pPr>
            <a:lvl3pPr indent="-292100" lvl="2" marL="1371600">
              <a:lnSpc>
                <a:spcPct val="90000"/>
              </a:lnSpc>
              <a:spcBef>
                <a:spcPts val="0"/>
              </a:spcBef>
              <a:spcAft>
                <a:spcPts val="0"/>
              </a:spcAft>
              <a:buSzPts val="1000"/>
              <a:buChar char="■"/>
              <a:defRPr sz="1000"/>
            </a:lvl3pPr>
            <a:lvl4pPr indent="-292100" lvl="3" marL="1828800">
              <a:lnSpc>
                <a:spcPct val="90000"/>
              </a:lnSpc>
              <a:spcBef>
                <a:spcPts val="0"/>
              </a:spcBef>
              <a:spcAft>
                <a:spcPts val="0"/>
              </a:spcAft>
              <a:buSzPts val="1000"/>
              <a:buChar char="●"/>
              <a:defRPr sz="1000"/>
            </a:lvl4pPr>
            <a:lvl5pPr indent="-292100" lvl="4" marL="2286000">
              <a:lnSpc>
                <a:spcPct val="90000"/>
              </a:lnSpc>
              <a:spcBef>
                <a:spcPts val="0"/>
              </a:spcBef>
              <a:spcAft>
                <a:spcPts val="0"/>
              </a:spcAft>
              <a:buSzPts val="1000"/>
              <a:buChar char="○"/>
              <a:defRPr sz="1000"/>
            </a:lvl5pPr>
            <a:lvl6pPr indent="-292100" lvl="5" marL="2743200">
              <a:lnSpc>
                <a:spcPct val="90000"/>
              </a:lnSpc>
              <a:spcBef>
                <a:spcPts val="0"/>
              </a:spcBef>
              <a:spcAft>
                <a:spcPts val="0"/>
              </a:spcAft>
              <a:buSzPts val="1000"/>
              <a:buChar char="■"/>
              <a:defRPr sz="1000"/>
            </a:lvl6pPr>
            <a:lvl7pPr indent="-292100" lvl="6" marL="3200400">
              <a:lnSpc>
                <a:spcPct val="90000"/>
              </a:lnSpc>
              <a:spcBef>
                <a:spcPts val="0"/>
              </a:spcBef>
              <a:spcAft>
                <a:spcPts val="0"/>
              </a:spcAft>
              <a:buSzPts val="1000"/>
              <a:buChar char="●"/>
              <a:defRPr sz="1000"/>
            </a:lvl7pPr>
            <a:lvl8pPr indent="-292100" lvl="7" marL="3657600">
              <a:lnSpc>
                <a:spcPct val="90000"/>
              </a:lnSpc>
              <a:spcBef>
                <a:spcPts val="0"/>
              </a:spcBef>
              <a:spcAft>
                <a:spcPts val="0"/>
              </a:spcAft>
              <a:buSzPts val="1000"/>
              <a:buChar char="○"/>
              <a:defRPr sz="1000"/>
            </a:lvl8pPr>
            <a:lvl9pPr indent="-292100" lvl="8" marL="4114800">
              <a:lnSpc>
                <a:spcPct val="90000"/>
              </a:lnSpc>
              <a:spcBef>
                <a:spcPts val="0"/>
              </a:spcBef>
              <a:spcAft>
                <a:spcPts val="0"/>
              </a:spcAft>
              <a:buSzPts val="1000"/>
              <a:buChar char="■"/>
              <a:defRPr sz="1000"/>
            </a:lvl9pPr>
          </a:lstStyle>
          <a:p/>
        </p:txBody>
      </p:sp>
      <p:sp>
        <p:nvSpPr>
          <p:cNvPr id="177" name="Google Shape;177;p31"/>
          <p:cNvSpPr/>
          <p:nvPr>
            <p:ph idx="6" type="pic"/>
          </p:nvPr>
        </p:nvSpPr>
        <p:spPr>
          <a:xfrm>
            <a:off x="3053900" y="1794150"/>
            <a:ext cx="3030600" cy="3349200"/>
          </a:xfrm>
          <a:prstGeom prst="rect">
            <a:avLst/>
          </a:prstGeom>
          <a:noFill/>
          <a:ln>
            <a:noFill/>
          </a:ln>
        </p:spPr>
      </p:sp>
      <p:sp>
        <p:nvSpPr>
          <p:cNvPr id="178" name="Google Shape;178;p31"/>
          <p:cNvSpPr/>
          <p:nvPr/>
        </p:nvSpPr>
        <p:spPr>
          <a:xfrm>
            <a:off x="3054250" y="709380"/>
            <a:ext cx="3030600" cy="107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79" name="Google Shape;179;p31"/>
          <p:cNvSpPr txBox="1"/>
          <p:nvPr>
            <p:ph idx="7" type="title"/>
          </p:nvPr>
        </p:nvSpPr>
        <p:spPr>
          <a:xfrm>
            <a:off x="3214545" y="801878"/>
            <a:ext cx="2700600" cy="5007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SzPts val="1200"/>
              <a:buNone/>
              <a:defRPr sz="1200"/>
            </a:lvl1pPr>
            <a:lvl2pPr lvl="1">
              <a:lnSpc>
                <a:spcPct val="90000"/>
              </a:lnSpc>
              <a:spcBef>
                <a:spcPts val="0"/>
              </a:spcBef>
              <a:spcAft>
                <a:spcPts val="0"/>
              </a:spcAft>
              <a:buSzPts val="1200"/>
              <a:buNone/>
              <a:defRPr sz="1200"/>
            </a:lvl2pPr>
            <a:lvl3pPr lvl="2">
              <a:lnSpc>
                <a:spcPct val="90000"/>
              </a:lnSpc>
              <a:spcBef>
                <a:spcPts val="0"/>
              </a:spcBef>
              <a:spcAft>
                <a:spcPts val="0"/>
              </a:spcAft>
              <a:buSzPts val="1200"/>
              <a:buNone/>
              <a:defRPr sz="1200"/>
            </a:lvl3pPr>
            <a:lvl4pPr lvl="3">
              <a:lnSpc>
                <a:spcPct val="90000"/>
              </a:lnSpc>
              <a:spcBef>
                <a:spcPts val="0"/>
              </a:spcBef>
              <a:spcAft>
                <a:spcPts val="0"/>
              </a:spcAft>
              <a:buSzPts val="1200"/>
              <a:buNone/>
              <a:defRPr sz="1200"/>
            </a:lvl4pPr>
            <a:lvl5pPr lvl="4">
              <a:lnSpc>
                <a:spcPct val="90000"/>
              </a:lnSpc>
              <a:spcBef>
                <a:spcPts val="0"/>
              </a:spcBef>
              <a:spcAft>
                <a:spcPts val="0"/>
              </a:spcAft>
              <a:buSzPts val="1200"/>
              <a:buNone/>
              <a:defRPr sz="1200"/>
            </a:lvl5pPr>
            <a:lvl6pPr lvl="5">
              <a:lnSpc>
                <a:spcPct val="90000"/>
              </a:lnSpc>
              <a:spcBef>
                <a:spcPts val="0"/>
              </a:spcBef>
              <a:spcAft>
                <a:spcPts val="0"/>
              </a:spcAft>
              <a:buSzPts val="1200"/>
              <a:buNone/>
              <a:defRPr sz="1200"/>
            </a:lvl6pPr>
            <a:lvl7pPr lvl="6">
              <a:lnSpc>
                <a:spcPct val="90000"/>
              </a:lnSpc>
              <a:spcBef>
                <a:spcPts val="0"/>
              </a:spcBef>
              <a:spcAft>
                <a:spcPts val="0"/>
              </a:spcAft>
              <a:buSzPts val="1200"/>
              <a:buNone/>
              <a:defRPr sz="1200"/>
            </a:lvl7pPr>
            <a:lvl8pPr lvl="7">
              <a:lnSpc>
                <a:spcPct val="90000"/>
              </a:lnSpc>
              <a:spcBef>
                <a:spcPts val="0"/>
              </a:spcBef>
              <a:spcAft>
                <a:spcPts val="0"/>
              </a:spcAft>
              <a:buSzPts val="1200"/>
              <a:buNone/>
              <a:defRPr sz="1200"/>
            </a:lvl8pPr>
            <a:lvl9pPr lvl="8">
              <a:lnSpc>
                <a:spcPct val="90000"/>
              </a:lnSpc>
              <a:spcBef>
                <a:spcPts val="0"/>
              </a:spcBef>
              <a:spcAft>
                <a:spcPts val="0"/>
              </a:spcAft>
              <a:buSzPts val="1200"/>
              <a:buNone/>
              <a:defRPr sz="1200"/>
            </a:lvl9pPr>
          </a:lstStyle>
          <a:p/>
        </p:txBody>
      </p:sp>
      <p:sp>
        <p:nvSpPr>
          <p:cNvPr id="180" name="Google Shape;180;p31"/>
          <p:cNvSpPr txBox="1"/>
          <p:nvPr>
            <p:ph idx="8" type="body"/>
          </p:nvPr>
        </p:nvSpPr>
        <p:spPr>
          <a:xfrm>
            <a:off x="3214545" y="1271620"/>
            <a:ext cx="2700600" cy="393600"/>
          </a:xfrm>
          <a:prstGeom prst="rect">
            <a:avLst/>
          </a:prstGeom>
        </p:spPr>
        <p:txBody>
          <a:bodyPr anchorCtr="0" anchor="ctr" bIns="91425" lIns="91425" spcFirstLastPara="1" rIns="91425" wrap="square" tIns="91425">
            <a:noAutofit/>
          </a:bodyPr>
          <a:lstStyle>
            <a:lvl1pPr indent="-292100" lvl="0" marL="457200">
              <a:lnSpc>
                <a:spcPct val="90000"/>
              </a:lnSpc>
              <a:spcBef>
                <a:spcPts val="0"/>
              </a:spcBef>
              <a:spcAft>
                <a:spcPts val="0"/>
              </a:spcAft>
              <a:buSzPts val="1000"/>
              <a:buChar char="●"/>
              <a:defRPr sz="1000"/>
            </a:lvl1pPr>
            <a:lvl2pPr indent="-292100" lvl="1" marL="914400">
              <a:lnSpc>
                <a:spcPct val="90000"/>
              </a:lnSpc>
              <a:spcBef>
                <a:spcPts val="0"/>
              </a:spcBef>
              <a:spcAft>
                <a:spcPts val="0"/>
              </a:spcAft>
              <a:buSzPts val="1000"/>
              <a:buChar char="○"/>
              <a:defRPr sz="1000"/>
            </a:lvl2pPr>
            <a:lvl3pPr indent="-292100" lvl="2" marL="1371600">
              <a:lnSpc>
                <a:spcPct val="90000"/>
              </a:lnSpc>
              <a:spcBef>
                <a:spcPts val="0"/>
              </a:spcBef>
              <a:spcAft>
                <a:spcPts val="0"/>
              </a:spcAft>
              <a:buSzPts val="1000"/>
              <a:buChar char="■"/>
              <a:defRPr sz="1000"/>
            </a:lvl3pPr>
            <a:lvl4pPr indent="-292100" lvl="3" marL="1828800">
              <a:lnSpc>
                <a:spcPct val="90000"/>
              </a:lnSpc>
              <a:spcBef>
                <a:spcPts val="0"/>
              </a:spcBef>
              <a:spcAft>
                <a:spcPts val="0"/>
              </a:spcAft>
              <a:buSzPts val="1000"/>
              <a:buChar char="●"/>
              <a:defRPr sz="1000"/>
            </a:lvl4pPr>
            <a:lvl5pPr indent="-292100" lvl="4" marL="2286000">
              <a:lnSpc>
                <a:spcPct val="90000"/>
              </a:lnSpc>
              <a:spcBef>
                <a:spcPts val="0"/>
              </a:spcBef>
              <a:spcAft>
                <a:spcPts val="0"/>
              </a:spcAft>
              <a:buSzPts val="1000"/>
              <a:buChar char="○"/>
              <a:defRPr sz="1000"/>
            </a:lvl5pPr>
            <a:lvl6pPr indent="-292100" lvl="5" marL="2743200">
              <a:lnSpc>
                <a:spcPct val="90000"/>
              </a:lnSpc>
              <a:spcBef>
                <a:spcPts val="0"/>
              </a:spcBef>
              <a:spcAft>
                <a:spcPts val="0"/>
              </a:spcAft>
              <a:buSzPts val="1000"/>
              <a:buChar char="■"/>
              <a:defRPr sz="1000"/>
            </a:lvl6pPr>
            <a:lvl7pPr indent="-292100" lvl="6" marL="3200400">
              <a:lnSpc>
                <a:spcPct val="90000"/>
              </a:lnSpc>
              <a:spcBef>
                <a:spcPts val="0"/>
              </a:spcBef>
              <a:spcAft>
                <a:spcPts val="0"/>
              </a:spcAft>
              <a:buSzPts val="1000"/>
              <a:buChar char="●"/>
              <a:defRPr sz="1000"/>
            </a:lvl7pPr>
            <a:lvl8pPr indent="-292100" lvl="7" marL="3657600">
              <a:lnSpc>
                <a:spcPct val="90000"/>
              </a:lnSpc>
              <a:spcBef>
                <a:spcPts val="0"/>
              </a:spcBef>
              <a:spcAft>
                <a:spcPts val="0"/>
              </a:spcAft>
              <a:buSzPts val="1000"/>
              <a:buChar char="○"/>
              <a:defRPr sz="1000"/>
            </a:lvl8pPr>
            <a:lvl9pPr indent="-292100" lvl="8" marL="4114800">
              <a:lnSpc>
                <a:spcPct val="90000"/>
              </a:lnSpc>
              <a:spcBef>
                <a:spcPts val="0"/>
              </a:spcBef>
              <a:spcAft>
                <a:spcPts val="0"/>
              </a:spcAft>
              <a:buSzPts val="1000"/>
              <a:buChar char="■"/>
              <a:defRPr sz="1000"/>
            </a:lvl9pPr>
          </a:lstStyle>
          <a:p/>
        </p:txBody>
      </p:sp>
      <p:cxnSp>
        <p:nvCxnSpPr>
          <p:cNvPr id="181" name="Google Shape;181;p31"/>
          <p:cNvCxnSpPr/>
          <p:nvPr/>
        </p:nvCxnSpPr>
        <p:spPr>
          <a:xfrm rot="10800000">
            <a:off x="3049250" y="1791825"/>
            <a:ext cx="3041400" cy="0"/>
          </a:xfrm>
          <a:prstGeom prst="straightConnector1">
            <a:avLst/>
          </a:prstGeom>
          <a:noFill/>
          <a:ln cap="flat" cmpd="sng" w="9525">
            <a:solidFill>
              <a:schemeClr val="dk1"/>
            </a:solidFill>
            <a:prstDash val="solid"/>
            <a:round/>
            <a:headEnd len="med" w="med" type="none"/>
            <a:tailEnd len="med" w="med" type="none"/>
          </a:ln>
        </p:spPr>
      </p:cxnSp>
      <p:cxnSp>
        <p:nvCxnSpPr>
          <p:cNvPr id="182" name="Google Shape;182;p31"/>
          <p:cNvCxnSpPr/>
          <p:nvPr/>
        </p:nvCxnSpPr>
        <p:spPr>
          <a:xfrm rot="10800000">
            <a:off x="0" y="4061975"/>
            <a:ext cx="9152400" cy="0"/>
          </a:xfrm>
          <a:prstGeom prst="straightConnector1">
            <a:avLst/>
          </a:prstGeom>
          <a:noFill/>
          <a:ln cap="flat" cmpd="sng" w="9525">
            <a:solidFill>
              <a:schemeClr val="dk1"/>
            </a:solidFill>
            <a:prstDash val="solid"/>
            <a:round/>
            <a:headEnd len="med" w="med" type="none"/>
            <a:tailEnd len="med" w="med" type="none"/>
          </a:ln>
        </p:spPr>
      </p:cxnSp>
      <p:sp>
        <p:nvSpPr>
          <p:cNvPr id="183" name="Google Shape;183;p31"/>
          <p:cNvSpPr txBox="1"/>
          <p:nvPr>
            <p:ph idx="9" type="title"/>
          </p:nvPr>
        </p:nvSpPr>
        <p:spPr>
          <a:xfrm>
            <a:off x="2497875" y="145800"/>
            <a:ext cx="4791600" cy="466500"/>
          </a:xfrm>
          <a:prstGeom prst="rect">
            <a:avLst/>
          </a:prstGeom>
        </p:spPr>
        <p:txBody>
          <a:bodyPr anchorCtr="0" anchor="t" bIns="91425" lIns="91425" spcFirstLastPara="1" rIns="91425" wrap="square" tIns="91425">
            <a:normAutofit/>
          </a:bodyPr>
          <a:lstStyle>
            <a:lvl1pPr lvl="0">
              <a:spcBef>
                <a:spcPts val="0"/>
              </a:spcBef>
              <a:spcAft>
                <a:spcPts val="0"/>
              </a:spcAft>
              <a:buClr>
                <a:schemeClr val="dk2"/>
              </a:buClr>
              <a:buSzPts val="2800"/>
              <a:buNone/>
              <a:defRPr>
                <a:solidFill>
                  <a:schemeClr val="dk2"/>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with details">
  <p:cSld name="BIG_NUMBER">
    <p:bg>
      <p:bgPr>
        <a:solidFill>
          <a:schemeClr val="lt1"/>
        </a:solidFill>
      </p:bgPr>
    </p:bg>
    <p:spTree>
      <p:nvGrpSpPr>
        <p:cNvPr id="184" name="Shape 184"/>
        <p:cNvGrpSpPr/>
        <p:nvPr/>
      </p:nvGrpSpPr>
      <p:grpSpPr>
        <a:xfrm>
          <a:off x="0" y="0"/>
          <a:ext cx="0" cy="0"/>
          <a:chOff x="0" y="0"/>
          <a:chExt cx="0" cy="0"/>
        </a:xfrm>
      </p:grpSpPr>
      <p:sp>
        <p:nvSpPr>
          <p:cNvPr id="185" name="Google Shape;185;p32"/>
          <p:cNvSpPr/>
          <p:nvPr/>
        </p:nvSpPr>
        <p:spPr>
          <a:xfrm>
            <a:off x="457200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Inter"/>
              <a:ea typeface="Inter"/>
              <a:cs typeface="Inter"/>
              <a:sym typeface="Inter"/>
            </a:endParaRPr>
          </a:p>
        </p:txBody>
      </p:sp>
      <p:sp>
        <p:nvSpPr>
          <p:cNvPr id="186" name="Google Shape;186;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87" name="Google Shape;187;p32"/>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SzPts val="600"/>
              <a:buNone/>
              <a:defRPr b="0" sz="6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8" name="Google Shape;188;p32"/>
          <p:cNvSpPr txBox="1"/>
          <p:nvPr>
            <p:ph idx="2" type="title"/>
          </p:nvPr>
        </p:nvSpPr>
        <p:spPr>
          <a:xfrm>
            <a:off x="7234267"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lt1"/>
              </a:buClr>
              <a:buSzPts val="600"/>
              <a:buNone/>
              <a:defRPr b="0" sz="600">
                <a:solidFill>
                  <a:schemeClr val="lt1"/>
                </a:solidFill>
              </a:defRPr>
            </a:lvl1pPr>
            <a:lvl2pPr lvl="1" algn="r">
              <a:spcBef>
                <a:spcPts val="0"/>
              </a:spcBef>
              <a:spcAft>
                <a:spcPts val="0"/>
              </a:spcAft>
              <a:buClr>
                <a:schemeClr val="lt1"/>
              </a:buClr>
              <a:buSzPts val="2800"/>
              <a:buNone/>
              <a:defRPr>
                <a:solidFill>
                  <a:schemeClr val="lt1"/>
                </a:solidFill>
              </a:defRPr>
            </a:lvl2pPr>
            <a:lvl3pPr lvl="2" algn="r">
              <a:spcBef>
                <a:spcPts val="0"/>
              </a:spcBef>
              <a:spcAft>
                <a:spcPts val="0"/>
              </a:spcAft>
              <a:buClr>
                <a:schemeClr val="lt1"/>
              </a:buClr>
              <a:buSzPts val="2800"/>
              <a:buNone/>
              <a:defRPr>
                <a:solidFill>
                  <a:schemeClr val="lt1"/>
                </a:solidFill>
              </a:defRPr>
            </a:lvl3pPr>
            <a:lvl4pPr lvl="3" algn="r">
              <a:spcBef>
                <a:spcPts val="0"/>
              </a:spcBef>
              <a:spcAft>
                <a:spcPts val="0"/>
              </a:spcAft>
              <a:buClr>
                <a:schemeClr val="lt1"/>
              </a:buClr>
              <a:buSzPts val="2800"/>
              <a:buNone/>
              <a:defRPr>
                <a:solidFill>
                  <a:schemeClr val="lt1"/>
                </a:solidFill>
              </a:defRPr>
            </a:lvl4pPr>
            <a:lvl5pPr lvl="4" algn="r">
              <a:spcBef>
                <a:spcPts val="0"/>
              </a:spcBef>
              <a:spcAft>
                <a:spcPts val="0"/>
              </a:spcAft>
              <a:buClr>
                <a:schemeClr val="lt1"/>
              </a:buClr>
              <a:buSzPts val="2800"/>
              <a:buNone/>
              <a:defRPr>
                <a:solidFill>
                  <a:schemeClr val="lt1"/>
                </a:solidFill>
              </a:defRPr>
            </a:lvl5pPr>
            <a:lvl6pPr lvl="5" algn="r">
              <a:spcBef>
                <a:spcPts val="0"/>
              </a:spcBef>
              <a:spcAft>
                <a:spcPts val="0"/>
              </a:spcAft>
              <a:buClr>
                <a:schemeClr val="lt1"/>
              </a:buClr>
              <a:buSzPts val="2800"/>
              <a:buNone/>
              <a:defRPr>
                <a:solidFill>
                  <a:schemeClr val="lt1"/>
                </a:solidFill>
              </a:defRPr>
            </a:lvl6pPr>
            <a:lvl7pPr lvl="6" algn="r">
              <a:spcBef>
                <a:spcPts val="0"/>
              </a:spcBef>
              <a:spcAft>
                <a:spcPts val="0"/>
              </a:spcAft>
              <a:buClr>
                <a:schemeClr val="lt1"/>
              </a:buClr>
              <a:buSzPts val="2800"/>
              <a:buNone/>
              <a:defRPr>
                <a:solidFill>
                  <a:schemeClr val="lt1"/>
                </a:solidFill>
              </a:defRPr>
            </a:lvl7pPr>
            <a:lvl8pPr lvl="7" algn="r">
              <a:spcBef>
                <a:spcPts val="0"/>
              </a:spcBef>
              <a:spcAft>
                <a:spcPts val="0"/>
              </a:spcAft>
              <a:buClr>
                <a:schemeClr val="lt1"/>
              </a:buClr>
              <a:buSzPts val="2800"/>
              <a:buNone/>
              <a:defRPr>
                <a:solidFill>
                  <a:schemeClr val="lt1"/>
                </a:solidFill>
              </a:defRPr>
            </a:lvl8pPr>
            <a:lvl9pPr lvl="8" algn="r">
              <a:spcBef>
                <a:spcPts val="0"/>
              </a:spcBef>
              <a:spcAft>
                <a:spcPts val="0"/>
              </a:spcAft>
              <a:buClr>
                <a:schemeClr val="lt1"/>
              </a:buClr>
              <a:buSzPts val="2800"/>
              <a:buNone/>
              <a:defRPr>
                <a:solidFill>
                  <a:schemeClr val="lt1"/>
                </a:solidFill>
              </a:defRPr>
            </a:lvl9pPr>
          </a:lstStyle>
          <a:p/>
        </p:txBody>
      </p:sp>
      <p:sp>
        <p:nvSpPr>
          <p:cNvPr id="189" name="Google Shape;189;p32"/>
          <p:cNvSpPr txBox="1"/>
          <p:nvPr>
            <p:ph idx="3" type="title"/>
          </p:nvPr>
        </p:nvSpPr>
        <p:spPr>
          <a:xfrm>
            <a:off x="4801800" y="1644025"/>
            <a:ext cx="4108500" cy="4449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Clr>
                <a:schemeClr val="lt1"/>
              </a:buClr>
              <a:buSzPts val="2000"/>
              <a:buNone/>
              <a:defRPr sz="2000">
                <a:solidFill>
                  <a:schemeClr val="lt1"/>
                </a:solidFill>
              </a:defRPr>
            </a:lvl1pPr>
            <a:lvl2pPr lvl="1" algn="ctr">
              <a:lnSpc>
                <a:spcPct val="80000"/>
              </a:lnSpc>
              <a:spcBef>
                <a:spcPts val="0"/>
              </a:spcBef>
              <a:spcAft>
                <a:spcPts val="0"/>
              </a:spcAft>
              <a:buClr>
                <a:schemeClr val="lt1"/>
              </a:buClr>
              <a:buSzPts val="2000"/>
              <a:buNone/>
              <a:defRPr sz="2000">
                <a:solidFill>
                  <a:schemeClr val="lt1"/>
                </a:solidFill>
              </a:defRPr>
            </a:lvl2pPr>
            <a:lvl3pPr lvl="2" algn="ctr">
              <a:lnSpc>
                <a:spcPct val="80000"/>
              </a:lnSpc>
              <a:spcBef>
                <a:spcPts val="0"/>
              </a:spcBef>
              <a:spcAft>
                <a:spcPts val="0"/>
              </a:spcAft>
              <a:buClr>
                <a:schemeClr val="lt1"/>
              </a:buClr>
              <a:buSzPts val="2000"/>
              <a:buNone/>
              <a:defRPr sz="2000">
                <a:solidFill>
                  <a:schemeClr val="lt1"/>
                </a:solidFill>
              </a:defRPr>
            </a:lvl3pPr>
            <a:lvl4pPr lvl="3" algn="ctr">
              <a:lnSpc>
                <a:spcPct val="80000"/>
              </a:lnSpc>
              <a:spcBef>
                <a:spcPts val="0"/>
              </a:spcBef>
              <a:spcAft>
                <a:spcPts val="0"/>
              </a:spcAft>
              <a:buClr>
                <a:schemeClr val="lt1"/>
              </a:buClr>
              <a:buSzPts val="2000"/>
              <a:buNone/>
              <a:defRPr sz="2000">
                <a:solidFill>
                  <a:schemeClr val="lt1"/>
                </a:solidFill>
              </a:defRPr>
            </a:lvl4pPr>
            <a:lvl5pPr lvl="4" algn="ctr">
              <a:lnSpc>
                <a:spcPct val="80000"/>
              </a:lnSpc>
              <a:spcBef>
                <a:spcPts val="0"/>
              </a:spcBef>
              <a:spcAft>
                <a:spcPts val="0"/>
              </a:spcAft>
              <a:buClr>
                <a:schemeClr val="lt1"/>
              </a:buClr>
              <a:buSzPts val="2000"/>
              <a:buNone/>
              <a:defRPr sz="2000">
                <a:solidFill>
                  <a:schemeClr val="lt1"/>
                </a:solidFill>
              </a:defRPr>
            </a:lvl5pPr>
            <a:lvl6pPr lvl="5" algn="ctr">
              <a:lnSpc>
                <a:spcPct val="80000"/>
              </a:lnSpc>
              <a:spcBef>
                <a:spcPts val="0"/>
              </a:spcBef>
              <a:spcAft>
                <a:spcPts val="0"/>
              </a:spcAft>
              <a:buClr>
                <a:schemeClr val="lt1"/>
              </a:buClr>
              <a:buSzPts val="2000"/>
              <a:buNone/>
              <a:defRPr sz="2000">
                <a:solidFill>
                  <a:schemeClr val="lt1"/>
                </a:solidFill>
              </a:defRPr>
            </a:lvl6pPr>
            <a:lvl7pPr lvl="6" algn="ctr">
              <a:lnSpc>
                <a:spcPct val="80000"/>
              </a:lnSpc>
              <a:spcBef>
                <a:spcPts val="0"/>
              </a:spcBef>
              <a:spcAft>
                <a:spcPts val="0"/>
              </a:spcAft>
              <a:buClr>
                <a:schemeClr val="lt1"/>
              </a:buClr>
              <a:buSzPts val="2000"/>
              <a:buNone/>
              <a:defRPr sz="2000">
                <a:solidFill>
                  <a:schemeClr val="lt1"/>
                </a:solidFill>
              </a:defRPr>
            </a:lvl7pPr>
            <a:lvl8pPr lvl="7" algn="ctr">
              <a:lnSpc>
                <a:spcPct val="80000"/>
              </a:lnSpc>
              <a:spcBef>
                <a:spcPts val="0"/>
              </a:spcBef>
              <a:spcAft>
                <a:spcPts val="0"/>
              </a:spcAft>
              <a:buClr>
                <a:schemeClr val="lt1"/>
              </a:buClr>
              <a:buSzPts val="2000"/>
              <a:buNone/>
              <a:defRPr sz="2000">
                <a:solidFill>
                  <a:schemeClr val="lt1"/>
                </a:solidFill>
              </a:defRPr>
            </a:lvl8pPr>
            <a:lvl9pPr lvl="8" algn="ctr">
              <a:lnSpc>
                <a:spcPct val="80000"/>
              </a:lnSpc>
              <a:spcBef>
                <a:spcPts val="0"/>
              </a:spcBef>
              <a:spcAft>
                <a:spcPts val="0"/>
              </a:spcAft>
              <a:buClr>
                <a:schemeClr val="lt1"/>
              </a:buClr>
              <a:buSzPts val="2000"/>
              <a:buNone/>
              <a:defRPr sz="2000">
                <a:solidFill>
                  <a:schemeClr val="lt1"/>
                </a:solidFill>
              </a:defRPr>
            </a:lvl9pPr>
          </a:lstStyle>
          <a:p/>
        </p:txBody>
      </p:sp>
      <p:sp>
        <p:nvSpPr>
          <p:cNvPr id="190" name="Google Shape;190;p32"/>
          <p:cNvSpPr txBox="1"/>
          <p:nvPr>
            <p:ph idx="1" type="body"/>
          </p:nvPr>
        </p:nvSpPr>
        <p:spPr>
          <a:xfrm>
            <a:off x="4805709" y="2069213"/>
            <a:ext cx="4108500" cy="1330200"/>
          </a:xfrm>
          <a:prstGeom prst="rect">
            <a:avLst/>
          </a:prstGeom>
        </p:spPr>
        <p:txBody>
          <a:bodyPr anchorCtr="0" anchor="ctr" bIns="91425" lIns="91425" spcFirstLastPara="1" rIns="91425" wrap="square" tIns="91425">
            <a:noAutofit/>
          </a:bodyPr>
          <a:lstStyle>
            <a:lvl1pPr indent="-330200" lvl="0" marL="457200" algn="ctr">
              <a:spcBef>
                <a:spcPts val="0"/>
              </a:spcBef>
              <a:spcAft>
                <a:spcPts val="0"/>
              </a:spcAft>
              <a:buClr>
                <a:schemeClr val="lt1"/>
              </a:buClr>
              <a:buSzPts val="1600"/>
              <a:buChar char="●"/>
              <a:defRPr sz="1600">
                <a:solidFill>
                  <a:schemeClr val="lt1"/>
                </a:solidFill>
              </a:defRPr>
            </a:lvl1pPr>
            <a:lvl2pPr indent="-330200" lvl="1" marL="914400" algn="ctr">
              <a:spcBef>
                <a:spcPts val="0"/>
              </a:spcBef>
              <a:spcAft>
                <a:spcPts val="0"/>
              </a:spcAft>
              <a:buClr>
                <a:schemeClr val="lt1"/>
              </a:buClr>
              <a:buSzPts val="1600"/>
              <a:buChar char="○"/>
              <a:defRPr sz="1600">
                <a:solidFill>
                  <a:schemeClr val="lt1"/>
                </a:solidFill>
              </a:defRPr>
            </a:lvl2pPr>
            <a:lvl3pPr indent="-330200" lvl="2" marL="1371600" algn="ctr">
              <a:spcBef>
                <a:spcPts val="0"/>
              </a:spcBef>
              <a:spcAft>
                <a:spcPts val="0"/>
              </a:spcAft>
              <a:buClr>
                <a:schemeClr val="lt1"/>
              </a:buClr>
              <a:buSzPts val="1600"/>
              <a:buChar char="■"/>
              <a:defRPr sz="1600">
                <a:solidFill>
                  <a:schemeClr val="lt1"/>
                </a:solidFill>
              </a:defRPr>
            </a:lvl3pPr>
            <a:lvl4pPr indent="-330200" lvl="3" marL="1828800" algn="ctr">
              <a:spcBef>
                <a:spcPts val="0"/>
              </a:spcBef>
              <a:spcAft>
                <a:spcPts val="0"/>
              </a:spcAft>
              <a:buClr>
                <a:schemeClr val="lt1"/>
              </a:buClr>
              <a:buSzPts val="1600"/>
              <a:buChar char="●"/>
              <a:defRPr sz="1600">
                <a:solidFill>
                  <a:schemeClr val="lt1"/>
                </a:solidFill>
              </a:defRPr>
            </a:lvl4pPr>
            <a:lvl5pPr indent="-330200" lvl="4" marL="2286000" algn="ctr">
              <a:spcBef>
                <a:spcPts val="0"/>
              </a:spcBef>
              <a:spcAft>
                <a:spcPts val="0"/>
              </a:spcAft>
              <a:buClr>
                <a:schemeClr val="lt1"/>
              </a:buClr>
              <a:buSzPts val="1600"/>
              <a:buChar char="○"/>
              <a:defRPr sz="1600">
                <a:solidFill>
                  <a:schemeClr val="lt1"/>
                </a:solidFill>
              </a:defRPr>
            </a:lvl5pPr>
            <a:lvl6pPr indent="-330200" lvl="5" marL="2743200" algn="ctr">
              <a:spcBef>
                <a:spcPts val="0"/>
              </a:spcBef>
              <a:spcAft>
                <a:spcPts val="0"/>
              </a:spcAft>
              <a:buClr>
                <a:schemeClr val="lt1"/>
              </a:buClr>
              <a:buSzPts val="1600"/>
              <a:buChar char="■"/>
              <a:defRPr sz="1600">
                <a:solidFill>
                  <a:schemeClr val="lt1"/>
                </a:solidFill>
              </a:defRPr>
            </a:lvl6pPr>
            <a:lvl7pPr indent="-330200" lvl="6" marL="3200400" algn="ctr">
              <a:spcBef>
                <a:spcPts val="0"/>
              </a:spcBef>
              <a:spcAft>
                <a:spcPts val="0"/>
              </a:spcAft>
              <a:buClr>
                <a:schemeClr val="lt1"/>
              </a:buClr>
              <a:buSzPts val="1600"/>
              <a:buChar char="●"/>
              <a:defRPr sz="1600">
                <a:solidFill>
                  <a:schemeClr val="lt1"/>
                </a:solidFill>
              </a:defRPr>
            </a:lvl7pPr>
            <a:lvl8pPr indent="-330200" lvl="7" marL="3657600" algn="ctr">
              <a:spcBef>
                <a:spcPts val="0"/>
              </a:spcBef>
              <a:spcAft>
                <a:spcPts val="0"/>
              </a:spcAft>
              <a:buClr>
                <a:schemeClr val="lt1"/>
              </a:buClr>
              <a:buSzPts val="1600"/>
              <a:buChar char="○"/>
              <a:defRPr sz="1600">
                <a:solidFill>
                  <a:schemeClr val="lt1"/>
                </a:solidFill>
              </a:defRPr>
            </a:lvl8pPr>
            <a:lvl9pPr indent="-330200" lvl="8" marL="4114800" algn="ctr">
              <a:spcBef>
                <a:spcPts val="0"/>
              </a:spcBef>
              <a:spcAft>
                <a:spcPts val="0"/>
              </a:spcAft>
              <a:buClr>
                <a:schemeClr val="lt1"/>
              </a:buClr>
              <a:buSzPts val="1600"/>
              <a:buChar char="■"/>
              <a:defRPr sz="1600">
                <a:solidFill>
                  <a:schemeClr val="lt1"/>
                </a:solidFill>
              </a:defRPr>
            </a:lvl9pPr>
          </a:lstStyle>
          <a:p/>
        </p:txBody>
      </p:sp>
      <p:sp>
        <p:nvSpPr>
          <p:cNvPr id="191" name="Google Shape;191;p32"/>
          <p:cNvSpPr txBox="1"/>
          <p:nvPr>
            <p:ph idx="4" type="title"/>
          </p:nvPr>
        </p:nvSpPr>
        <p:spPr>
          <a:xfrm>
            <a:off x="4801800" y="3379700"/>
            <a:ext cx="4108500" cy="4449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Clr>
                <a:schemeClr val="lt1"/>
              </a:buClr>
              <a:buSzPts val="1000"/>
              <a:buNone/>
              <a:defRPr sz="1000">
                <a:solidFill>
                  <a:schemeClr val="lt1"/>
                </a:solidFill>
              </a:defRPr>
            </a:lvl1pPr>
            <a:lvl2pPr lvl="1" algn="ctr">
              <a:lnSpc>
                <a:spcPct val="80000"/>
              </a:lnSpc>
              <a:spcBef>
                <a:spcPts val="0"/>
              </a:spcBef>
              <a:spcAft>
                <a:spcPts val="0"/>
              </a:spcAft>
              <a:buClr>
                <a:schemeClr val="lt1"/>
              </a:buClr>
              <a:buSzPts val="1000"/>
              <a:buNone/>
              <a:defRPr sz="1000">
                <a:solidFill>
                  <a:schemeClr val="lt1"/>
                </a:solidFill>
              </a:defRPr>
            </a:lvl2pPr>
            <a:lvl3pPr lvl="2" algn="ctr">
              <a:lnSpc>
                <a:spcPct val="80000"/>
              </a:lnSpc>
              <a:spcBef>
                <a:spcPts val="0"/>
              </a:spcBef>
              <a:spcAft>
                <a:spcPts val="0"/>
              </a:spcAft>
              <a:buClr>
                <a:schemeClr val="lt1"/>
              </a:buClr>
              <a:buSzPts val="1000"/>
              <a:buNone/>
              <a:defRPr sz="1000">
                <a:solidFill>
                  <a:schemeClr val="lt1"/>
                </a:solidFill>
              </a:defRPr>
            </a:lvl3pPr>
            <a:lvl4pPr lvl="3" algn="ctr">
              <a:lnSpc>
                <a:spcPct val="80000"/>
              </a:lnSpc>
              <a:spcBef>
                <a:spcPts val="0"/>
              </a:spcBef>
              <a:spcAft>
                <a:spcPts val="0"/>
              </a:spcAft>
              <a:buClr>
                <a:schemeClr val="lt1"/>
              </a:buClr>
              <a:buSzPts val="1000"/>
              <a:buNone/>
              <a:defRPr sz="1000">
                <a:solidFill>
                  <a:schemeClr val="lt1"/>
                </a:solidFill>
              </a:defRPr>
            </a:lvl4pPr>
            <a:lvl5pPr lvl="4" algn="ctr">
              <a:lnSpc>
                <a:spcPct val="80000"/>
              </a:lnSpc>
              <a:spcBef>
                <a:spcPts val="0"/>
              </a:spcBef>
              <a:spcAft>
                <a:spcPts val="0"/>
              </a:spcAft>
              <a:buClr>
                <a:schemeClr val="lt1"/>
              </a:buClr>
              <a:buSzPts val="1000"/>
              <a:buNone/>
              <a:defRPr sz="1000">
                <a:solidFill>
                  <a:schemeClr val="lt1"/>
                </a:solidFill>
              </a:defRPr>
            </a:lvl5pPr>
            <a:lvl6pPr lvl="5" algn="ctr">
              <a:lnSpc>
                <a:spcPct val="80000"/>
              </a:lnSpc>
              <a:spcBef>
                <a:spcPts val="0"/>
              </a:spcBef>
              <a:spcAft>
                <a:spcPts val="0"/>
              </a:spcAft>
              <a:buClr>
                <a:schemeClr val="lt1"/>
              </a:buClr>
              <a:buSzPts val="1000"/>
              <a:buNone/>
              <a:defRPr sz="1000">
                <a:solidFill>
                  <a:schemeClr val="lt1"/>
                </a:solidFill>
              </a:defRPr>
            </a:lvl6pPr>
            <a:lvl7pPr lvl="6" algn="ctr">
              <a:lnSpc>
                <a:spcPct val="80000"/>
              </a:lnSpc>
              <a:spcBef>
                <a:spcPts val="0"/>
              </a:spcBef>
              <a:spcAft>
                <a:spcPts val="0"/>
              </a:spcAft>
              <a:buClr>
                <a:schemeClr val="lt1"/>
              </a:buClr>
              <a:buSzPts val="1000"/>
              <a:buNone/>
              <a:defRPr sz="1000">
                <a:solidFill>
                  <a:schemeClr val="lt1"/>
                </a:solidFill>
              </a:defRPr>
            </a:lvl7pPr>
            <a:lvl8pPr lvl="7" algn="ctr">
              <a:lnSpc>
                <a:spcPct val="80000"/>
              </a:lnSpc>
              <a:spcBef>
                <a:spcPts val="0"/>
              </a:spcBef>
              <a:spcAft>
                <a:spcPts val="0"/>
              </a:spcAft>
              <a:buClr>
                <a:schemeClr val="lt1"/>
              </a:buClr>
              <a:buSzPts val="1000"/>
              <a:buNone/>
              <a:defRPr sz="1000">
                <a:solidFill>
                  <a:schemeClr val="lt1"/>
                </a:solidFill>
              </a:defRPr>
            </a:lvl8pPr>
            <a:lvl9pPr lvl="8" algn="ctr">
              <a:lnSpc>
                <a:spcPct val="80000"/>
              </a:lnSpc>
              <a:spcBef>
                <a:spcPts val="0"/>
              </a:spcBef>
              <a:spcAft>
                <a:spcPts val="0"/>
              </a:spcAft>
              <a:buClr>
                <a:schemeClr val="lt1"/>
              </a:buClr>
              <a:buSzPts val="1000"/>
              <a:buNone/>
              <a:defRPr sz="1000">
                <a:solidFill>
                  <a:schemeClr val="lt1"/>
                </a:solidFill>
              </a:defRPr>
            </a:lvl9pPr>
          </a:lstStyle>
          <a:p/>
        </p:txBody>
      </p:sp>
      <p:sp>
        <p:nvSpPr>
          <p:cNvPr id="192" name="Google Shape;192;p32"/>
          <p:cNvSpPr txBox="1"/>
          <p:nvPr>
            <p:ph idx="5" type="title"/>
          </p:nvPr>
        </p:nvSpPr>
        <p:spPr>
          <a:xfrm>
            <a:off x="229800" y="1644025"/>
            <a:ext cx="4108500" cy="4449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2000"/>
              <a:buNone/>
              <a:defRPr sz="2000"/>
            </a:lvl1pPr>
            <a:lvl2pPr lvl="1" algn="ctr">
              <a:lnSpc>
                <a:spcPct val="80000"/>
              </a:lnSpc>
              <a:spcBef>
                <a:spcPts val="0"/>
              </a:spcBef>
              <a:spcAft>
                <a:spcPts val="0"/>
              </a:spcAft>
              <a:buSzPts val="2000"/>
              <a:buNone/>
              <a:defRPr sz="2000"/>
            </a:lvl2pPr>
            <a:lvl3pPr lvl="2" algn="ctr">
              <a:lnSpc>
                <a:spcPct val="80000"/>
              </a:lnSpc>
              <a:spcBef>
                <a:spcPts val="0"/>
              </a:spcBef>
              <a:spcAft>
                <a:spcPts val="0"/>
              </a:spcAft>
              <a:buSzPts val="2000"/>
              <a:buNone/>
              <a:defRPr sz="2000"/>
            </a:lvl3pPr>
            <a:lvl4pPr lvl="3" algn="ctr">
              <a:lnSpc>
                <a:spcPct val="80000"/>
              </a:lnSpc>
              <a:spcBef>
                <a:spcPts val="0"/>
              </a:spcBef>
              <a:spcAft>
                <a:spcPts val="0"/>
              </a:spcAft>
              <a:buSzPts val="2000"/>
              <a:buNone/>
              <a:defRPr sz="2000"/>
            </a:lvl4pPr>
            <a:lvl5pPr lvl="4" algn="ctr">
              <a:lnSpc>
                <a:spcPct val="80000"/>
              </a:lnSpc>
              <a:spcBef>
                <a:spcPts val="0"/>
              </a:spcBef>
              <a:spcAft>
                <a:spcPts val="0"/>
              </a:spcAft>
              <a:buSzPts val="2000"/>
              <a:buNone/>
              <a:defRPr sz="2000"/>
            </a:lvl5pPr>
            <a:lvl6pPr lvl="5" algn="ctr">
              <a:lnSpc>
                <a:spcPct val="80000"/>
              </a:lnSpc>
              <a:spcBef>
                <a:spcPts val="0"/>
              </a:spcBef>
              <a:spcAft>
                <a:spcPts val="0"/>
              </a:spcAft>
              <a:buSzPts val="2000"/>
              <a:buNone/>
              <a:defRPr sz="2000"/>
            </a:lvl6pPr>
            <a:lvl7pPr lvl="6" algn="ctr">
              <a:lnSpc>
                <a:spcPct val="80000"/>
              </a:lnSpc>
              <a:spcBef>
                <a:spcPts val="0"/>
              </a:spcBef>
              <a:spcAft>
                <a:spcPts val="0"/>
              </a:spcAft>
              <a:buSzPts val="2000"/>
              <a:buNone/>
              <a:defRPr sz="2000"/>
            </a:lvl7pPr>
            <a:lvl8pPr lvl="7" algn="ctr">
              <a:lnSpc>
                <a:spcPct val="80000"/>
              </a:lnSpc>
              <a:spcBef>
                <a:spcPts val="0"/>
              </a:spcBef>
              <a:spcAft>
                <a:spcPts val="0"/>
              </a:spcAft>
              <a:buSzPts val="2000"/>
              <a:buNone/>
              <a:defRPr sz="2000"/>
            </a:lvl8pPr>
            <a:lvl9pPr lvl="8" algn="ctr">
              <a:lnSpc>
                <a:spcPct val="80000"/>
              </a:lnSpc>
              <a:spcBef>
                <a:spcPts val="0"/>
              </a:spcBef>
              <a:spcAft>
                <a:spcPts val="0"/>
              </a:spcAft>
              <a:buSzPts val="2000"/>
              <a:buNone/>
              <a:defRPr sz="2000"/>
            </a:lvl9pPr>
          </a:lstStyle>
          <a:p/>
        </p:txBody>
      </p:sp>
      <p:sp>
        <p:nvSpPr>
          <p:cNvPr id="193" name="Google Shape;193;p32"/>
          <p:cNvSpPr txBox="1"/>
          <p:nvPr>
            <p:ph idx="6" type="body"/>
          </p:nvPr>
        </p:nvSpPr>
        <p:spPr>
          <a:xfrm>
            <a:off x="233709" y="2069213"/>
            <a:ext cx="4108500" cy="1330200"/>
          </a:xfrm>
          <a:prstGeom prst="rect">
            <a:avLst/>
          </a:prstGeom>
        </p:spPr>
        <p:txBody>
          <a:bodyPr anchorCtr="0" anchor="ctr" bIns="91425" lIns="91425" spcFirstLastPara="1" rIns="91425" wrap="square" tIns="91425">
            <a:noAutofit/>
          </a:bodyPr>
          <a:lstStyle>
            <a:lvl1pPr indent="-330200" lvl="0" marL="457200" algn="ctr">
              <a:spcBef>
                <a:spcPts val="0"/>
              </a:spcBef>
              <a:spcAft>
                <a:spcPts val="0"/>
              </a:spcAft>
              <a:buSzPts val="1600"/>
              <a:buChar char="●"/>
              <a:defRPr sz="1600"/>
            </a:lvl1pPr>
            <a:lvl2pPr indent="-330200" lvl="1" marL="914400" algn="ctr">
              <a:spcBef>
                <a:spcPts val="0"/>
              </a:spcBef>
              <a:spcAft>
                <a:spcPts val="0"/>
              </a:spcAft>
              <a:buSzPts val="1600"/>
              <a:buChar char="○"/>
              <a:defRPr sz="1600"/>
            </a:lvl2pPr>
            <a:lvl3pPr indent="-330200" lvl="2" marL="1371600" algn="ctr">
              <a:spcBef>
                <a:spcPts val="0"/>
              </a:spcBef>
              <a:spcAft>
                <a:spcPts val="0"/>
              </a:spcAft>
              <a:buSzPts val="1600"/>
              <a:buChar char="■"/>
              <a:defRPr sz="1600"/>
            </a:lvl3pPr>
            <a:lvl4pPr indent="-330200" lvl="3" marL="1828800" algn="ctr">
              <a:spcBef>
                <a:spcPts val="0"/>
              </a:spcBef>
              <a:spcAft>
                <a:spcPts val="0"/>
              </a:spcAft>
              <a:buSzPts val="1600"/>
              <a:buChar char="●"/>
              <a:defRPr sz="1600"/>
            </a:lvl4pPr>
            <a:lvl5pPr indent="-330200" lvl="4" marL="2286000" algn="ctr">
              <a:spcBef>
                <a:spcPts val="0"/>
              </a:spcBef>
              <a:spcAft>
                <a:spcPts val="0"/>
              </a:spcAft>
              <a:buSzPts val="1600"/>
              <a:buChar char="○"/>
              <a:defRPr sz="1600"/>
            </a:lvl5pPr>
            <a:lvl6pPr indent="-330200" lvl="5" marL="2743200" algn="ctr">
              <a:spcBef>
                <a:spcPts val="0"/>
              </a:spcBef>
              <a:spcAft>
                <a:spcPts val="0"/>
              </a:spcAft>
              <a:buSzPts val="1600"/>
              <a:buChar char="■"/>
              <a:defRPr sz="1600"/>
            </a:lvl6pPr>
            <a:lvl7pPr indent="-330200" lvl="6" marL="3200400" algn="ctr">
              <a:spcBef>
                <a:spcPts val="0"/>
              </a:spcBef>
              <a:spcAft>
                <a:spcPts val="0"/>
              </a:spcAft>
              <a:buSzPts val="1600"/>
              <a:buChar char="●"/>
              <a:defRPr sz="1600"/>
            </a:lvl7pPr>
            <a:lvl8pPr indent="-330200" lvl="7" marL="3657600" algn="ctr">
              <a:spcBef>
                <a:spcPts val="0"/>
              </a:spcBef>
              <a:spcAft>
                <a:spcPts val="0"/>
              </a:spcAft>
              <a:buSzPts val="1600"/>
              <a:buChar char="○"/>
              <a:defRPr sz="1600"/>
            </a:lvl8pPr>
            <a:lvl9pPr indent="-330200" lvl="8" marL="4114800" algn="ctr">
              <a:spcBef>
                <a:spcPts val="0"/>
              </a:spcBef>
              <a:spcAft>
                <a:spcPts val="0"/>
              </a:spcAft>
              <a:buSzPts val="1600"/>
              <a:buChar char="■"/>
              <a:defRPr sz="1600"/>
            </a:lvl9pPr>
          </a:lstStyle>
          <a:p/>
        </p:txBody>
      </p:sp>
      <p:sp>
        <p:nvSpPr>
          <p:cNvPr id="194" name="Google Shape;194;p32"/>
          <p:cNvSpPr txBox="1"/>
          <p:nvPr>
            <p:ph idx="7" type="title"/>
          </p:nvPr>
        </p:nvSpPr>
        <p:spPr>
          <a:xfrm>
            <a:off x="229800" y="3379700"/>
            <a:ext cx="4108500" cy="4449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1000"/>
              <a:buNone/>
              <a:defRPr sz="1000"/>
            </a:lvl1pPr>
            <a:lvl2pPr lvl="1" algn="ctr">
              <a:lnSpc>
                <a:spcPct val="80000"/>
              </a:lnSpc>
              <a:spcBef>
                <a:spcPts val="0"/>
              </a:spcBef>
              <a:spcAft>
                <a:spcPts val="0"/>
              </a:spcAft>
              <a:buSzPts val="1000"/>
              <a:buNone/>
              <a:defRPr sz="1000"/>
            </a:lvl2pPr>
            <a:lvl3pPr lvl="2" algn="ctr">
              <a:lnSpc>
                <a:spcPct val="80000"/>
              </a:lnSpc>
              <a:spcBef>
                <a:spcPts val="0"/>
              </a:spcBef>
              <a:spcAft>
                <a:spcPts val="0"/>
              </a:spcAft>
              <a:buSzPts val="1000"/>
              <a:buNone/>
              <a:defRPr sz="1000"/>
            </a:lvl3pPr>
            <a:lvl4pPr lvl="3" algn="ctr">
              <a:lnSpc>
                <a:spcPct val="80000"/>
              </a:lnSpc>
              <a:spcBef>
                <a:spcPts val="0"/>
              </a:spcBef>
              <a:spcAft>
                <a:spcPts val="0"/>
              </a:spcAft>
              <a:buSzPts val="1000"/>
              <a:buNone/>
              <a:defRPr sz="1000"/>
            </a:lvl4pPr>
            <a:lvl5pPr lvl="4" algn="ctr">
              <a:lnSpc>
                <a:spcPct val="80000"/>
              </a:lnSpc>
              <a:spcBef>
                <a:spcPts val="0"/>
              </a:spcBef>
              <a:spcAft>
                <a:spcPts val="0"/>
              </a:spcAft>
              <a:buSzPts val="1000"/>
              <a:buNone/>
              <a:defRPr sz="1000"/>
            </a:lvl5pPr>
            <a:lvl6pPr lvl="5" algn="ctr">
              <a:lnSpc>
                <a:spcPct val="80000"/>
              </a:lnSpc>
              <a:spcBef>
                <a:spcPts val="0"/>
              </a:spcBef>
              <a:spcAft>
                <a:spcPts val="0"/>
              </a:spcAft>
              <a:buSzPts val="1000"/>
              <a:buNone/>
              <a:defRPr sz="1000"/>
            </a:lvl6pPr>
            <a:lvl7pPr lvl="6" algn="ctr">
              <a:lnSpc>
                <a:spcPct val="80000"/>
              </a:lnSpc>
              <a:spcBef>
                <a:spcPts val="0"/>
              </a:spcBef>
              <a:spcAft>
                <a:spcPts val="0"/>
              </a:spcAft>
              <a:buSzPts val="1000"/>
              <a:buNone/>
              <a:defRPr sz="1000"/>
            </a:lvl7pPr>
            <a:lvl8pPr lvl="7" algn="ctr">
              <a:lnSpc>
                <a:spcPct val="80000"/>
              </a:lnSpc>
              <a:spcBef>
                <a:spcPts val="0"/>
              </a:spcBef>
              <a:spcAft>
                <a:spcPts val="0"/>
              </a:spcAft>
              <a:buSzPts val="1000"/>
              <a:buNone/>
              <a:defRPr sz="1000"/>
            </a:lvl8pPr>
            <a:lvl9pPr lvl="8" algn="ctr">
              <a:lnSpc>
                <a:spcPct val="80000"/>
              </a:lnSpc>
              <a:spcBef>
                <a:spcPts val="0"/>
              </a:spcBef>
              <a:spcAft>
                <a:spcPts val="0"/>
              </a:spcAft>
              <a:buSzPts val="1000"/>
              <a:buNone/>
              <a:defRPr sz="10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BIG_NUMBER_1">
    <p:bg>
      <p:bgPr>
        <a:solidFill>
          <a:schemeClr val="lt1"/>
        </a:solidFill>
      </p:bgPr>
    </p:bg>
    <p:spTree>
      <p:nvGrpSpPr>
        <p:cNvPr id="195" name="Shape 195"/>
        <p:cNvGrpSpPr/>
        <p:nvPr/>
      </p:nvGrpSpPr>
      <p:grpSpPr>
        <a:xfrm>
          <a:off x="0" y="0"/>
          <a:ext cx="0" cy="0"/>
          <a:chOff x="0" y="0"/>
          <a:chExt cx="0" cy="0"/>
        </a:xfrm>
      </p:grpSpPr>
      <p:sp>
        <p:nvSpPr>
          <p:cNvPr id="196" name="Google Shape;196;p33"/>
          <p:cNvSpPr/>
          <p:nvPr/>
        </p:nvSpPr>
        <p:spPr>
          <a:xfrm>
            <a:off x="457200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Inter"/>
              <a:ea typeface="Inter"/>
              <a:cs typeface="Inter"/>
              <a:sym typeface="Inter"/>
            </a:endParaRPr>
          </a:p>
        </p:txBody>
      </p:sp>
      <p:sp>
        <p:nvSpPr>
          <p:cNvPr id="197" name="Google Shape;197;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98" name="Google Shape;198;p33"/>
          <p:cNvSpPr txBox="1"/>
          <p:nvPr>
            <p:ph idx="1" type="body"/>
          </p:nvPr>
        </p:nvSpPr>
        <p:spPr>
          <a:xfrm>
            <a:off x="4805709" y="2069213"/>
            <a:ext cx="4108500" cy="1330200"/>
          </a:xfrm>
          <a:prstGeom prst="rect">
            <a:avLst/>
          </a:prstGeom>
        </p:spPr>
        <p:txBody>
          <a:bodyPr anchorCtr="0" anchor="ctr" bIns="91425" lIns="91425" spcFirstLastPara="1" rIns="91425" wrap="square" tIns="91425">
            <a:noAutofit/>
          </a:bodyPr>
          <a:lstStyle>
            <a:lvl1pPr indent="-330200" lvl="0" marL="457200" algn="ctr">
              <a:spcBef>
                <a:spcPts val="0"/>
              </a:spcBef>
              <a:spcAft>
                <a:spcPts val="0"/>
              </a:spcAft>
              <a:buClr>
                <a:schemeClr val="lt1"/>
              </a:buClr>
              <a:buSzPts val="1600"/>
              <a:buChar char="●"/>
              <a:defRPr sz="1600">
                <a:solidFill>
                  <a:schemeClr val="lt1"/>
                </a:solidFill>
              </a:defRPr>
            </a:lvl1pPr>
            <a:lvl2pPr indent="-330200" lvl="1" marL="914400" algn="ctr">
              <a:spcBef>
                <a:spcPts val="0"/>
              </a:spcBef>
              <a:spcAft>
                <a:spcPts val="0"/>
              </a:spcAft>
              <a:buClr>
                <a:schemeClr val="lt1"/>
              </a:buClr>
              <a:buSzPts val="1600"/>
              <a:buChar char="○"/>
              <a:defRPr sz="1600">
                <a:solidFill>
                  <a:schemeClr val="lt1"/>
                </a:solidFill>
              </a:defRPr>
            </a:lvl2pPr>
            <a:lvl3pPr indent="-330200" lvl="2" marL="1371600" algn="ctr">
              <a:spcBef>
                <a:spcPts val="0"/>
              </a:spcBef>
              <a:spcAft>
                <a:spcPts val="0"/>
              </a:spcAft>
              <a:buClr>
                <a:schemeClr val="lt1"/>
              </a:buClr>
              <a:buSzPts val="1600"/>
              <a:buChar char="■"/>
              <a:defRPr sz="1600">
                <a:solidFill>
                  <a:schemeClr val="lt1"/>
                </a:solidFill>
              </a:defRPr>
            </a:lvl3pPr>
            <a:lvl4pPr indent="-330200" lvl="3" marL="1828800" algn="ctr">
              <a:spcBef>
                <a:spcPts val="0"/>
              </a:spcBef>
              <a:spcAft>
                <a:spcPts val="0"/>
              </a:spcAft>
              <a:buClr>
                <a:schemeClr val="lt1"/>
              </a:buClr>
              <a:buSzPts val="1600"/>
              <a:buChar char="●"/>
              <a:defRPr sz="1600">
                <a:solidFill>
                  <a:schemeClr val="lt1"/>
                </a:solidFill>
              </a:defRPr>
            </a:lvl4pPr>
            <a:lvl5pPr indent="-330200" lvl="4" marL="2286000" algn="ctr">
              <a:spcBef>
                <a:spcPts val="0"/>
              </a:spcBef>
              <a:spcAft>
                <a:spcPts val="0"/>
              </a:spcAft>
              <a:buClr>
                <a:schemeClr val="lt1"/>
              </a:buClr>
              <a:buSzPts val="1600"/>
              <a:buChar char="○"/>
              <a:defRPr sz="1600">
                <a:solidFill>
                  <a:schemeClr val="lt1"/>
                </a:solidFill>
              </a:defRPr>
            </a:lvl5pPr>
            <a:lvl6pPr indent="-330200" lvl="5" marL="2743200" algn="ctr">
              <a:spcBef>
                <a:spcPts val="0"/>
              </a:spcBef>
              <a:spcAft>
                <a:spcPts val="0"/>
              </a:spcAft>
              <a:buClr>
                <a:schemeClr val="lt1"/>
              </a:buClr>
              <a:buSzPts val="1600"/>
              <a:buChar char="■"/>
              <a:defRPr sz="1600">
                <a:solidFill>
                  <a:schemeClr val="lt1"/>
                </a:solidFill>
              </a:defRPr>
            </a:lvl6pPr>
            <a:lvl7pPr indent="-330200" lvl="6" marL="3200400" algn="ctr">
              <a:spcBef>
                <a:spcPts val="0"/>
              </a:spcBef>
              <a:spcAft>
                <a:spcPts val="0"/>
              </a:spcAft>
              <a:buClr>
                <a:schemeClr val="lt1"/>
              </a:buClr>
              <a:buSzPts val="1600"/>
              <a:buChar char="●"/>
              <a:defRPr sz="1600">
                <a:solidFill>
                  <a:schemeClr val="lt1"/>
                </a:solidFill>
              </a:defRPr>
            </a:lvl7pPr>
            <a:lvl8pPr indent="-330200" lvl="7" marL="3657600" algn="ctr">
              <a:spcBef>
                <a:spcPts val="0"/>
              </a:spcBef>
              <a:spcAft>
                <a:spcPts val="0"/>
              </a:spcAft>
              <a:buClr>
                <a:schemeClr val="lt1"/>
              </a:buClr>
              <a:buSzPts val="1600"/>
              <a:buChar char="○"/>
              <a:defRPr sz="1600">
                <a:solidFill>
                  <a:schemeClr val="lt1"/>
                </a:solidFill>
              </a:defRPr>
            </a:lvl8pPr>
            <a:lvl9pPr indent="-330200" lvl="8" marL="4114800" algn="ctr">
              <a:spcBef>
                <a:spcPts val="0"/>
              </a:spcBef>
              <a:spcAft>
                <a:spcPts val="0"/>
              </a:spcAft>
              <a:buClr>
                <a:schemeClr val="lt1"/>
              </a:buClr>
              <a:buSzPts val="1600"/>
              <a:buChar char="■"/>
              <a:defRPr sz="1600">
                <a:solidFill>
                  <a:schemeClr val="lt1"/>
                </a:solidFill>
              </a:defRPr>
            </a:lvl9pPr>
          </a:lstStyle>
          <a:p/>
        </p:txBody>
      </p:sp>
      <p:sp>
        <p:nvSpPr>
          <p:cNvPr id="199" name="Google Shape;199;p33"/>
          <p:cNvSpPr txBox="1"/>
          <p:nvPr>
            <p:ph type="title"/>
          </p:nvPr>
        </p:nvSpPr>
        <p:spPr>
          <a:xfrm>
            <a:off x="229800" y="895625"/>
            <a:ext cx="4108500" cy="4449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2000"/>
              <a:buNone/>
              <a:defRPr sz="2000"/>
            </a:lvl1pPr>
            <a:lvl2pPr lvl="1" algn="ctr">
              <a:lnSpc>
                <a:spcPct val="80000"/>
              </a:lnSpc>
              <a:spcBef>
                <a:spcPts val="0"/>
              </a:spcBef>
              <a:spcAft>
                <a:spcPts val="0"/>
              </a:spcAft>
              <a:buSzPts val="2000"/>
              <a:buNone/>
              <a:defRPr sz="2000"/>
            </a:lvl2pPr>
            <a:lvl3pPr lvl="2" algn="ctr">
              <a:lnSpc>
                <a:spcPct val="80000"/>
              </a:lnSpc>
              <a:spcBef>
                <a:spcPts val="0"/>
              </a:spcBef>
              <a:spcAft>
                <a:spcPts val="0"/>
              </a:spcAft>
              <a:buSzPts val="2000"/>
              <a:buNone/>
              <a:defRPr sz="2000"/>
            </a:lvl3pPr>
            <a:lvl4pPr lvl="3" algn="ctr">
              <a:lnSpc>
                <a:spcPct val="80000"/>
              </a:lnSpc>
              <a:spcBef>
                <a:spcPts val="0"/>
              </a:spcBef>
              <a:spcAft>
                <a:spcPts val="0"/>
              </a:spcAft>
              <a:buSzPts val="2000"/>
              <a:buNone/>
              <a:defRPr sz="2000"/>
            </a:lvl4pPr>
            <a:lvl5pPr lvl="4" algn="ctr">
              <a:lnSpc>
                <a:spcPct val="80000"/>
              </a:lnSpc>
              <a:spcBef>
                <a:spcPts val="0"/>
              </a:spcBef>
              <a:spcAft>
                <a:spcPts val="0"/>
              </a:spcAft>
              <a:buSzPts val="2000"/>
              <a:buNone/>
              <a:defRPr sz="2000"/>
            </a:lvl5pPr>
            <a:lvl6pPr lvl="5" algn="ctr">
              <a:lnSpc>
                <a:spcPct val="80000"/>
              </a:lnSpc>
              <a:spcBef>
                <a:spcPts val="0"/>
              </a:spcBef>
              <a:spcAft>
                <a:spcPts val="0"/>
              </a:spcAft>
              <a:buSzPts val="2000"/>
              <a:buNone/>
              <a:defRPr sz="2000"/>
            </a:lvl6pPr>
            <a:lvl7pPr lvl="6" algn="ctr">
              <a:lnSpc>
                <a:spcPct val="80000"/>
              </a:lnSpc>
              <a:spcBef>
                <a:spcPts val="0"/>
              </a:spcBef>
              <a:spcAft>
                <a:spcPts val="0"/>
              </a:spcAft>
              <a:buSzPts val="2000"/>
              <a:buNone/>
              <a:defRPr sz="2000"/>
            </a:lvl7pPr>
            <a:lvl8pPr lvl="7" algn="ctr">
              <a:lnSpc>
                <a:spcPct val="80000"/>
              </a:lnSpc>
              <a:spcBef>
                <a:spcPts val="0"/>
              </a:spcBef>
              <a:spcAft>
                <a:spcPts val="0"/>
              </a:spcAft>
              <a:buSzPts val="2000"/>
              <a:buNone/>
              <a:defRPr sz="2000"/>
            </a:lvl8pPr>
            <a:lvl9pPr lvl="8" algn="ctr">
              <a:lnSpc>
                <a:spcPct val="80000"/>
              </a:lnSpc>
              <a:spcBef>
                <a:spcPts val="0"/>
              </a:spcBef>
              <a:spcAft>
                <a:spcPts val="0"/>
              </a:spcAft>
              <a:buSzPts val="2000"/>
              <a:buNone/>
              <a:defRPr sz="2000"/>
            </a:lvl9pPr>
          </a:lstStyle>
          <a:p/>
        </p:txBody>
      </p:sp>
      <p:sp>
        <p:nvSpPr>
          <p:cNvPr id="200" name="Google Shape;200;p33"/>
          <p:cNvSpPr txBox="1"/>
          <p:nvPr>
            <p:ph idx="2" type="body"/>
          </p:nvPr>
        </p:nvSpPr>
        <p:spPr>
          <a:xfrm>
            <a:off x="233709" y="2069213"/>
            <a:ext cx="4108500" cy="1330200"/>
          </a:xfrm>
          <a:prstGeom prst="rect">
            <a:avLst/>
          </a:prstGeom>
        </p:spPr>
        <p:txBody>
          <a:bodyPr anchorCtr="0" anchor="ctr" bIns="91425" lIns="91425" spcFirstLastPara="1" rIns="91425" wrap="square" tIns="91425">
            <a:noAutofit/>
          </a:bodyPr>
          <a:lstStyle>
            <a:lvl1pPr indent="-330200" lvl="0" marL="457200" algn="ctr">
              <a:spcBef>
                <a:spcPts val="0"/>
              </a:spcBef>
              <a:spcAft>
                <a:spcPts val="0"/>
              </a:spcAft>
              <a:buSzPts val="1600"/>
              <a:buChar char="●"/>
              <a:defRPr sz="1600"/>
            </a:lvl1pPr>
            <a:lvl2pPr indent="-330200" lvl="1" marL="914400" algn="ctr">
              <a:spcBef>
                <a:spcPts val="0"/>
              </a:spcBef>
              <a:spcAft>
                <a:spcPts val="0"/>
              </a:spcAft>
              <a:buSzPts val="1600"/>
              <a:buChar char="○"/>
              <a:defRPr sz="1600"/>
            </a:lvl2pPr>
            <a:lvl3pPr indent="-330200" lvl="2" marL="1371600" algn="ctr">
              <a:spcBef>
                <a:spcPts val="0"/>
              </a:spcBef>
              <a:spcAft>
                <a:spcPts val="0"/>
              </a:spcAft>
              <a:buSzPts val="1600"/>
              <a:buChar char="■"/>
              <a:defRPr sz="1600"/>
            </a:lvl3pPr>
            <a:lvl4pPr indent="-330200" lvl="3" marL="1828800" algn="ctr">
              <a:spcBef>
                <a:spcPts val="0"/>
              </a:spcBef>
              <a:spcAft>
                <a:spcPts val="0"/>
              </a:spcAft>
              <a:buSzPts val="1600"/>
              <a:buChar char="●"/>
              <a:defRPr sz="1600"/>
            </a:lvl4pPr>
            <a:lvl5pPr indent="-330200" lvl="4" marL="2286000" algn="ctr">
              <a:spcBef>
                <a:spcPts val="0"/>
              </a:spcBef>
              <a:spcAft>
                <a:spcPts val="0"/>
              </a:spcAft>
              <a:buSzPts val="1600"/>
              <a:buChar char="○"/>
              <a:defRPr sz="1600"/>
            </a:lvl5pPr>
            <a:lvl6pPr indent="-330200" lvl="5" marL="2743200" algn="ctr">
              <a:spcBef>
                <a:spcPts val="0"/>
              </a:spcBef>
              <a:spcAft>
                <a:spcPts val="0"/>
              </a:spcAft>
              <a:buSzPts val="1600"/>
              <a:buChar char="■"/>
              <a:defRPr sz="1600"/>
            </a:lvl6pPr>
            <a:lvl7pPr indent="-330200" lvl="6" marL="3200400" algn="ctr">
              <a:spcBef>
                <a:spcPts val="0"/>
              </a:spcBef>
              <a:spcAft>
                <a:spcPts val="0"/>
              </a:spcAft>
              <a:buSzPts val="1600"/>
              <a:buChar char="●"/>
              <a:defRPr sz="1600"/>
            </a:lvl7pPr>
            <a:lvl8pPr indent="-330200" lvl="7" marL="3657600" algn="ctr">
              <a:spcBef>
                <a:spcPts val="0"/>
              </a:spcBef>
              <a:spcAft>
                <a:spcPts val="0"/>
              </a:spcAft>
              <a:buSzPts val="1600"/>
              <a:buChar char="○"/>
              <a:defRPr sz="1600"/>
            </a:lvl8pPr>
            <a:lvl9pPr indent="-330200" lvl="8" marL="4114800" algn="ctr">
              <a:spcBef>
                <a:spcPts val="0"/>
              </a:spcBef>
              <a:spcAft>
                <a:spcPts val="0"/>
              </a:spcAft>
              <a:buSzPts val="1600"/>
              <a:buChar char="■"/>
              <a:defRPr sz="1600"/>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CUSTOM">
    <p:spTree>
      <p:nvGrpSpPr>
        <p:cNvPr id="201" name="Shape 201"/>
        <p:cNvGrpSpPr/>
        <p:nvPr/>
      </p:nvGrpSpPr>
      <p:grpSpPr>
        <a:xfrm>
          <a:off x="0" y="0"/>
          <a:ext cx="0" cy="0"/>
          <a:chOff x="0" y="0"/>
          <a:chExt cx="0" cy="0"/>
        </a:xfrm>
      </p:grpSpPr>
      <p:sp>
        <p:nvSpPr>
          <p:cNvPr id="202" name="Google Shape;202;p34"/>
          <p:cNvSpPr txBox="1"/>
          <p:nvPr>
            <p:ph type="title"/>
          </p:nvPr>
        </p:nvSpPr>
        <p:spPr>
          <a:xfrm>
            <a:off x="285750" y="1555350"/>
            <a:ext cx="7291500" cy="3422400"/>
          </a:xfrm>
          <a:prstGeom prst="rect">
            <a:avLst/>
          </a:prstGeom>
        </p:spPr>
        <p:txBody>
          <a:bodyPr anchorCtr="0" anchor="t" bIns="91425" lIns="91425" spcFirstLastPara="1" rIns="91425" wrap="square" tIns="91425">
            <a:normAutofit/>
          </a:bodyPr>
          <a:lstStyle>
            <a:lvl1pPr lvl="0">
              <a:lnSpc>
                <a:spcPct val="90000"/>
              </a:lnSpc>
              <a:spcBef>
                <a:spcPts val="0"/>
              </a:spcBef>
              <a:spcAft>
                <a:spcPts val="0"/>
              </a:spcAft>
              <a:buSzPts val="30000"/>
              <a:buNone/>
              <a:defRPr sz="30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03" name="Google Shape;203;p34"/>
          <p:cNvSpPr txBox="1"/>
          <p:nvPr>
            <p:ph idx="1" type="body"/>
          </p:nvPr>
        </p:nvSpPr>
        <p:spPr>
          <a:xfrm>
            <a:off x="7256675" y="1827175"/>
            <a:ext cx="1767600" cy="2382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Font typeface="Roboto Mono"/>
              <a:buChar char="●"/>
              <a:defRPr b="1" sz="1000">
                <a:latin typeface="Roboto Mono"/>
                <a:ea typeface="Roboto Mono"/>
                <a:cs typeface="Roboto Mono"/>
                <a:sym typeface="Roboto Mono"/>
              </a:defRPr>
            </a:lvl1pPr>
            <a:lvl2pPr indent="-292100" lvl="1" marL="914400">
              <a:spcBef>
                <a:spcPts val="0"/>
              </a:spcBef>
              <a:spcAft>
                <a:spcPts val="0"/>
              </a:spcAft>
              <a:buSzPts val="1000"/>
              <a:buFont typeface="Roboto Mono"/>
              <a:buChar char="○"/>
              <a:defRPr b="1" sz="1000">
                <a:latin typeface="Roboto Mono"/>
                <a:ea typeface="Roboto Mono"/>
                <a:cs typeface="Roboto Mono"/>
                <a:sym typeface="Roboto Mono"/>
              </a:defRPr>
            </a:lvl2pPr>
            <a:lvl3pPr indent="-292100" lvl="2" marL="1371600">
              <a:spcBef>
                <a:spcPts val="0"/>
              </a:spcBef>
              <a:spcAft>
                <a:spcPts val="0"/>
              </a:spcAft>
              <a:buSzPts val="1000"/>
              <a:buFont typeface="Roboto Mono"/>
              <a:buChar char="■"/>
              <a:defRPr b="1" sz="1000">
                <a:latin typeface="Roboto Mono"/>
                <a:ea typeface="Roboto Mono"/>
                <a:cs typeface="Roboto Mono"/>
                <a:sym typeface="Roboto Mono"/>
              </a:defRPr>
            </a:lvl3pPr>
            <a:lvl4pPr indent="-292100" lvl="3" marL="1828800">
              <a:spcBef>
                <a:spcPts val="0"/>
              </a:spcBef>
              <a:spcAft>
                <a:spcPts val="0"/>
              </a:spcAft>
              <a:buSzPts val="1000"/>
              <a:buFont typeface="Roboto Mono"/>
              <a:buChar char="●"/>
              <a:defRPr b="1" sz="1000">
                <a:latin typeface="Roboto Mono"/>
                <a:ea typeface="Roboto Mono"/>
                <a:cs typeface="Roboto Mono"/>
                <a:sym typeface="Roboto Mono"/>
              </a:defRPr>
            </a:lvl4pPr>
            <a:lvl5pPr indent="-292100" lvl="4" marL="2286000">
              <a:spcBef>
                <a:spcPts val="0"/>
              </a:spcBef>
              <a:spcAft>
                <a:spcPts val="0"/>
              </a:spcAft>
              <a:buSzPts val="1000"/>
              <a:buFont typeface="Roboto Mono"/>
              <a:buChar char="○"/>
              <a:defRPr b="1" sz="1000">
                <a:latin typeface="Roboto Mono"/>
                <a:ea typeface="Roboto Mono"/>
                <a:cs typeface="Roboto Mono"/>
                <a:sym typeface="Roboto Mono"/>
              </a:defRPr>
            </a:lvl5pPr>
            <a:lvl6pPr indent="-292100" lvl="5" marL="2743200">
              <a:spcBef>
                <a:spcPts val="0"/>
              </a:spcBef>
              <a:spcAft>
                <a:spcPts val="0"/>
              </a:spcAft>
              <a:buSzPts val="1000"/>
              <a:buFont typeface="Roboto Mono"/>
              <a:buChar char="■"/>
              <a:defRPr b="1" sz="1000">
                <a:latin typeface="Roboto Mono"/>
                <a:ea typeface="Roboto Mono"/>
                <a:cs typeface="Roboto Mono"/>
                <a:sym typeface="Roboto Mono"/>
              </a:defRPr>
            </a:lvl6pPr>
            <a:lvl7pPr indent="-292100" lvl="6" marL="3200400">
              <a:spcBef>
                <a:spcPts val="0"/>
              </a:spcBef>
              <a:spcAft>
                <a:spcPts val="0"/>
              </a:spcAft>
              <a:buSzPts val="1000"/>
              <a:buFont typeface="Roboto Mono"/>
              <a:buChar char="●"/>
              <a:defRPr b="1" sz="1000">
                <a:latin typeface="Roboto Mono"/>
                <a:ea typeface="Roboto Mono"/>
                <a:cs typeface="Roboto Mono"/>
                <a:sym typeface="Roboto Mono"/>
              </a:defRPr>
            </a:lvl7pPr>
            <a:lvl8pPr indent="-292100" lvl="7" marL="3657600">
              <a:spcBef>
                <a:spcPts val="0"/>
              </a:spcBef>
              <a:spcAft>
                <a:spcPts val="0"/>
              </a:spcAft>
              <a:buSzPts val="1000"/>
              <a:buFont typeface="Roboto Mono"/>
              <a:buChar char="○"/>
              <a:defRPr b="1" sz="1000">
                <a:latin typeface="Roboto Mono"/>
                <a:ea typeface="Roboto Mono"/>
                <a:cs typeface="Roboto Mono"/>
                <a:sym typeface="Roboto Mono"/>
              </a:defRPr>
            </a:lvl8pPr>
            <a:lvl9pPr indent="-292100" lvl="8" marL="4114800">
              <a:spcBef>
                <a:spcPts val="0"/>
              </a:spcBef>
              <a:spcAft>
                <a:spcPts val="0"/>
              </a:spcAft>
              <a:buSzPts val="1000"/>
              <a:buFont typeface="Roboto Mono"/>
              <a:buChar char="■"/>
              <a:defRPr b="1" sz="1000">
                <a:latin typeface="Roboto Mono"/>
                <a:ea typeface="Roboto Mono"/>
                <a:cs typeface="Roboto Mono"/>
                <a:sym typeface="Roboto Mono"/>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1">
    <p:bg>
      <p:bgPr>
        <a:solidFill>
          <a:schemeClr val="dk1"/>
        </a:solidFill>
      </p:bgPr>
    </p:bg>
    <p:spTree>
      <p:nvGrpSpPr>
        <p:cNvPr id="204" name="Shape 204"/>
        <p:cNvGrpSpPr/>
        <p:nvPr/>
      </p:nvGrpSpPr>
      <p:grpSpPr>
        <a:xfrm>
          <a:off x="0" y="0"/>
          <a:ext cx="0" cy="0"/>
          <a:chOff x="0" y="0"/>
          <a:chExt cx="0" cy="0"/>
        </a:xfrm>
      </p:grpSpPr>
      <p:sp>
        <p:nvSpPr>
          <p:cNvPr id="205" name="Google Shape;205;p35"/>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600"/>
              <a:buNone/>
              <a:defRPr b="0" sz="600">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06" name="Google Shape;206;p35"/>
          <p:cNvSpPr txBox="1"/>
          <p:nvPr>
            <p:ph idx="2" type="title"/>
          </p:nvPr>
        </p:nvSpPr>
        <p:spPr>
          <a:xfrm>
            <a:off x="7234267"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lt1"/>
              </a:buClr>
              <a:buSzPts val="600"/>
              <a:buNone/>
              <a:defRPr b="0" sz="600">
                <a:solidFill>
                  <a:schemeClr val="lt1"/>
                </a:solidFill>
              </a:defRPr>
            </a:lvl1pPr>
            <a:lvl2pPr lvl="1" algn="r">
              <a:spcBef>
                <a:spcPts val="0"/>
              </a:spcBef>
              <a:spcAft>
                <a:spcPts val="0"/>
              </a:spcAft>
              <a:buClr>
                <a:schemeClr val="lt1"/>
              </a:buClr>
              <a:buSzPts val="2800"/>
              <a:buNone/>
              <a:defRPr>
                <a:solidFill>
                  <a:schemeClr val="lt1"/>
                </a:solidFill>
              </a:defRPr>
            </a:lvl2pPr>
            <a:lvl3pPr lvl="2" algn="r">
              <a:spcBef>
                <a:spcPts val="0"/>
              </a:spcBef>
              <a:spcAft>
                <a:spcPts val="0"/>
              </a:spcAft>
              <a:buClr>
                <a:schemeClr val="lt1"/>
              </a:buClr>
              <a:buSzPts val="2800"/>
              <a:buNone/>
              <a:defRPr>
                <a:solidFill>
                  <a:schemeClr val="lt1"/>
                </a:solidFill>
              </a:defRPr>
            </a:lvl3pPr>
            <a:lvl4pPr lvl="3" algn="r">
              <a:spcBef>
                <a:spcPts val="0"/>
              </a:spcBef>
              <a:spcAft>
                <a:spcPts val="0"/>
              </a:spcAft>
              <a:buClr>
                <a:schemeClr val="lt1"/>
              </a:buClr>
              <a:buSzPts val="2800"/>
              <a:buNone/>
              <a:defRPr>
                <a:solidFill>
                  <a:schemeClr val="lt1"/>
                </a:solidFill>
              </a:defRPr>
            </a:lvl4pPr>
            <a:lvl5pPr lvl="4" algn="r">
              <a:spcBef>
                <a:spcPts val="0"/>
              </a:spcBef>
              <a:spcAft>
                <a:spcPts val="0"/>
              </a:spcAft>
              <a:buClr>
                <a:schemeClr val="lt1"/>
              </a:buClr>
              <a:buSzPts val="2800"/>
              <a:buNone/>
              <a:defRPr>
                <a:solidFill>
                  <a:schemeClr val="lt1"/>
                </a:solidFill>
              </a:defRPr>
            </a:lvl5pPr>
            <a:lvl6pPr lvl="5" algn="r">
              <a:spcBef>
                <a:spcPts val="0"/>
              </a:spcBef>
              <a:spcAft>
                <a:spcPts val="0"/>
              </a:spcAft>
              <a:buClr>
                <a:schemeClr val="lt1"/>
              </a:buClr>
              <a:buSzPts val="2800"/>
              <a:buNone/>
              <a:defRPr>
                <a:solidFill>
                  <a:schemeClr val="lt1"/>
                </a:solidFill>
              </a:defRPr>
            </a:lvl6pPr>
            <a:lvl7pPr lvl="6" algn="r">
              <a:spcBef>
                <a:spcPts val="0"/>
              </a:spcBef>
              <a:spcAft>
                <a:spcPts val="0"/>
              </a:spcAft>
              <a:buClr>
                <a:schemeClr val="lt1"/>
              </a:buClr>
              <a:buSzPts val="2800"/>
              <a:buNone/>
              <a:defRPr>
                <a:solidFill>
                  <a:schemeClr val="lt1"/>
                </a:solidFill>
              </a:defRPr>
            </a:lvl7pPr>
            <a:lvl8pPr lvl="7" algn="r">
              <a:spcBef>
                <a:spcPts val="0"/>
              </a:spcBef>
              <a:spcAft>
                <a:spcPts val="0"/>
              </a:spcAft>
              <a:buClr>
                <a:schemeClr val="lt1"/>
              </a:buClr>
              <a:buSzPts val="2800"/>
              <a:buNone/>
              <a:defRPr>
                <a:solidFill>
                  <a:schemeClr val="lt1"/>
                </a:solidFill>
              </a:defRPr>
            </a:lvl8pPr>
            <a:lvl9pPr lvl="8" algn="r">
              <a:spcBef>
                <a:spcPts val="0"/>
              </a:spcBef>
              <a:spcAft>
                <a:spcPts val="0"/>
              </a:spcAft>
              <a:buClr>
                <a:schemeClr val="lt1"/>
              </a:buClr>
              <a:buSzPts val="2800"/>
              <a:buNone/>
              <a:defRPr>
                <a:solidFill>
                  <a:schemeClr val="lt1"/>
                </a:solidFill>
              </a:defRPr>
            </a:lvl9pPr>
          </a:lstStyle>
          <a:p/>
        </p:txBody>
      </p:sp>
      <p:sp>
        <p:nvSpPr>
          <p:cNvPr id="207" name="Google Shape;207;p35"/>
          <p:cNvSpPr txBox="1"/>
          <p:nvPr>
            <p:ph idx="1" type="body"/>
          </p:nvPr>
        </p:nvSpPr>
        <p:spPr>
          <a:xfrm>
            <a:off x="226525" y="1850026"/>
            <a:ext cx="8673000" cy="1931100"/>
          </a:xfrm>
          <a:prstGeom prst="rect">
            <a:avLst/>
          </a:prstGeom>
        </p:spPr>
        <p:txBody>
          <a:bodyPr anchorCtr="0" anchor="t" bIns="91425" lIns="91425" spcFirstLastPara="1" rIns="91425" wrap="square" tIns="91425">
            <a:noAutofit/>
          </a:bodyPr>
          <a:lstStyle>
            <a:lvl1pPr indent="-412750" lvl="0" marL="4572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1pPr>
            <a:lvl2pPr indent="-412750" lvl="1" marL="9144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2pPr>
            <a:lvl3pPr indent="-412750" lvl="2" marL="13716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3pPr>
            <a:lvl4pPr indent="-412750" lvl="3" marL="18288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4pPr>
            <a:lvl5pPr indent="-412750" lvl="4" marL="22860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5pPr>
            <a:lvl6pPr indent="-412750" lvl="5" marL="27432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6pPr>
            <a:lvl7pPr indent="-412750" lvl="6" marL="32004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7pPr>
            <a:lvl8pPr indent="-412750" lvl="7" marL="36576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8pPr>
            <a:lvl9pPr indent="-412750" lvl="8" marL="41148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9pPr>
          </a:lstStyle>
          <a:p/>
        </p:txBody>
      </p:sp>
      <p:sp>
        <p:nvSpPr>
          <p:cNvPr id="208" name="Google Shape;208;p35"/>
          <p:cNvSpPr txBox="1"/>
          <p:nvPr/>
        </p:nvSpPr>
        <p:spPr>
          <a:xfrm>
            <a:off x="48250" y="482279"/>
            <a:ext cx="1647300" cy="80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0">
                <a:solidFill>
                  <a:schemeClr val="lt1"/>
                </a:solidFill>
                <a:latin typeface="Inter"/>
                <a:ea typeface="Inter"/>
                <a:cs typeface="Inter"/>
                <a:sym typeface="Inter"/>
              </a:rPr>
              <a:t>“</a:t>
            </a:r>
            <a:endParaRPr b="1" sz="20000">
              <a:solidFill>
                <a:schemeClr val="lt1"/>
              </a:solidFill>
              <a:latin typeface="Inter"/>
              <a:ea typeface="Inter"/>
              <a:cs typeface="Inter"/>
              <a:sym typeface="Inter"/>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dy and image">
  <p:cSld name="CUSTOM_1_1">
    <p:bg>
      <p:bgPr>
        <a:solidFill>
          <a:schemeClr val="dk1"/>
        </a:solidFill>
      </p:bgPr>
    </p:bg>
    <p:spTree>
      <p:nvGrpSpPr>
        <p:cNvPr id="209" name="Shape 209"/>
        <p:cNvGrpSpPr/>
        <p:nvPr/>
      </p:nvGrpSpPr>
      <p:grpSpPr>
        <a:xfrm>
          <a:off x="0" y="0"/>
          <a:ext cx="0" cy="0"/>
          <a:chOff x="0" y="0"/>
          <a:chExt cx="0" cy="0"/>
        </a:xfrm>
      </p:grpSpPr>
      <p:sp>
        <p:nvSpPr>
          <p:cNvPr id="210" name="Google Shape;210;p36"/>
          <p:cNvSpPr/>
          <p:nvPr>
            <p:ph idx="2" type="pic"/>
          </p:nvPr>
        </p:nvSpPr>
        <p:spPr>
          <a:xfrm>
            <a:off x="338100" y="480450"/>
            <a:ext cx="3785400" cy="4438800"/>
          </a:xfrm>
          <a:prstGeom prst="rect">
            <a:avLst/>
          </a:prstGeom>
          <a:noFill/>
          <a:ln cap="flat" cmpd="sng" w="9525">
            <a:solidFill>
              <a:schemeClr val="lt1"/>
            </a:solidFill>
            <a:prstDash val="solid"/>
            <a:round/>
            <a:headEnd len="sm" w="sm" type="none"/>
            <a:tailEnd len="sm" w="sm" type="none"/>
          </a:ln>
        </p:spPr>
      </p:sp>
      <p:sp>
        <p:nvSpPr>
          <p:cNvPr id="211" name="Google Shape;211;p36"/>
          <p:cNvSpPr txBox="1"/>
          <p:nvPr>
            <p:ph idx="1" type="body"/>
          </p:nvPr>
        </p:nvSpPr>
        <p:spPr>
          <a:xfrm>
            <a:off x="4355225" y="3379725"/>
            <a:ext cx="4512900" cy="1557000"/>
          </a:xfrm>
          <a:prstGeom prst="rect">
            <a:avLst/>
          </a:prstGeom>
        </p:spPr>
        <p:txBody>
          <a:bodyPr anchorCtr="0" anchor="b" bIns="91425" lIns="91425" spcFirstLastPara="1" rIns="91425" wrap="square" tIns="91425">
            <a:noAutofit/>
          </a:bodyPr>
          <a:lstStyle>
            <a:lvl1pPr indent="-355600" lvl="0" marL="457200">
              <a:lnSpc>
                <a:spcPct val="90000"/>
              </a:lnSpc>
              <a:spcBef>
                <a:spcPts val="0"/>
              </a:spcBef>
              <a:spcAft>
                <a:spcPts val="0"/>
              </a:spcAft>
              <a:buClr>
                <a:schemeClr val="lt1"/>
              </a:buClr>
              <a:buSzPts val="2000"/>
              <a:buChar char="●"/>
              <a:defRPr sz="2000">
                <a:solidFill>
                  <a:schemeClr val="lt1"/>
                </a:solidFill>
              </a:defRPr>
            </a:lvl1pPr>
            <a:lvl2pPr indent="-355600" lvl="1" marL="914400">
              <a:lnSpc>
                <a:spcPct val="90000"/>
              </a:lnSpc>
              <a:spcBef>
                <a:spcPts val="0"/>
              </a:spcBef>
              <a:spcAft>
                <a:spcPts val="0"/>
              </a:spcAft>
              <a:buClr>
                <a:schemeClr val="lt1"/>
              </a:buClr>
              <a:buSzPts val="2000"/>
              <a:buChar char="○"/>
              <a:defRPr sz="2000">
                <a:solidFill>
                  <a:schemeClr val="lt1"/>
                </a:solidFill>
              </a:defRPr>
            </a:lvl2pPr>
            <a:lvl3pPr indent="-355600" lvl="2" marL="1371600">
              <a:lnSpc>
                <a:spcPct val="90000"/>
              </a:lnSpc>
              <a:spcBef>
                <a:spcPts val="0"/>
              </a:spcBef>
              <a:spcAft>
                <a:spcPts val="0"/>
              </a:spcAft>
              <a:buClr>
                <a:schemeClr val="lt1"/>
              </a:buClr>
              <a:buSzPts val="2000"/>
              <a:buChar char="■"/>
              <a:defRPr sz="2000">
                <a:solidFill>
                  <a:schemeClr val="lt1"/>
                </a:solidFill>
              </a:defRPr>
            </a:lvl3pPr>
            <a:lvl4pPr indent="-355600" lvl="3" marL="1828800">
              <a:lnSpc>
                <a:spcPct val="90000"/>
              </a:lnSpc>
              <a:spcBef>
                <a:spcPts val="0"/>
              </a:spcBef>
              <a:spcAft>
                <a:spcPts val="0"/>
              </a:spcAft>
              <a:buClr>
                <a:schemeClr val="lt1"/>
              </a:buClr>
              <a:buSzPts val="2000"/>
              <a:buChar char="●"/>
              <a:defRPr sz="2000">
                <a:solidFill>
                  <a:schemeClr val="lt1"/>
                </a:solidFill>
              </a:defRPr>
            </a:lvl4pPr>
            <a:lvl5pPr indent="-355600" lvl="4" marL="2286000">
              <a:lnSpc>
                <a:spcPct val="90000"/>
              </a:lnSpc>
              <a:spcBef>
                <a:spcPts val="0"/>
              </a:spcBef>
              <a:spcAft>
                <a:spcPts val="0"/>
              </a:spcAft>
              <a:buClr>
                <a:schemeClr val="lt1"/>
              </a:buClr>
              <a:buSzPts val="2000"/>
              <a:buChar char="○"/>
              <a:defRPr sz="2000">
                <a:solidFill>
                  <a:schemeClr val="lt1"/>
                </a:solidFill>
              </a:defRPr>
            </a:lvl5pPr>
            <a:lvl6pPr indent="-355600" lvl="5" marL="2743200">
              <a:lnSpc>
                <a:spcPct val="90000"/>
              </a:lnSpc>
              <a:spcBef>
                <a:spcPts val="0"/>
              </a:spcBef>
              <a:spcAft>
                <a:spcPts val="0"/>
              </a:spcAft>
              <a:buClr>
                <a:schemeClr val="lt1"/>
              </a:buClr>
              <a:buSzPts val="2000"/>
              <a:buChar char="■"/>
              <a:defRPr sz="2000">
                <a:solidFill>
                  <a:schemeClr val="lt1"/>
                </a:solidFill>
              </a:defRPr>
            </a:lvl6pPr>
            <a:lvl7pPr indent="-355600" lvl="6" marL="3200400">
              <a:lnSpc>
                <a:spcPct val="90000"/>
              </a:lnSpc>
              <a:spcBef>
                <a:spcPts val="0"/>
              </a:spcBef>
              <a:spcAft>
                <a:spcPts val="0"/>
              </a:spcAft>
              <a:buClr>
                <a:schemeClr val="lt1"/>
              </a:buClr>
              <a:buSzPts val="2000"/>
              <a:buChar char="●"/>
              <a:defRPr sz="2000">
                <a:solidFill>
                  <a:schemeClr val="lt1"/>
                </a:solidFill>
              </a:defRPr>
            </a:lvl7pPr>
            <a:lvl8pPr indent="-355600" lvl="7" marL="3657600">
              <a:lnSpc>
                <a:spcPct val="90000"/>
              </a:lnSpc>
              <a:spcBef>
                <a:spcPts val="0"/>
              </a:spcBef>
              <a:spcAft>
                <a:spcPts val="0"/>
              </a:spcAft>
              <a:buClr>
                <a:schemeClr val="lt1"/>
              </a:buClr>
              <a:buSzPts val="2000"/>
              <a:buChar char="○"/>
              <a:defRPr sz="2000">
                <a:solidFill>
                  <a:schemeClr val="lt1"/>
                </a:solidFill>
              </a:defRPr>
            </a:lvl8pPr>
            <a:lvl9pPr indent="-355600" lvl="8" marL="4114800">
              <a:lnSpc>
                <a:spcPct val="90000"/>
              </a:lnSpc>
              <a:spcBef>
                <a:spcPts val="0"/>
              </a:spcBef>
              <a:spcAft>
                <a:spcPts val="0"/>
              </a:spcAft>
              <a:buClr>
                <a:schemeClr val="lt1"/>
              </a:buClr>
              <a:buSzPts val="2000"/>
              <a:buChar char="■"/>
              <a:defRPr sz="2000">
                <a:solidFill>
                  <a:schemeClr val="lt1"/>
                </a:solidFill>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and image">
  <p:cSld name="CUSTOM_2">
    <p:spTree>
      <p:nvGrpSpPr>
        <p:cNvPr id="212" name="Shape 212"/>
        <p:cNvGrpSpPr/>
        <p:nvPr/>
      </p:nvGrpSpPr>
      <p:grpSpPr>
        <a:xfrm>
          <a:off x="0" y="0"/>
          <a:ext cx="0" cy="0"/>
          <a:chOff x="0" y="0"/>
          <a:chExt cx="0" cy="0"/>
        </a:xfrm>
      </p:grpSpPr>
      <p:sp>
        <p:nvSpPr>
          <p:cNvPr id="213" name="Google Shape;213;p37"/>
          <p:cNvSpPr/>
          <p:nvPr>
            <p:ph idx="2" type="pic"/>
          </p:nvPr>
        </p:nvSpPr>
        <p:spPr>
          <a:xfrm>
            <a:off x="226500" y="2357750"/>
            <a:ext cx="8691000" cy="2559300"/>
          </a:xfrm>
          <a:prstGeom prst="rect">
            <a:avLst/>
          </a:prstGeom>
          <a:noFill/>
          <a:ln cap="flat" cmpd="sng" w="9525">
            <a:solidFill>
              <a:schemeClr val="dk1"/>
            </a:solidFill>
            <a:prstDash val="solid"/>
            <a:round/>
            <a:headEnd len="sm" w="sm" type="none"/>
            <a:tailEnd len="sm" w="sm" type="none"/>
          </a:ln>
        </p:spPr>
      </p:sp>
      <p:sp>
        <p:nvSpPr>
          <p:cNvPr id="214" name="Google Shape;214;p37"/>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SzPts val="600"/>
              <a:buNone/>
              <a:defRPr b="0" sz="6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15" name="Google Shape;215;p37"/>
          <p:cNvSpPr txBox="1"/>
          <p:nvPr>
            <p:ph idx="3" type="title"/>
          </p:nvPr>
        </p:nvSpPr>
        <p:spPr>
          <a:xfrm>
            <a:off x="7234267"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SzPts val="600"/>
              <a:buNone/>
              <a:defRPr b="0" sz="600"/>
            </a:lvl1pPr>
            <a:lvl2pPr lvl="1" algn="r">
              <a:spcBef>
                <a:spcPts val="0"/>
              </a:spcBef>
              <a:spcAft>
                <a:spcPts val="0"/>
              </a:spcAft>
              <a:buSzPts val="2800"/>
              <a:buNone/>
              <a:defRPr/>
            </a:lvl2pPr>
            <a:lvl3pPr lvl="2" algn="r">
              <a:spcBef>
                <a:spcPts val="0"/>
              </a:spcBef>
              <a:spcAft>
                <a:spcPts val="0"/>
              </a:spcAft>
              <a:buSzPts val="2800"/>
              <a:buNone/>
              <a:defRPr/>
            </a:lvl3pPr>
            <a:lvl4pPr lvl="3" algn="r">
              <a:spcBef>
                <a:spcPts val="0"/>
              </a:spcBef>
              <a:spcAft>
                <a:spcPts val="0"/>
              </a:spcAft>
              <a:buSzPts val="2800"/>
              <a:buNone/>
              <a:defRPr/>
            </a:lvl4pPr>
            <a:lvl5pPr lvl="4" algn="r">
              <a:spcBef>
                <a:spcPts val="0"/>
              </a:spcBef>
              <a:spcAft>
                <a:spcPts val="0"/>
              </a:spcAft>
              <a:buSzPts val="2800"/>
              <a:buNone/>
              <a:defRPr/>
            </a:lvl5pPr>
            <a:lvl6pPr lvl="5" algn="r">
              <a:spcBef>
                <a:spcPts val="0"/>
              </a:spcBef>
              <a:spcAft>
                <a:spcPts val="0"/>
              </a:spcAft>
              <a:buSzPts val="2800"/>
              <a:buNone/>
              <a:defRPr/>
            </a:lvl6pPr>
            <a:lvl7pPr lvl="6" algn="r">
              <a:spcBef>
                <a:spcPts val="0"/>
              </a:spcBef>
              <a:spcAft>
                <a:spcPts val="0"/>
              </a:spcAft>
              <a:buSzPts val="2800"/>
              <a:buNone/>
              <a:defRPr/>
            </a:lvl7pPr>
            <a:lvl8pPr lvl="7" algn="r">
              <a:spcBef>
                <a:spcPts val="0"/>
              </a:spcBef>
              <a:spcAft>
                <a:spcPts val="0"/>
              </a:spcAft>
              <a:buSzPts val="2800"/>
              <a:buNone/>
              <a:defRPr/>
            </a:lvl8pPr>
            <a:lvl9pPr lvl="8" algn="r">
              <a:spcBef>
                <a:spcPts val="0"/>
              </a:spcBef>
              <a:spcAft>
                <a:spcPts val="0"/>
              </a:spcAft>
              <a:buSzPts val="2800"/>
              <a:buNone/>
              <a:defRPr/>
            </a:lvl9pPr>
          </a:lstStyle>
          <a:p/>
        </p:txBody>
      </p:sp>
      <p:sp>
        <p:nvSpPr>
          <p:cNvPr id="216" name="Google Shape;216;p37"/>
          <p:cNvSpPr txBox="1"/>
          <p:nvPr>
            <p:ph idx="1" type="subTitle"/>
          </p:nvPr>
        </p:nvSpPr>
        <p:spPr>
          <a:xfrm>
            <a:off x="226525" y="700225"/>
            <a:ext cx="2157900" cy="1575900"/>
          </a:xfrm>
          <a:prstGeom prst="rect">
            <a:avLst/>
          </a:prstGeom>
        </p:spPr>
        <p:txBody>
          <a:bodyPr anchorCtr="0" anchor="ctr" bIns="91425" lIns="91425" spcFirstLastPara="1" rIns="91425" wrap="square" tIns="91425">
            <a:noAutofit/>
          </a:bodyPr>
          <a:lstStyle>
            <a:lvl1pPr lvl="0">
              <a:lnSpc>
                <a:spcPct val="90000"/>
              </a:lnSpc>
              <a:spcBef>
                <a:spcPts val="0"/>
              </a:spcBef>
              <a:spcAft>
                <a:spcPts val="0"/>
              </a:spcAft>
              <a:buSzPts val="11200"/>
              <a:buNone/>
              <a:defRPr b="1" sz="11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7" name="Google Shape;217;p37"/>
          <p:cNvSpPr txBox="1"/>
          <p:nvPr>
            <p:ph idx="4" type="body"/>
          </p:nvPr>
        </p:nvSpPr>
        <p:spPr>
          <a:xfrm>
            <a:off x="2492925" y="700283"/>
            <a:ext cx="6424500" cy="1575900"/>
          </a:xfrm>
          <a:prstGeom prst="rect">
            <a:avLst/>
          </a:prstGeom>
        </p:spPr>
        <p:txBody>
          <a:bodyPr anchorCtr="0" anchor="ctr" bIns="91425" lIns="91425" spcFirstLastPara="1" rIns="91425" wrap="square" tIns="91425">
            <a:noAutofit/>
          </a:bodyPr>
          <a:lstStyle>
            <a:lvl1pPr indent="-355600" lvl="0" marL="457200">
              <a:lnSpc>
                <a:spcPct val="90000"/>
              </a:lnSpc>
              <a:spcBef>
                <a:spcPts val="0"/>
              </a:spcBef>
              <a:spcAft>
                <a:spcPts val="0"/>
              </a:spcAft>
              <a:buSzPts val="2000"/>
              <a:buFont typeface="Inter Medium"/>
              <a:buChar char="●"/>
              <a:defRPr sz="2000">
                <a:latin typeface="Inter Medium"/>
                <a:ea typeface="Inter Medium"/>
                <a:cs typeface="Inter Medium"/>
                <a:sym typeface="Inter Medium"/>
              </a:defRPr>
            </a:lvl1pPr>
            <a:lvl2pPr indent="-355600" lvl="1" marL="914400">
              <a:lnSpc>
                <a:spcPct val="90000"/>
              </a:lnSpc>
              <a:spcBef>
                <a:spcPts val="0"/>
              </a:spcBef>
              <a:spcAft>
                <a:spcPts val="0"/>
              </a:spcAft>
              <a:buSzPts val="2000"/>
              <a:buFont typeface="Inter Medium"/>
              <a:buChar char="○"/>
              <a:defRPr sz="2000">
                <a:latin typeface="Inter Medium"/>
                <a:ea typeface="Inter Medium"/>
                <a:cs typeface="Inter Medium"/>
                <a:sym typeface="Inter Medium"/>
              </a:defRPr>
            </a:lvl2pPr>
            <a:lvl3pPr indent="-355600" lvl="2" marL="1371600">
              <a:lnSpc>
                <a:spcPct val="90000"/>
              </a:lnSpc>
              <a:spcBef>
                <a:spcPts val="0"/>
              </a:spcBef>
              <a:spcAft>
                <a:spcPts val="0"/>
              </a:spcAft>
              <a:buSzPts val="2000"/>
              <a:buFont typeface="Inter Medium"/>
              <a:buChar char="■"/>
              <a:defRPr sz="2000">
                <a:latin typeface="Inter Medium"/>
                <a:ea typeface="Inter Medium"/>
                <a:cs typeface="Inter Medium"/>
                <a:sym typeface="Inter Medium"/>
              </a:defRPr>
            </a:lvl3pPr>
            <a:lvl4pPr indent="-355600" lvl="3" marL="1828800">
              <a:lnSpc>
                <a:spcPct val="90000"/>
              </a:lnSpc>
              <a:spcBef>
                <a:spcPts val="0"/>
              </a:spcBef>
              <a:spcAft>
                <a:spcPts val="0"/>
              </a:spcAft>
              <a:buSzPts val="2000"/>
              <a:buFont typeface="Inter Medium"/>
              <a:buChar char="●"/>
              <a:defRPr sz="2000">
                <a:latin typeface="Inter Medium"/>
                <a:ea typeface="Inter Medium"/>
                <a:cs typeface="Inter Medium"/>
                <a:sym typeface="Inter Medium"/>
              </a:defRPr>
            </a:lvl4pPr>
            <a:lvl5pPr indent="-355600" lvl="4" marL="2286000">
              <a:lnSpc>
                <a:spcPct val="90000"/>
              </a:lnSpc>
              <a:spcBef>
                <a:spcPts val="0"/>
              </a:spcBef>
              <a:spcAft>
                <a:spcPts val="0"/>
              </a:spcAft>
              <a:buSzPts val="2000"/>
              <a:buFont typeface="Inter Medium"/>
              <a:buChar char="○"/>
              <a:defRPr sz="2000">
                <a:latin typeface="Inter Medium"/>
                <a:ea typeface="Inter Medium"/>
                <a:cs typeface="Inter Medium"/>
                <a:sym typeface="Inter Medium"/>
              </a:defRPr>
            </a:lvl5pPr>
            <a:lvl6pPr indent="-355600" lvl="5" marL="2743200">
              <a:lnSpc>
                <a:spcPct val="90000"/>
              </a:lnSpc>
              <a:spcBef>
                <a:spcPts val="0"/>
              </a:spcBef>
              <a:spcAft>
                <a:spcPts val="0"/>
              </a:spcAft>
              <a:buSzPts val="2000"/>
              <a:buFont typeface="Inter Medium"/>
              <a:buChar char="■"/>
              <a:defRPr sz="2000">
                <a:latin typeface="Inter Medium"/>
                <a:ea typeface="Inter Medium"/>
                <a:cs typeface="Inter Medium"/>
                <a:sym typeface="Inter Medium"/>
              </a:defRPr>
            </a:lvl6pPr>
            <a:lvl7pPr indent="-355600" lvl="6" marL="3200400">
              <a:lnSpc>
                <a:spcPct val="90000"/>
              </a:lnSpc>
              <a:spcBef>
                <a:spcPts val="0"/>
              </a:spcBef>
              <a:spcAft>
                <a:spcPts val="0"/>
              </a:spcAft>
              <a:buSzPts val="2000"/>
              <a:buFont typeface="Inter Medium"/>
              <a:buChar char="●"/>
              <a:defRPr sz="2000">
                <a:latin typeface="Inter Medium"/>
                <a:ea typeface="Inter Medium"/>
                <a:cs typeface="Inter Medium"/>
                <a:sym typeface="Inter Medium"/>
              </a:defRPr>
            </a:lvl7pPr>
            <a:lvl8pPr indent="-355600" lvl="7" marL="3657600">
              <a:lnSpc>
                <a:spcPct val="90000"/>
              </a:lnSpc>
              <a:spcBef>
                <a:spcPts val="0"/>
              </a:spcBef>
              <a:spcAft>
                <a:spcPts val="0"/>
              </a:spcAft>
              <a:buSzPts val="2000"/>
              <a:buFont typeface="Inter Medium"/>
              <a:buChar char="○"/>
              <a:defRPr sz="2000">
                <a:latin typeface="Inter Medium"/>
                <a:ea typeface="Inter Medium"/>
                <a:cs typeface="Inter Medium"/>
                <a:sym typeface="Inter Medium"/>
              </a:defRPr>
            </a:lvl8pPr>
            <a:lvl9pPr indent="-355600" lvl="8" marL="4114800">
              <a:lnSpc>
                <a:spcPct val="90000"/>
              </a:lnSpc>
              <a:spcBef>
                <a:spcPts val="0"/>
              </a:spcBef>
              <a:spcAft>
                <a:spcPts val="0"/>
              </a:spcAft>
              <a:buSzPts val="2000"/>
              <a:buFont typeface="Inter Medium"/>
              <a:buChar char="■"/>
              <a:defRPr sz="2000">
                <a:latin typeface="Inter Medium"/>
                <a:ea typeface="Inter Medium"/>
                <a:cs typeface="Inter Medium"/>
                <a:sym typeface="Inter Medium"/>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section title and description">
  <p:cSld name="CUSTOM_2_1">
    <p:spTree>
      <p:nvGrpSpPr>
        <p:cNvPr id="218" name="Shape 218"/>
        <p:cNvGrpSpPr/>
        <p:nvPr/>
      </p:nvGrpSpPr>
      <p:grpSpPr>
        <a:xfrm>
          <a:off x="0" y="0"/>
          <a:ext cx="0" cy="0"/>
          <a:chOff x="0" y="0"/>
          <a:chExt cx="0" cy="0"/>
        </a:xfrm>
      </p:grpSpPr>
      <p:sp>
        <p:nvSpPr>
          <p:cNvPr id="219" name="Google Shape;219;p38"/>
          <p:cNvSpPr txBox="1"/>
          <p:nvPr>
            <p:ph type="title"/>
          </p:nvPr>
        </p:nvSpPr>
        <p:spPr>
          <a:xfrm>
            <a:off x="226525" y="630625"/>
            <a:ext cx="6810300" cy="20889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7300"/>
              <a:buNone/>
              <a:defRPr sz="73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0" name="Google Shape;220;p38"/>
          <p:cNvSpPr txBox="1"/>
          <p:nvPr>
            <p:ph idx="1" type="subTitle"/>
          </p:nvPr>
        </p:nvSpPr>
        <p:spPr>
          <a:xfrm>
            <a:off x="226525" y="3814125"/>
            <a:ext cx="2999100" cy="1122600"/>
          </a:xfrm>
          <a:prstGeom prst="rect">
            <a:avLst/>
          </a:prstGeom>
        </p:spPr>
        <p:txBody>
          <a:bodyPr anchorCtr="0" anchor="b" bIns="91425" lIns="91425" spcFirstLastPara="1" rIns="91425" wrap="square" tIns="91425">
            <a:normAutofit/>
          </a:bodyPr>
          <a:lstStyle>
            <a:lvl1pPr lvl="0">
              <a:spcBef>
                <a:spcPts val="0"/>
              </a:spcBef>
              <a:spcAft>
                <a:spcPts val="0"/>
              </a:spcAft>
              <a:buSzPts val="2000"/>
              <a:buNone/>
              <a:defRPr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2_1_2">
    <p:spTree>
      <p:nvGrpSpPr>
        <p:cNvPr id="221" name="Shape 221"/>
        <p:cNvGrpSpPr/>
        <p:nvPr/>
      </p:nvGrpSpPr>
      <p:grpSpPr>
        <a:xfrm>
          <a:off x="0" y="0"/>
          <a:ext cx="0" cy="0"/>
          <a:chOff x="0" y="0"/>
          <a:chExt cx="0" cy="0"/>
        </a:xfrm>
      </p:grpSpPr>
      <p:sp>
        <p:nvSpPr>
          <p:cNvPr id="222" name="Google Shape;222;p39"/>
          <p:cNvSpPr txBox="1"/>
          <p:nvPr>
            <p:ph idx="1" type="subTitle"/>
          </p:nvPr>
        </p:nvSpPr>
        <p:spPr>
          <a:xfrm>
            <a:off x="226533" y="3459275"/>
            <a:ext cx="2605500" cy="699900"/>
          </a:xfrm>
          <a:prstGeom prst="rect">
            <a:avLst/>
          </a:prstGeom>
        </p:spPr>
        <p:txBody>
          <a:bodyPr anchorCtr="0" anchor="b" bIns="91425" lIns="91425" spcFirstLastPara="1" rIns="91425" wrap="square" tIns="91425">
            <a:norm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23" name="Google Shape;223;p39"/>
          <p:cNvSpPr txBox="1"/>
          <p:nvPr>
            <p:ph idx="2" type="subTitle"/>
          </p:nvPr>
        </p:nvSpPr>
        <p:spPr>
          <a:xfrm>
            <a:off x="3091450" y="3459275"/>
            <a:ext cx="2605500" cy="699900"/>
          </a:xfrm>
          <a:prstGeom prst="rect">
            <a:avLst/>
          </a:prstGeom>
        </p:spPr>
        <p:txBody>
          <a:bodyPr anchorCtr="0" anchor="b" bIns="91425" lIns="91425" spcFirstLastPara="1" rIns="91425" wrap="square" tIns="91425">
            <a:norm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24" name="Google Shape;224;p39"/>
          <p:cNvSpPr txBox="1"/>
          <p:nvPr>
            <p:ph idx="3" type="subTitle"/>
          </p:nvPr>
        </p:nvSpPr>
        <p:spPr>
          <a:xfrm>
            <a:off x="5956367" y="3459275"/>
            <a:ext cx="2605500" cy="699900"/>
          </a:xfrm>
          <a:prstGeom prst="rect">
            <a:avLst/>
          </a:prstGeom>
        </p:spPr>
        <p:txBody>
          <a:bodyPr anchorCtr="0" anchor="b" bIns="91425" lIns="91425" spcFirstLastPara="1" rIns="91425" wrap="square" tIns="91425">
            <a:norm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25" name="Google Shape;225;p39"/>
          <p:cNvSpPr txBox="1"/>
          <p:nvPr>
            <p:ph idx="4" type="subTitle"/>
          </p:nvPr>
        </p:nvSpPr>
        <p:spPr>
          <a:xfrm>
            <a:off x="226533" y="4236825"/>
            <a:ext cx="2605500" cy="699900"/>
          </a:xfrm>
          <a:prstGeom prst="rect">
            <a:avLst/>
          </a:prstGeom>
        </p:spPr>
        <p:txBody>
          <a:bodyPr anchorCtr="0" anchor="b" bIns="91425" lIns="91425" spcFirstLastPara="1" rIns="91425" wrap="square" tIns="91425">
            <a:norm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26" name="Google Shape;226;p39"/>
          <p:cNvSpPr txBox="1"/>
          <p:nvPr>
            <p:ph idx="5" type="subTitle"/>
          </p:nvPr>
        </p:nvSpPr>
        <p:spPr>
          <a:xfrm>
            <a:off x="3091450" y="4236825"/>
            <a:ext cx="2605500" cy="699900"/>
          </a:xfrm>
          <a:prstGeom prst="rect">
            <a:avLst/>
          </a:prstGeom>
        </p:spPr>
        <p:txBody>
          <a:bodyPr anchorCtr="0" anchor="b" bIns="91425" lIns="91425" spcFirstLastPara="1" rIns="91425" wrap="square" tIns="91425">
            <a:norm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27" name="Google Shape;227;p39"/>
          <p:cNvSpPr txBox="1"/>
          <p:nvPr>
            <p:ph idx="6" type="subTitle"/>
          </p:nvPr>
        </p:nvSpPr>
        <p:spPr>
          <a:xfrm>
            <a:off x="5956367" y="4236825"/>
            <a:ext cx="2605500" cy="699900"/>
          </a:xfrm>
          <a:prstGeom prst="rect">
            <a:avLst/>
          </a:prstGeom>
        </p:spPr>
        <p:txBody>
          <a:bodyPr anchorCtr="0" anchor="b" bIns="91425" lIns="91425" spcFirstLastPara="1" rIns="91425" wrap="square" tIns="91425">
            <a:norm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28" name="Google Shape;228;p39"/>
          <p:cNvSpPr txBox="1"/>
          <p:nvPr>
            <p:ph type="title"/>
          </p:nvPr>
        </p:nvSpPr>
        <p:spPr>
          <a:xfrm>
            <a:off x="226525" y="630625"/>
            <a:ext cx="6810300" cy="20889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7300"/>
              <a:buNone/>
              <a:defRPr sz="73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CUSTOM_2_1_1">
    <p:bg>
      <p:bgPr>
        <a:solidFill>
          <a:schemeClr val="dk1"/>
        </a:solidFill>
      </p:bgPr>
    </p:bg>
    <p:spTree>
      <p:nvGrpSpPr>
        <p:cNvPr id="229" name="Shape 229"/>
        <p:cNvGrpSpPr/>
        <p:nvPr/>
      </p:nvGrpSpPr>
      <p:grpSpPr>
        <a:xfrm>
          <a:off x="0" y="0"/>
          <a:ext cx="0" cy="0"/>
          <a:chOff x="0" y="0"/>
          <a:chExt cx="0" cy="0"/>
        </a:xfrm>
      </p:grpSpPr>
      <p:sp>
        <p:nvSpPr>
          <p:cNvPr id="230" name="Google Shape;230;p40"/>
          <p:cNvSpPr txBox="1"/>
          <p:nvPr>
            <p:ph type="title"/>
          </p:nvPr>
        </p:nvSpPr>
        <p:spPr>
          <a:xfrm>
            <a:off x="226525" y="630625"/>
            <a:ext cx="6810300" cy="20889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chemeClr val="lt1"/>
              </a:buClr>
              <a:buSzPts val="7300"/>
              <a:buNone/>
              <a:defRPr sz="7300">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31" name="Google Shape;231;p40"/>
          <p:cNvSpPr txBox="1"/>
          <p:nvPr>
            <p:ph idx="1" type="subTitle"/>
          </p:nvPr>
        </p:nvSpPr>
        <p:spPr>
          <a:xfrm>
            <a:off x="226525" y="3814125"/>
            <a:ext cx="2999100" cy="11226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2000"/>
              <a:buNone/>
              <a:defRPr sz="2000">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two images">
  <p:cSld name="CUSTOM_3">
    <p:spTree>
      <p:nvGrpSpPr>
        <p:cNvPr id="232" name="Shape 232"/>
        <p:cNvGrpSpPr/>
        <p:nvPr/>
      </p:nvGrpSpPr>
      <p:grpSpPr>
        <a:xfrm>
          <a:off x="0" y="0"/>
          <a:ext cx="0" cy="0"/>
          <a:chOff x="0" y="0"/>
          <a:chExt cx="0" cy="0"/>
        </a:xfrm>
      </p:grpSpPr>
      <p:sp>
        <p:nvSpPr>
          <p:cNvPr id="233" name="Google Shape;233;p41"/>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SzPts val="600"/>
              <a:buNone/>
              <a:defRPr b="0" sz="6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34" name="Google Shape;234;p41"/>
          <p:cNvSpPr txBox="1"/>
          <p:nvPr>
            <p:ph idx="2" type="title"/>
          </p:nvPr>
        </p:nvSpPr>
        <p:spPr>
          <a:xfrm>
            <a:off x="7234267"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SzPts val="600"/>
              <a:buNone/>
              <a:defRPr b="0" sz="600"/>
            </a:lvl1pPr>
            <a:lvl2pPr lvl="1" algn="r">
              <a:spcBef>
                <a:spcPts val="0"/>
              </a:spcBef>
              <a:spcAft>
                <a:spcPts val="0"/>
              </a:spcAft>
              <a:buSzPts val="2800"/>
              <a:buNone/>
              <a:defRPr/>
            </a:lvl2pPr>
            <a:lvl3pPr lvl="2" algn="r">
              <a:spcBef>
                <a:spcPts val="0"/>
              </a:spcBef>
              <a:spcAft>
                <a:spcPts val="0"/>
              </a:spcAft>
              <a:buSzPts val="2800"/>
              <a:buNone/>
              <a:defRPr/>
            </a:lvl3pPr>
            <a:lvl4pPr lvl="3" algn="r">
              <a:spcBef>
                <a:spcPts val="0"/>
              </a:spcBef>
              <a:spcAft>
                <a:spcPts val="0"/>
              </a:spcAft>
              <a:buSzPts val="2800"/>
              <a:buNone/>
              <a:defRPr/>
            </a:lvl4pPr>
            <a:lvl5pPr lvl="4" algn="r">
              <a:spcBef>
                <a:spcPts val="0"/>
              </a:spcBef>
              <a:spcAft>
                <a:spcPts val="0"/>
              </a:spcAft>
              <a:buSzPts val="2800"/>
              <a:buNone/>
              <a:defRPr/>
            </a:lvl5pPr>
            <a:lvl6pPr lvl="5" algn="r">
              <a:spcBef>
                <a:spcPts val="0"/>
              </a:spcBef>
              <a:spcAft>
                <a:spcPts val="0"/>
              </a:spcAft>
              <a:buSzPts val="2800"/>
              <a:buNone/>
              <a:defRPr/>
            </a:lvl6pPr>
            <a:lvl7pPr lvl="6" algn="r">
              <a:spcBef>
                <a:spcPts val="0"/>
              </a:spcBef>
              <a:spcAft>
                <a:spcPts val="0"/>
              </a:spcAft>
              <a:buSzPts val="2800"/>
              <a:buNone/>
              <a:defRPr/>
            </a:lvl7pPr>
            <a:lvl8pPr lvl="7" algn="r">
              <a:spcBef>
                <a:spcPts val="0"/>
              </a:spcBef>
              <a:spcAft>
                <a:spcPts val="0"/>
              </a:spcAft>
              <a:buSzPts val="2800"/>
              <a:buNone/>
              <a:defRPr/>
            </a:lvl8pPr>
            <a:lvl9pPr lvl="8" algn="r">
              <a:spcBef>
                <a:spcPts val="0"/>
              </a:spcBef>
              <a:spcAft>
                <a:spcPts val="0"/>
              </a:spcAft>
              <a:buSzPts val="2800"/>
              <a:buNone/>
              <a:defRPr/>
            </a:lvl9pPr>
          </a:lstStyle>
          <a:p/>
        </p:txBody>
      </p:sp>
      <p:sp>
        <p:nvSpPr>
          <p:cNvPr id="235" name="Google Shape;235;p41"/>
          <p:cNvSpPr txBox="1"/>
          <p:nvPr>
            <p:ph idx="1" type="body"/>
          </p:nvPr>
        </p:nvSpPr>
        <p:spPr>
          <a:xfrm>
            <a:off x="226525" y="2080445"/>
            <a:ext cx="2924700" cy="16788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6" name="Google Shape;236;p41"/>
          <p:cNvSpPr txBox="1"/>
          <p:nvPr>
            <p:ph idx="3" type="title"/>
          </p:nvPr>
        </p:nvSpPr>
        <p:spPr>
          <a:xfrm>
            <a:off x="226525" y="1271100"/>
            <a:ext cx="2924700" cy="8166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SzPts val="2500"/>
              <a:buNone/>
              <a:defRPr sz="2500"/>
            </a:lvl1pPr>
            <a:lvl2pPr lvl="1">
              <a:lnSpc>
                <a:spcPct val="80000"/>
              </a:lnSpc>
              <a:spcBef>
                <a:spcPts val="0"/>
              </a:spcBef>
              <a:spcAft>
                <a:spcPts val="0"/>
              </a:spcAft>
              <a:buSzPts val="2500"/>
              <a:buNone/>
              <a:defRPr sz="2500"/>
            </a:lvl2pPr>
            <a:lvl3pPr lvl="2">
              <a:lnSpc>
                <a:spcPct val="80000"/>
              </a:lnSpc>
              <a:spcBef>
                <a:spcPts val="0"/>
              </a:spcBef>
              <a:spcAft>
                <a:spcPts val="0"/>
              </a:spcAft>
              <a:buSzPts val="2500"/>
              <a:buNone/>
              <a:defRPr sz="2500"/>
            </a:lvl3pPr>
            <a:lvl4pPr lvl="3">
              <a:lnSpc>
                <a:spcPct val="80000"/>
              </a:lnSpc>
              <a:spcBef>
                <a:spcPts val="0"/>
              </a:spcBef>
              <a:spcAft>
                <a:spcPts val="0"/>
              </a:spcAft>
              <a:buSzPts val="2500"/>
              <a:buNone/>
              <a:defRPr sz="2500"/>
            </a:lvl4pPr>
            <a:lvl5pPr lvl="4">
              <a:lnSpc>
                <a:spcPct val="80000"/>
              </a:lnSpc>
              <a:spcBef>
                <a:spcPts val="0"/>
              </a:spcBef>
              <a:spcAft>
                <a:spcPts val="0"/>
              </a:spcAft>
              <a:buSzPts val="2500"/>
              <a:buNone/>
              <a:defRPr sz="2500"/>
            </a:lvl5pPr>
            <a:lvl6pPr lvl="5">
              <a:lnSpc>
                <a:spcPct val="80000"/>
              </a:lnSpc>
              <a:spcBef>
                <a:spcPts val="0"/>
              </a:spcBef>
              <a:spcAft>
                <a:spcPts val="0"/>
              </a:spcAft>
              <a:buSzPts val="2500"/>
              <a:buNone/>
              <a:defRPr sz="2500"/>
            </a:lvl6pPr>
            <a:lvl7pPr lvl="6">
              <a:lnSpc>
                <a:spcPct val="80000"/>
              </a:lnSpc>
              <a:spcBef>
                <a:spcPts val="0"/>
              </a:spcBef>
              <a:spcAft>
                <a:spcPts val="0"/>
              </a:spcAft>
              <a:buSzPts val="2500"/>
              <a:buNone/>
              <a:defRPr sz="2500"/>
            </a:lvl7pPr>
            <a:lvl8pPr lvl="7">
              <a:lnSpc>
                <a:spcPct val="80000"/>
              </a:lnSpc>
              <a:spcBef>
                <a:spcPts val="0"/>
              </a:spcBef>
              <a:spcAft>
                <a:spcPts val="0"/>
              </a:spcAft>
              <a:buSzPts val="2500"/>
              <a:buNone/>
              <a:defRPr sz="2500"/>
            </a:lvl8pPr>
            <a:lvl9pPr lvl="8">
              <a:lnSpc>
                <a:spcPct val="80000"/>
              </a:lnSpc>
              <a:spcBef>
                <a:spcPts val="0"/>
              </a:spcBef>
              <a:spcAft>
                <a:spcPts val="0"/>
              </a:spcAft>
              <a:buSzPts val="2500"/>
              <a:buNone/>
              <a:defRPr sz="2500"/>
            </a:lvl9pPr>
          </a:lstStyle>
          <a:p/>
        </p:txBody>
      </p:sp>
      <p:sp>
        <p:nvSpPr>
          <p:cNvPr id="237" name="Google Shape;237;p41"/>
          <p:cNvSpPr/>
          <p:nvPr>
            <p:ph idx="4" type="pic"/>
          </p:nvPr>
        </p:nvSpPr>
        <p:spPr>
          <a:xfrm>
            <a:off x="3368775" y="226625"/>
            <a:ext cx="3733800" cy="4690500"/>
          </a:xfrm>
          <a:prstGeom prst="rect">
            <a:avLst/>
          </a:prstGeom>
          <a:noFill/>
          <a:ln cap="flat" cmpd="sng" w="9525">
            <a:solidFill>
              <a:schemeClr val="dk1"/>
            </a:solidFill>
            <a:prstDash val="solid"/>
            <a:round/>
            <a:headEnd len="sm" w="sm" type="none"/>
            <a:tailEnd len="sm" w="sm" type="none"/>
          </a:ln>
        </p:spPr>
      </p:sp>
      <p:sp>
        <p:nvSpPr>
          <p:cNvPr id="238" name="Google Shape;238;p41"/>
          <p:cNvSpPr/>
          <p:nvPr>
            <p:ph idx="5" type="pic"/>
          </p:nvPr>
        </p:nvSpPr>
        <p:spPr>
          <a:xfrm>
            <a:off x="7320200" y="1391900"/>
            <a:ext cx="1597200" cy="1970400"/>
          </a:xfrm>
          <a:prstGeom prst="rect">
            <a:avLst/>
          </a:prstGeom>
          <a:noFill/>
          <a:ln cap="flat" cmpd="sng" w="9525">
            <a:solidFill>
              <a:schemeClr val="dk1"/>
            </a:solidFill>
            <a:prstDash val="solid"/>
            <a:round/>
            <a:headEnd len="sm" w="sm" type="none"/>
            <a:tailEnd len="sm" w="sm" type="none"/>
          </a:ln>
        </p:spPr>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wo storyboards">
  <p:cSld name="CUSTOM_3_2">
    <p:spTree>
      <p:nvGrpSpPr>
        <p:cNvPr id="239" name="Shape 239"/>
        <p:cNvGrpSpPr/>
        <p:nvPr/>
      </p:nvGrpSpPr>
      <p:grpSpPr>
        <a:xfrm>
          <a:off x="0" y="0"/>
          <a:ext cx="0" cy="0"/>
          <a:chOff x="0" y="0"/>
          <a:chExt cx="0" cy="0"/>
        </a:xfrm>
      </p:grpSpPr>
      <p:sp>
        <p:nvSpPr>
          <p:cNvPr id="240" name="Google Shape;240;p42"/>
          <p:cNvSpPr/>
          <p:nvPr>
            <p:ph idx="2" type="pic"/>
          </p:nvPr>
        </p:nvSpPr>
        <p:spPr>
          <a:xfrm>
            <a:off x="-5225" y="713825"/>
            <a:ext cx="4571700" cy="2795700"/>
          </a:xfrm>
          <a:prstGeom prst="rect">
            <a:avLst/>
          </a:prstGeom>
          <a:noFill/>
          <a:ln>
            <a:noFill/>
          </a:ln>
        </p:spPr>
      </p:sp>
      <p:sp>
        <p:nvSpPr>
          <p:cNvPr id="241" name="Google Shape;241;p42"/>
          <p:cNvSpPr txBox="1"/>
          <p:nvPr>
            <p:ph type="title"/>
          </p:nvPr>
        </p:nvSpPr>
        <p:spPr>
          <a:xfrm>
            <a:off x="180475" y="3632700"/>
            <a:ext cx="4200300" cy="5007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SzPts val="1200"/>
              <a:buNone/>
              <a:defRPr sz="1200"/>
            </a:lvl1pPr>
            <a:lvl2pPr lvl="1">
              <a:lnSpc>
                <a:spcPct val="90000"/>
              </a:lnSpc>
              <a:spcBef>
                <a:spcPts val="0"/>
              </a:spcBef>
              <a:spcAft>
                <a:spcPts val="0"/>
              </a:spcAft>
              <a:buSzPts val="1200"/>
              <a:buNone/>
              <a:defRPr sz="1200"/>
            </a:lvl2pPr>
            <a:lvl3pPr lvl="2">
              <a:lnSpc>
                <a:spcPct val="90000"/>
              </a:lnSpc>
              <a:spcBef>
                <a:spcPts val="0"/>
              </a:spcBef>
              <a:spcAft>
                <a:spcPts val="0"/>
              </a:spcAft>
              <a:buSzPts val="1200"/>
              <a:buNone/>
              <a:defRPr sz="1200"/>
            </a:lvl3pPr>
            <a:lvl4pPr lvl="3">
              <a:lnSpc>
                <a:spcPct val="90000"/>
              </a:lnSpc>
              <a:spcBef>
                <a:spcPts val="0"/>
              </a:spcBef>
              <a:spcAft>
                <a:spcPts val="0"/>
              </a:spcAft>
              <a:buSzPts val="1200"/>
              <a:buNone/>
              <a:defRPr sz="1200"/>
            </a:lvl4pPr>
            <a:lvl5pPr lvl="4">
              <a:lnSpc>
                <a:spcPct val="90000"/>
              </a:lnSpc>
              <a:spcBef>
                <a:spcPts val="0"/>
              </a:spcBef>
              <a:spcAft>
                <a:spcPts val="0"/>
              </a:spcAft>
              <a:buSzPts val="1200"/>
              <a:buNone/>
              <a:defRPr sz="1200"/>
            </a:lvl5pPr>
            <a:lvl6pPr lvl="5">
              <a:lnSpc>
                <a:spcPct val="90000"/>
              </a:lnSpc>
              <a:spcBef>
                <a:spcPts val="0"/>
              </a:spcBef>
              <a:spcAft>
                <a:spcPts val="0"/>
              </a:spcAft>
              <a:buSzPts val="1200"/>
              <a:buNone/>
              <a:defRPr sz="1200"/>
            </a:lvl6pPr>
            <a:lvl7pPr lvl="6">
              <a:lnSpc>
                <a:spcPct val="90000"/>
              </a:lnSpc>
              <a:spcBef>
                <a:spcPts val="0"/>
              </a:spcBef>
              <a:spcAft>
                <a:spcPts val="0"/>
              </a:spcAft>
              <a:buSzPts val="1200"/>
              <a:buNone/>
              <a:defRPr sz="1200"/>
            </a:lvl7pPr>
            <a:lvl8pPr lvl="7">
              <a:lnSpc>
                <a:spcPct val="90000"/>
              </a:lnSpc>
              <a:spcBef>
                <a:spcPts val="0"/>
              </a:spcBef>
              <a:spcAft>
                <a:spcPts val="0"/>
              </a:spcAft>
              <a:buSzPts val="1200"/>
              <a:buNone/>
              <a:defRPr sz="1200"/>
            </a:lvl8pPr>
            <a:lvl9pPr lvl="8">
              <a:lnSpc>
                <a:spcPct val="90000"/>
              </a:lnSpc>
              <a:spcBef>
                <a:spcPts val="0"/>
              </a:spcBef>
              <a:spcAft>
                <a:spcPts val="0"/>
              </a:spcAft>
              <a:buSzPts val="1200"/>
              <a:buNone/>
              <a:defRPr sz="1200"/>
            </a:lvl9pPr>
          </a:lstStyle>
          <a:p/>
        </p:txBody>
      </p:sp>
      <p:sp>
        <p:nvSpPr>
          <p:cNvPr id="242" name="Google Shape;242;p42"/>
          <p:cNvSpPr txBox="1"/>
          <p:nvPr>
            <p:ph idx="1" type="body"/>
          </p:nvPr>
        </p:nvSpPr>
        <p:spPr>
          <a:xfrm>
            <a:off x="180475" y="4133502"/>
            <a:ext cx="4200300" cy="701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243" name="Google Shape;243;p42"/>
          <p:cNvSpPr txBox="1"/>
          <p:nvPr>
            <p:ph idx="3" type="title"/>
          </p:nvPr>
        </p:nvSpPr>
        <p:spPr>
          <a:xfrm>
            <a:off x="322275" y="116625"/>
            <a:ext cx="8494800" cy="3936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cxnSp>
        <p:nvCxnSpPr>
          <p:cNvPr id="244" name="Google Shape;244;p42"/>
          <p:cNvCxnSpPr/>
          <p:nvPr/>
        </p:nvCxnSpPr>
        <p:spPr>
          <a:xfrm>
            <a:off x="4572000" y="709150"/>
            <a:ext cx="0" cy="4443300"/>
          </a:xfrm>
          <a:prstGeom prst="straightConnector1">
            <a:avLst/>
          </a:prstGeom>
          <a:noFill/>
          <a:ln cap="flat" cmpd="sng" w="9525">
            <a:solidFill>
              <a:schemeClr val="dk1"/>
            </a:solidFill>
            <a:prstDash val="solid"/>
            <a:round/>
            <a:headEnd len="med" w="med" type="none"/>
            <a:tailEnd len="med" w="med" type="none"/>
          </a:ln>
        </p:spPr>
      </p:cxnSp>
      <p:cxnSp>
        <p:nvCxnSpPr>
          <p:cNvPr id="245" name="Google Shape;245;p42"/>
          <p:cNvCxnSpPr/>
          <p:nvPr/>
        </p:nvCxnSpPr>
        <p:spPr>
          <a:xfrm rot="10800000">
            <a:off x="0" y="3514875"/>
            <a:ext cx="9152400" cy="0"/>
          </a:xfrm>
          <a:prstGeom prst="straightConnector1">
            <a:avLst/>
          </a:prstGeom>
          <a:noFill/>
          <a:ln cap="flat" cmpd="sng" w="9525">
            <a:solidFill>
              <a:schemeClr val="dk1"/>
            </a:solidFill>
            <a:prstDash val="solid"/>
            <a:round/>
            <a:headEnd len="med" w="med" type="none"/>
            <a:tailEnd len="med" w="med" type="none"/>
          </a:ln>
        </p:spPr>
      </p:cxnSp>
      <p:cxnSp>
        <p:nvCxnSpPr>
          <p:cNvPr id="246" name="Google Shape;246;p42"/>
          <p:cNvCxnSpPr/>
          <p:nvPr/>
        </p:nvCxnSpPr>
        <p:spPr>
          <a:xfrm rot="10800000">
            <a:off x="0" y="709575"/>
            <a:ext cx="9152400" cy="0"/>
          </a:xfrm>
          <a:prstGeom prst="straightConnector1">
            <a:avLst/>
          </a:prstGeom>
          <a:noFill/>
          <a:ln cap="flat" cmpd="sng" w="9525">
            <a:solidFill>
              <a:schemeClr val="dk1"/>
            </a:solidFill>
            <a:prstDash val="solid"/>
            <a:round/>
            <a:headEnd len="med" w="med" type="none"/>
            <a:tailEnd len="med" w="med" type="none"/>
          </a:ln>
        </p:spPr>
      </p:cxnSp>
      <p:sp>
        <p:nvSpPr>
          <p:cNvPr id="247" name="Google Shape;247;p42"/>
          <p:cNvSpPr/>
          <p:nvPr>
            <p:ph idx="4" type="pic"/>
          </p:nvPr>
        </p:nvSpPr>
        <p:spPr>
          <a:xfrm>
            <a:off x="4577525" y="713825"/>
            <a:ext cx="4571700" cy="2795700"/>
          </a:xfrm>
          <a:prstGeom prst="rect">
            <a:avLst/>
          </a:prstGeom>
          <a:noFill/>
          <a:ln>
            <a:noFill/>
          </a:ln>
        </p:spPr>
      </p:sp>
      <p:sp>
        <p:nvSpPr>
          <p:cNvPr id="248" name="Google Shape;248;p42"/>
          <p:cNvSpPr txBox="1"/>
          <p:nvPr>
            <p:ph idx="5" type="title"/>
          </p:nvPr>
        </p:nvSpPr>
        <p:spPr>
          <a:xfrm>
            <a:off x="4763225" y="3632700"/>
            <a:ext cx="4200300" cy="5007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SzPts val="1200"/>
              <a:buNone/>
              <a:defRPr sz="1200"/>
            </a:lvl1pPr>
            <a:lvl2pPr lvl="1">
              <a:lnSpc>
                <a:spcPct val="90000"/>
              </a:lnSpc>
              <a:spcBef>
                <a:spcPts val="0"/>
              </a:spcBef>
              <a:spcAft>
                <a:spcPts val="0"/>
              </a:spcAft>
              <a:buSzPts val="1200"/>
              <a:buNone/>
              <a:defRPr sz="1200"/>
            </a:lvl2pPr>
            <a:lvl3pPr lvl="2">
              <a:lnSpc>
                <a:spcPct val="90000"/>
              </a:lnSpc>
              <a:spcBef>
                <a:spcPts val="0"/>
              </a:spcBef>
              <a:spcAft>
                <a:spcPts val="0"/>
              </a:spcAft>
              <a:buSzPts val="1200"/>
              <a:buNone/>
              <a:defRPr sz="1200"/>
            </a:lvl3pPr>
            <a:lvl4pPr lvl="3">
              <a:lnSpc>
                <a:spcPct val="90000"/>
              </a:lnSpc>
              <a:spcBef>
                <a:spcPts val="0"/>
              </a:spcBef>
              <a:spcAft>
                <a:spcPts val="0"/>
              </a:spcAft>
              <a:buSzPts val="1200"/>
              <a:buNone/>
              <a:defRPr sz="1200"/>
            </a:lvl4pPr>
            <a:lvl5pPr lvl="4">
              <a:lnSpc>
                <a:spcPct val="90000"/>
              </a:lnSpc>
              <a:spcBef>
                <a:spcPts val="0"/>
              </a:spcBef>
              <a:spcAft>
                <a:spcPts val="0"/>
              </a:spcAft>
              <a:buSzPts val="1200"/>
              <a:buNone/>
              <a:defRPr sz="1200"/>
            </a:lvl5pPr>
            <a:lvl6pPr lvl="5">
              <a:lnSpc>
                <a:spcPct val="90000"/>
              </a:lnSpc>
              <a:spcBef>
                <a:spcPts val="0"/>
              </a:spcBef>
              <a:spcAft>
                <a:spcPts val="0"/>
              </a:spcAft>
              <a:buSzPts val="1200"/>
              <a:buNone/>
              <a:defRPr sz="1200"/>
            </a:lvl6pPr>
            <a:lvl7pPr lvl="6">
              <a:lnSpc>
                <a:spcPct val="90000"/>
              </a:lnSpc>
              <a:spcBef>
                <a:spcPts val="0"/>
              </a:spcBef>
              <a:spcAft>
                <a:spcPts val="0"/>
              </a:spcAft>
              <a:buSzPts val="1200"/>
              <a:buNone/>
              <a:defRPr sz="1200"/>
            </a:lvl7pPr>
            <a:lvl8pPr lvl="7">
              <a:lnSpc>
                <a:spcPct val="90000"/>
              </a:lnSpc>
              <a:spcBef>
                <a:spcPts val="0"/>
              </a:spcBef>
              <a:spcAft>
                <a:spcPts val="0"/>
              </a:spcAft>
              <a:buSzPts val="1200"/>
              <a:buNone/>
              <a:defRPr sz="1200"/>
            </a:lvl8pPr>
            <a:lvl9pPr lvl="8">
              <a:lnSpc>
                <a:spcPct val="90000"/>
              </a:lnSpc>
              <a:spcBef>
                <a:spcPts val="0"/>
              </a:spcBef>
              <a:spcAft>
                <a:spcPts val="0"/>
              </a:spcAft>
              <a:buSzPts val="1200"/>
              <a:buNone/>
              <a:defRPr sz="1200"/>
            </a:lvl9pPr>
          </a:lstStyle>
          <a:p/>
        </p:txBody>
      </p:sp>
      <p:sp>
        <p:nvSpPr>
          <p:cNvPr id="249" name="Google Shape;249;p42"/>
          <p:cNvSpPr txBox="1"/>
          <p:nvPr>
            <p:ph idx="6" type="body"/>
          </p:nvPr>
        </p:nvSpPr>
        <p:spPr>
          <a:xfrm>
            <a:off x="4763225" y="4133502"/>
            <a:ext cx="4200300" cy="701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description with phone">
  <p:cSld name="CUSTOM_3_1">
    <p:spTree>
      <p:nvGrpSpPr>
        <p:cNvPr id="250" name="Shape 250"/>
        <p:cNvGrpSpPr/>
        <p:nvPr/>
      </p:nvGrpSpPr>
      <p:grpSpPr>
        <a:xfrm>
          <a:off x="0" y="0"/>
          <a:ext cx="0" cy="0"/>
          <a:chOff x="0" y="0"/>
          <a:chExt cx="0" cy="0"/>
        </a:xfrm>
      </p:grpSpPr>
      <p:sp>
        <p:nvSpPr>
          <p:cNvPr id="251" name="Google Shape;251;p43"/>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SzPts val="600"/>
              <a:buNone/>
              <a:defRPr b="0" sz="6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52" name="Google Shape;252;p43"/>
          <p:cNvSpPr txBox="1"/>
          <p:nvPr>
            <p:ph idx="2" type="title"/>
          </p:nvPr>
        </p:nvSpPr>
        <p:spPr>
          <a:xfrm>
            <a:off x="7234267"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SzPts val="600"/>
              <a:buNone/>
              <a:defRPr b="0" sz="600"/>
            </a:lvl1pPr>
            <a:lvl2pPr lvl="1" algn="r">
              <a:spcBef>
                <a:spcPts val="0"/>
              </a:spcBef>
              <a:spcAft>
                <a:spcPts val="0"/>
              </a:spcAft>
              <a:buSzPts val="2800"/>
              <a:buNone/>
              <a:defRPr/>
            </a:lvl2pPr>
            <a:lvl3pPr lvl="2" algn="r">
              <a:spcBef>
                <a:spcPts val="0"/>
              </a:spcBef>
              <a:spcAft>
                <a:spcPts val="0"/>
              </a:spcAft>
              <a:buSzPts val="2800"/>
              <a:buNone/>
              <a:defRPr/>
            </a:lvl3pPr>
            <a:lvl4pPr lvl="3" algn="r">
              <a:spcBef>
                <a:spcPts val="0"/>
              </a:spcBef>
              <a:spcAft>
                <a:spcPts val="0"/>
              </a:spcAft>
              <a:buSzPts val="2800"/>
              <a:buNone/>
              <a:defRPr/>
            </a:lvl4pPr>
            <a:lvl5pPr lvl="4" algn="r">
              <a:spcBef>
                <a:spcPts val="0"/>
              </a:spcBef>
              <a:spcAft>
                <a:spcPts val="0"/>
              </a:spcAft>
              <a:buSzPts val="2800"/>
              <a:buNone/>
              <a:defRPr/>
            </a:lvl5pPr>
            <a:lvl6pPr lvl="5" algn="r">
              <a:spcBef>
                <a:spcPts val="0"/>
              </a:spcBef>
              <a:spcAft>
                <a:spcPts val="0"/>
              </a:spcAft>
              <a:buSzPts val="2800"/>
              <a:buNone/>
              <a:defRPr/>
            </a:lvl6pPr>
            <a:lvl7pPr lvl="6" algn="r">
              <a:spcBef>
                <a:spcPts val="0"/>
              </a:spcBef>
              <a:spcAft>
                <a:spcPts val="0"/>
              </a:spcAft>
              <a:buSzPts val="2800"/>
              <a:buNone/>
              <a:defRPr/>
            </a:lvl7pPr>
            <a:lvl8pPr lvl="7" algn="r">
              <a:spcBef>
                <a:spcPts val="0"/>
              </a:spcBef>
              <a:spcAft>
                <a:spcPts val="0"/>
              </a:spcAft>
              <a:buSzPts val="2800"/>
              <a:buNone/>
              <a:defRPr/>
            </a:lvl8pPr>
            <a:lvl9pPr lvl="8" algn="r">
              <a:spcBef>
                <a:spcPts val="0"/>
              </a:spcBef>
              <a:spcAft>
                <a:spcPts val="0"/>
              </a:spcAft>
              <a:buSzPts val="2800"/>
              <a:buNone/>
              <a:defRPr/>
            </a:lvl9pPr>
          </a:lstStyle>
          <a:p/>
        </p:txBody>
      </p:sp>
      <p:sp>
        <p:nvSpPr>
          <p:cNvPr id="253" name="Google Shape;253;p43"/>
          <p:cNvSpPr txBox="1"/>
          <p:nvPr>
            <p:ph idx="1" type="body"/>
          </p:nvPr>
        </p:nvSpPr>
        <p:spPr>
          <a:xfrm>
            <a:off x="226525" y="2080445"/>
            <a:ext cx="2924700" cy="16788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4" name="Google Shape;254;p43"/>
          <p:cNvSpPr txBox="1"/>
          <p:nvPr>
            <p:ph idx="3" type="title"/>
          </p:nvPr>
        </p:nvSpPr>
        <p:spPr>
          <a:xfrm>
            <a:off x="226525" y="1271100"/>
            <a:ext cx="2924700" cy="8166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SzPts val="2500"/>
              <a:buNone/>
              <a:defRPr sz="2500"/>
            </a:lvl1pPr>
            <a:lvl2pPr lvl="1">
              <a:lnSpc>
                <a:spcPct val="80000"/>
              </a:lnSpc>
              <a:spcBef>
                <a:spcPts val="0"/>
              </a:spcBef>
              <a:spcAft>
                <a:spcPts val="0"/>
              </a:spcAft>
              <a:buSzPts val="2500"/>
              <a:buNone/>
              <a:defRPr sz="2500"/>
            </a:lvl2pPr>
            <a:lvl3pPr lvl="2">
              <a:lnSpc>
                <a:spcPct val="80000"/>
              </a:lnSpc>
              <a:spcBef>
                <a:spcPts val="0"/>
              </a:spcBef>
              <a:spcAft>
                <a:spcPts val="0"/>
              </a:spcAft>
              <a:buSzPts val="2500"/>
              <a:buNone/>
              <a:defRPr sz="2500"/>
            </a:lvl3pPr>
            <a:lvl4pPr lvl="3">
              <a:lnSpc>
                <a:spcPct val="80000"/>
              </a:lnSpc>
              <a:spcBef>
                <a:spcPts val="0"/>
              </a:spcBef>
              <a:spcAft>
                <a:spcPts val="0"/>
              </a:spcAft>
              <a:buSzPts val="2500"/>
              <a:buNone/>
              <a:defRPr sz="2500"/>
            </a:lvl4pPr>
            <a:lvl5pPr lvl="4">
              <a:lnSpc>
                <a:spcPct val="80000"/>
              </a:lnSpc>
              <a:spcBef>
                <a:spcPts val="0"/>
              </a:spcBef>
              <a:spcAft>
                <a:spcPts val="0"/>
              </a:spcAft>
              <a:buSzPts val="2500"/>
              <a:buNone/>
              <a:defRPr sz="2500"/>
            </a:lvl5pPr>
            <a:lvl6pPr lvl="5">
              <a:lnSpc>
                <a:spcPct val="80000"/>
              </a:lnSpc>
              <a:spcBef>
                <a:spcPts val="0"/>
              </a:spcBef>
              <a:spcAft>
                <a:spcPts val="0"/>
              </a:spcAft>
              <a:buSzPts val="2500"/>
              <a:buNone/>
              <a:defRPr sz="2500"/>
            </a:lvl6pPr>
            <a:lvl7pPr lvl="6">
              <a:lnSpc>
                <a:spcPct val="80000"/>
              </a:lnSpc>
              <a:spcBef>
                <a:spcPts val="0"/>
              </a:spcBef>
              <a:spcAft>
                <a:spcPts val="0"/>
              </a:spcAft>
              <a:buSzPts val="2500"/>
              <a:buNone/>
              <a:defRPr sz="2500"/>
            </a:lvl7pPr>
            <a:lvl8pPr lvl="7">
              <a:lnSpc>
                <a:spcPct val="80000"/>
              </a:lnSpc>
              <a:spcBef>
                <a:spcPts val="0"/>
              </a:spcBef>
              <a:spcAft>
                <a:spcPts val="0"/>
              </a:spcAft>
              <a:buSzPts val="2500"/>
              <a:buNone/>
              <a:defRPr sz="2500"/>
            </a:lvl8pPr>
            <a:lvl9pPr lvl="8">
              <a:lnSpc>
                <a:spcPct val="80000"/>
              </a:lnSpc>
              <a:spcBef>
                <a:spcPts val="0"/>
              </a:spcBef>
              <a:spcAft>
                <a:spcPts val="0"/>
              </a:spcAft>
              <a:buSzPts val="2500"/>
              <a:buNone/>
              <a:defRPr sz="2500"/>
            </a:lvl9pPr>
          </a:lstStyle>
          <a:p/>
        </p:txBody>
      </p:sp>
      <p:pic>
        <p:nvPicPr>
          <p:cNvPr descr="Blank mock of a smartphone." id="255" name="Google Shape;255;p43"/>
          <p:cNvPicPr preferRelativeResize="0"/>
          <p:nvPr/>
        </p:nvPicPr>
        <p:blipFill rotWithShape="1">
          <a:blip r:embed="rId2">
            <a:alphaModFix/>
          </a:blip>
          <a:srcRect b="38736" l="0" r="0" t="0"/>
          <a:stretch/>
        </p:blipFill>
        <p:spPr>
          <a:xfrm>
            <a:off x="3882050" y="261250"/>
            <a:ext cx="4814074" cy="4882250"/>
          </a:xfrm>
          <a:prstGeom prst="rect">
            <a:avLst/>
          </a:prstGeom>
          <a:noFill/>
          <a:ln>
            <a:noFill/>
          </a:ln>
        </p:spPr>
      </p:pic>
      <p:sp>
        <p:nvSpPr>
          <p:cNvPr id="256" name="Google Shape;256;p43"/>
          <p:cNvSpPr/>
          <p:nvPr>
            <p:ph idx="4" type="pic"/>
          </p:nvPr>
        </p:nvSpPr>
        <p:spPr>
          <a:xfrm>
            <a:off x="4197575" y="512375"/>
            <a:ext cx="2847600" cy="4631100"/>
          </a:xfrm>
          <a:prstGeom prst="round2SameRect">
            <a:avLst>
              <a:gd fmla="val 12455" name="adj1"/>
              <a:gd fmla="val 0" name="adj2"/>
            </a:avLst>
          </a:prstGeom>
          <a:noFill/>
          <a:ln>
            <a:noFill/>
          </a:ln>
        </p:spPr>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act">
  <p:cSld name="CUSTOM_4">
    <p:spTree>
      <p:nvGrpSpPr>
        <p:cNvPr id="257" name="Shape 257"/>
        <p:cNvGrpSpPr/>
        <p:nvPr/>
      </p:nvGrpSpPr>
      <p:grpSpPr>
        <a:xfrm>
          <a:off x="0" y="0"/>
          <a:ext cx="0" cy="0"/>
          <a:chOff x="0" y="0"/>
          <a:chExt cx="0" cy="0"/>
        </a:xfrm>
      </p:grpSpPr>
      <p:sp>
        <p:nvSpPr>
          <p:cNvPr id="258" name="Google Shape;258;p44"/>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SzPts val="600"/>
              <a:buNone/>
              <a:defRPr b="0" sz="6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59" name="Google Shape;259;p44"/>
          <p:cNvSpPr txBox="1"/>
          <p:nvPr>
            <p:ph idx="2" type="title"/>
          </p:nvPr>
        </p:nvSpPr>
        <p:spPr>
          <a:xfrm>
            <a:off x="7234267"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SzPts val="600"/>
              <a:buNone/>
              <a:defRPr b="0" sz="600"/>
            </a:lvl1pPr>
            <a:lvl2pPr lvl="1" algn="r">
              <a:spcBef>
                <a:spcPts val="0"/>
              </a:spcBef>
              <a:spcAft>
                <a:spcPts val="0"/>
              </a:spcAft>
              <a:buSzPts val="2800"/>
              <a:buNone/>
              <a:defRPr/>
            </a:lvl2pPr>
            <a:lvl3pPr lvl="2" algn="r">
              <a:spcBef>
                <a:spcPts val="0"/>
              </a:spcBef>
              <a:spcAft>
                <a:spcPts val="0"/>
              </a:spcAft>
              <a:buSzPts val="2800"/>
              <a:buNone/>
              <a:defRPr/>
            </a:lvl3pPr>
            <a:lvl4pPr lvl="3" algn="r">
              <a:spcBef>
                <a:spcPts val="0"/>
              </a:spcBef>
              <a:spcAft>
                <a:spcPts val="0"/>
              </a:spcAft>
              <a:buSzPts val="2800"/>
              <a:buNone/>
              <a:defRPr/>
            </a:lvl4pPr>
            <a:lvl5pPr lvl="4" algn="r">
              <a:spcBef>
                <a:spcPts val="0"/>
              </a:spcBef>
              <a:spcAft>
                <a:spcPts val="0"/>
              </a:spcAft>
              <a:buSzPts val="2800"/>
              <a:buNone/>
              <a:defRPr/>
            </a:lvl5pPr>
            <a:lvl6pPr lvl="5" algn="r">
              <a:spcBef>
                <a:spcPts val="0"/>
              </a:spcBef>
              <a:spcAft>
                <a:spcPts val="0"/>
              </a:spcAft>
              <a:buSzPts val="2800"/>
              <a:buNone/>
              <a:defRPr/>
            </a:lvl6pPr>
            <a:lvl7pPr lvl="6" algn="r">
              <a:spcBef>
                <a:spcPts val="0"/>
              </a:spcBef>
              <a:spcAft>
                <a:spcPts val="0"/>
              </a:spcAft>
              <a:buSzPts val="2800"/>
              <a:buNone/>
              <a:defRPr/>
            </a:lvl7pPr>
            <a:lvl8pPr lvl="7" algn="r">
              <a:spcBef>
                <a:spcPts val="0"/>
              </a:spcBef>
              <a:spcAft>
                <a:spcPts val="0"/>
              </a:spcAft>
              <a:buSzPts val="2800"/>
              <a:buNone/>
              <a:defRPr/>
            </a:lvl8pPr>
            <a:lvl9pPr lvl="8" algn="r">
              <a:spcBef>
                <a:spcPts val="0"/>
              </a:spcBef>
              <a:spcAft>
                <a:spcPts val="0"/>
              </a:spcAft>
              <a:buSzPts val="2800"/>
              <a:buNone/>
              <a:defRPr/>
            </a:lvl9pPr>
          </a:lstStyle>
          <a:p/>
        </p:txBody>
      </p:sp>
      <p:sp>
        <p:nvSpPr>
          <p:cNvPr id="260" name="Google Shape;260;p44"/>
          <p:cNvSpPr txBox="1"/>
          <p:nvPr>
            <p:ph idx="1" type="body"/>
          </p:nvPr>
        </p:nvSpPr>
        <p:spPr>
          <a:xfrm>
            <a:off x="226525" y="1793250"/>
            <a:ext cx="8599500" cy="1557000"/>
          </a:xfrm>
          <a:prstGeom prst="rect">
            <a:avLst/>
          </a:prstGeom>
        </p:spPr>
        <p:txBody>
          <a:bodyPr anchorCtr="0" anchor="ctr" bIns="91425" lIns="91425" spcFirstLastPara="1" rIns="91425" wrap="square" tIns="91425">
            <a:noAutofit/>
          </a:bodyPr>
          <a:lstStyle>
            <a:lvl1pPr indent="-412750" lvl="0" marL="4572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1pPr>
            <a:lvl2pPr indent="-412750" lvl="1" marL="9144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2pPr>
            <a:lvl3pPr indent="-412750" lvl="2" marL="13716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3pPr>
            <a:lvl4pPr indent="-412750" lvl="3" marL="18288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4pPr>
            <a:lvl5pPr indent="-412750" lvl="4" marL="22860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5pPr>
            <a:lvl6pPr indent="-412750" lvl="5" marL="27432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6pPr>
            <a:lvl7pPr indent="-412750" lvl="6" marL="32004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7pPr>
            <a:lvl8pPr indent="-412750" lvl="7" marL="36576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8pPr>
            <a:lvl9pPr indent="-412750" lvl="8" marL="41148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9pPr>
          </a:lstStyle>
          <a:p/>
        </p:txBody>
      </p:sp>
      <p:sp>
        <p:nvSpPr>
          <p:cNvPr id="261" name="Google Shape;261;p44"/>
          <p:cNvSpPr txBox="1"/>
          <p:nvPr>
            <p:ph idx="3" type="body"/>
          </p:nvPr>
        </p:nvSpPr>
        <p:spPr>
          <a:xfrm>
            <a:off x="226525" y="4719800"/>
            <a:ext cx="3143400" cy="2382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SzPts val="1600"/>
              <a:buChar char="●"/>
              <a:defRPr sz="16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62" name="Google Shape;262;p44"/>
          <p:cNvSpPr txBox="1"/>
          <p:nvPr>
            <p:ph idx="4" type="body"/>
          </p:nvPr>
        </p:nvSpPr>
        <p:spPr>
          <a:xfrm>
            <a:off x="3590149" y="4719800"/>
            <a:ext cx="2535600" cy="2382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SzPts val="1600"/>
              <a:buChar char="●"/>
              <a:defRPr sz="16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63" name="Google Shape;263;p44"/>
          <p:cNvSpPr txBox="1"/>
          <p:nvPr>
            <p:ph idx="5" type="body"/>
          </p:nvPr>
        </p:nvSpPr>
        <p:spPr>
          <a:xfrm>
            <a:off x="6345974" y="4719800"/>
            <a:ext cx="2535600" cy="2382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SzPts val="1600"/>
              <a:buChar char="●"/>
              <a:defRPr sz="16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4_1">
    <p:spTree>
      <p:nvGrpSpPr>
        <p:cNvPr id="264" name="Shape 264"/>
        <p:cNvGrpSpPr/>
        <p:nvPr/>
      </p:nvGrpSpPr>
      <p:grpSpPr>
        <a:xfrm>
          <a:off x="0" y="0"/>
          <a:ext cx="0" cy="0"/>
          <a:chOff x="0" y="0"/>
          <a:chExt cx="0" cy="0"/>
        </a:xfrm>
      </p:grpSpPr>
      <p:sp>
        <p:nvSpPr>
          <p:cNvPr id="265" name="Google Shape;265;p45"/>
          <p:cNvSpPr txBox="1"/>
          <p:nvPr>
            <p:ph idx="1" type="body"/>
          </p:nvPr>
        </p:nvSpPr>
        <p:spPr>
          <a:xfrm>
            <a:off x="226525" y="4334850"/>
            <a:ext cx="2673000" cy="6231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SzPts val="1600"/>
              <a:buChar char="●"/>
              <a:defRPr sz="16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66" name="Google Shape;266;p45"/>
          <p:cNvSpPr txBox="1"/>
          <p:nvPr>
            <p:ph idx="2" type="subTitle"/>
          </p:nvPr>
        </p:nvSpPr>
        <p:spPr>
          <a:xfrm>
            <a:off x="226525" y="3712825"/>
            <a:ext cx="2673000" cy="369300"/>
          </a:xfrm>
          <a:prstGeom prst="rect">
            <a:avLst/>
          </a:prstGeom>
        </p:spPr>
        <p:txBody>
          <a:bodyPr anchorCtr="0" anchor="t" bIns="91425" lIns="91425" spcFirstLastPara="1" rIns="91425" wrap="square" tIns="91425">
            <a:norm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7" name="Google Shape;267;p45"/>
          <p:cNvSpPr txBox="1"/>
          <p:nvPr>
            <p:ph idx="3" type="body"/>
          </p:nvPr>
        </p:nvSpPr>
        <p:spPr>
          <a:xfrm>
            <a:off x="3235500" y="4334850"/>
            <a:ext cx="2673000" cy="6231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SzPts val="1600"/>
              <a:buChar char="●"/>
              <a:defRPr sz="16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68" name="Google Shape;268;p45"/>
          <p:cNvSpPr txBox="1"/>
          <p:nvPr>
            <p:ph idx="4" type="subTitle"/>
          </p:nvPr>
        </p:nvSpPr>
        <p:spPr>
          <a:xfrm>
            <a:off x="3235500" y="3712825"/>
            <a:ext cx="2673000" cy="369300"/>
          </a:xfrm>
          <a:prstGeom prst="rect">
            <a:avLst/>
          </a:prstGeom>
        </p:spPr>
        <p:txBody>
          <a:bodyPr anchorCtr="0" anchor="t" bIns="91425" lIns="91425" spcFirstLastPara="1" rIns="91425" wrap="square" tIns="91425">
            <a:norm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9" name="Google Shape;269;p45"/>
          <p:cNvSpPr txBox="1"/>
          <p:nvPr>
            <p:ph idx="5" type="body"/>
          </p:nvPr>
        </p:nvSpPr>
        <p:spPr>
          <a:xfrm>
            <a:off x="6153025" y="4334850"/>
            <a:ext cx="2673000" cy="6231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SzPts val="1600"/>
              <a:buChar char="●"/>
              <a:defRPr sz="16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70" name="Google Shape;270;p45"/>
          <p:cNvSpPr txBox="1"/>
          <p:nvPr>
            <p:ph idx="6" type="subTitle"/>
          </p:nvPr>
        </p:nvSpPr>
        <p:spPr>
          <a:xfrm>
            <a:off x="6153025" y="3712825"/>
            <a:ext cx="2673000" cy="369300"/>
          </a:xfrm>
          <a:prstGeom prst="rect">
            <a:avLst/>
          </a:prstGeom>
        </p:spPr>
        <p:txBody>
          <a:bodyPr anchorCtr="0" anchor="t" bIns="91425" lIns="91425" spcFirstLastPara="1" rIns="91425" wrap="square" tIns="91425">
            <a:norm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1" name="Google Shape;271;p45"/>
          <p:cNvSpPr txBox="1"/>
          <p:nvPr>
            <p:ph type="title"/>
          </p:nvPr>
        </p:nvSpPr>
        <p:spPr>
          <a:xfrm>
            <a:off x="226525" y="1793250"/>
            <a:ext cx="8599500" cy="1515600"/>
          </a:xfrm>
          <a:prstGeom prst="rect">
            <a:avLst/>
          </a:prstGeom>
        </p:spPr>
        <p:txBody>
          <a:bodyPr anchorCtr="0" anchor="t" bIns="91425" lIns="91425" spcFirstLastPara="1" rIns="91425" wrap="square" tIns="91425">
            <a:normAutofit/>
          </a:bodyPr>
          <a:lstStyle>
            <a:lvl1pPr lvl="0">
              <a:spcBef>
                <a:spcPts val="0"/>
              </a:spcBef>
              <a:spcAft>
                <a:spcPts val="0"/>
              </a:spcAft>
              <a:buSzPts val="2500"/>
              <a:buNone/>
              <a:defRPr sz="25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CUSTOM_4_1_1">
    <p:spTree>
      <p:nvGrpSpPr>
        <p:cNvPr id="272" name="Shape 272"/>
        <p:cNvGrpSpPr/>
        <p:nvPr/>
      </p:nvGrpSpPr>
      <p:grpSpPr>
        <a:xfrm>
          <a:off x="0" y="0"/>
          <a:ext cx="0" cy="0"/>
          <a:chOff x="0" y="0"/>
          <a:chExt cx="0" cy="0"/>
        </a:xfrm>
      </p:grpSpPr>
      <p:sp>
        <p:nvSpPr>
          <p:cNvPr id="273" name="Google Shape;273;p46"/>
          <p:cNvSpPr txBox="1"/>
          <p:nvPr>
            <p:ph idx="1" type="body"/>
          </p:nvPr>
        </p:nvSpPr>
        <p:spPr>
          <a:xfrm>
            <a:off x="226525" y="4334850"/>
            <a:ext cx="4100100" cy="6231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SzPts val="1600"/>
              <a:buChar char="●"/>
              <a:defRPr sz="16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74" name="Google Shape;274;p46"/>
          <p:cNvSpPr txBox="1"/>
          <p:nvPr>
            <p:ph idx="2" type="subTitle"/>
          </p:nvPr>
        </p:nvSpPr>
        <p:spPr>
          <a:xfrm>
            <a:off x="226525" y="3712825"/>
            <a:ext cx="4100100" cy="369300"/>
          </a:xfrm>
          <a:prstGeom prst="rect">
            <a:avLst/>
          </a:prstGeom>
        </p:spPr>
        <p:txBody>
          <a:bodyPr anchorCtr="0" anchor="t" bIns="91425" lIns="91425" spcFirstLastPara="1" rIns="91425" wrap="square" tIns="91425">
            <a:norm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5" name="Google Shape;275;p46"/>
          <p:cNvSpPr txBox="1"/>
          <p:nvPr>
            <p:ph idx="3" type="body"/>
          </p:nvPr>
        </p:nvSpPr>
        <p:spPr>
          <a:xfrm>
            <a:off x="4841843" y="4334850"/>
            <a:ext cx="4100100" cy="6231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SzPts val="1600"/>
              <a:buChar char="●"/>
              <a:defRPr sz="16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76" name="Google Shape;276;p46"/>
          <p:cNvSpPr txBox="1"/>
          <p:nvPr>
            <p:ph idx="4" type="subTitle"/>
          </p:nvPr>
        </p:nvSpPr>
        <p:spPr>
          <a:xfrm>
            <a:off x="4841843" y="3712825"/>
            <a:ext cx="4100100" cy="369300"/>
          </a:xfrm>
          <a:prstGeom prst="rect">
            <a:avLst/>
          </a:prstGeom>
        </p:spPr>
        <p:txBody>
          <a:bodyPr anchorCtr="0" anchor="t" bIns="91425" lIns="91425" spcFirstLastPara="1" rIns="91425" wrap="square" tIns="91425">
            <a:norm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7" name="Google Shape;277;p46"/>
          <p:cNvSpPr txBox="1"/>
          <p:nvPr>
            <p:ph idx="5" type="body"/>
          </p:nvPr>
        </p:nvSpPr>
        <p:spPr>
          <a:xfrm>
            <a:off x="226525" y="2723150"/>
            <a:ext cx="4100100" cy="6231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SzPts val="1600"/>
              <a:buChar char="●"/>
              <a:defRPr sz="16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78" name="Google Shape;278;p46"/>
          <p:cNvSpPr txBox="1"/>
          <p:nvPr>
            <p:ph idx="6" type="subTitle"/>
          </p:nvPr>
        </p:nvSpPr>
        <p:spPr>
          <a:xfrm>
            <a:off x="226525" y="2101125"/>
            <a:ext cx="4100100" cy="369300"/>
          </a:xfrm>
          <a:prstGeom prst="rect">
            <a:avLst/>
          </a:prstGeom>
        </p:spPr>
        <p:txBody>
          <a:bodyPr anchorCtr="0" anchor="t" bIns="91425" lIns="91425" spcFirstLastPara="1" rIns="91425" wrap="square" tIns="91425">
            <a:norm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9" name="Google Shape;279;p46"/>
          <p:cNvSpPr txBox="1"/>
          <p:nvPr>
            <p:ph idx="7" type="body"/>
          </p:nvPr>
        </p:nvSpPr>
        <p:spPr>
          <a:xfrm>
            <a:off x="4841843" y="2723150"/>
            <a:ext cx="4100100" cy="6231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SzPts val="1600"/>
              <a:buChar char="●"/>
              <a:defRPr sz="16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80" name="Google Shape;280;p46"/>
          <p:cNvSpPr txBox="1"/>
          <p:nvPr>
            <p:ph idx="8" type="subTitle"/>
          </p:nvPr>
        </p:nvSpPr>
        <p:spPr>
          <a:xfrm>
            <a:off x="4841843" y="2101125"/>
            <a:ext cx="4100100" cy="369300"/>
          </a:xfrm>
          <a:prstGeom prst="rect">
            <a:avLst/>
          </a:prstGeom>
        </p:spPr>
        <p:txBody>
          <a:bodyPr anchorCtr="0" anchor="t" bIns="91425" lIns="91425" spcFirstLastPara="1" rIns="91425" wrap="square" tIns="91425">
            <a:norm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1" name="Google Shape;281;p46"/>
          <p:cNvSpPr txBox="1"/>
          <p:nvPr>
            <p:ph type="title"/>
          </p:nvPr>
        </p:nvSpPr>
        <p:spPr>
          <a:xfrm>
            <a:off x="226525" y="433125"/>
            <a:ext cx="8599500" cy="1515600"/>
          </a:xfrm>
          <a:prstGeom prst="rect">
            <a:avLst/>
          </a:prstGeom>
        </p:spPr>
        <p:txBody>
          <a:bodyPr anchorCtr="0" anchor="t" bIns="91425" lIns="91425" spcFirstLastPara="1" rIns="91425" wrap="square" tIns="91425">
            <a:normAutofit/>
          </a:bodyPr>
          <a:lstStyle>
            <a:lvl1pPr lvl="0">
              <a:spcBef>
                <a:spcPts val="0"/>
              </a:spcBef>
              <a:spcAft>
                <a:spcPts val="0"/>
              </a:spcAft>
              <a:buSzPts val="2500"/>
              <a:buNone/>
              <a:defRPr sz="25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82" name="Shape 282"/>
        <p:cNvGrpSpPr/>
        <p:nvPr/>
      </p:nvGrpSpPr>
      <p:grpSpPr>
        <a:xfrm>
          <a:off x="0" y="0"/>
          <a:ext cx="0" cy="0"/>
          <a:chOff x="0" y="0"/>
          <a:chExt cx="0" cy="0"/>
        </a:xfrm>
      </p:grpSpPr>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BLANK_1">
    <p:spTree>
      <p:nvGrpSpPr>
        <p:cNvPr id="283" name="Shape 283"/>
        <p:cNvGrpSpPr/>
        <p:nvPr/>
      </p:nvGrpSpPr>
      <p:grpSpPr>
        <a:xfrm>
          <a:off x="0" y="0"/>
          <a:ext cx="0" cy="0"/>
          <a:chOff x="0" y="0"/>
          <a:chExt cx="0" cy="0"/>
        </a:xfrm>
      </p:grpSpPr>
      <p:sp>
        <p:nvSpPr>
          <p:cNvPr id="284" name="Google Shape;284;p48"/>
          <p:cNvSpPr/>
          <p:nvPr>
            <p:ph idx="2" type="pic"/>
          </p:nvPr>
        </p:nvSpPr>
        <p:spPr>
          <a:xfrm>
            <a:off x="0" y="0"/>
            <a:ext cx="9144000" cy="5143500"/>
          </a:xfrm>
          <a:prstGeom prst="rect">
            <a:avLst/>
          </a:prstGeom>
          <a:noFill/>
          <a:ln>
            <a:noFill/>
          </a:ln>
        </p:spPr>
      </p:sp>
      <p:sp>
        <p:nvSpPr>
          <p:cNvPr id="285" name="Google Shape;285;p4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_1">
    <p:spTree>
      <p:nvGrpSpPr>
        <p:cNvPr id="286" name="Shape 286"/>
        <p:cNvGrpSpPr/>
        <p:nvPr/>
      </p:nvGrpSpPr>
      <p:grpSpPr>
        <a:xfrm>
          <a:off x="0" y="0"/>
          <a:ext cx="0" cy="0"/>
          <a:chOff x="0" y="0"/>
          <a:chExt cx="0" cy="0"/>
        </a:xfrm>
      </p:grpSpPr>
      <p:sp>
        <p:nvSpPr>
          <p:cNvPr id="287" name="Google Shape;287;p49"/>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288" name="Google Shape;288;p49"/>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9" name="Google Shape;289;p4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_1">
    <p:spTree>
      <p:nvGrpSpPr>
        <p:cNvPr id="290" name="Shape 290"/>
        <p:cNvGrpSpPr/>
        <p:nvPr/>
      </p:nvGrpSpPr>
      <p:grpSpPr>
        <a:xfrm>
          <a:off x="0" y="0"/>
          <a:ext cx="0" cy="0"/>
          <a:chOff x="0" y="0"/>
          <a:chExt cx="0" cy="0"/>
        </a:xfrm>
      </p:grpSpPr>
      <p:sp>
        <p:nvSpPr>
          <p:cNvPr id="291" name="Google Shape;291;p50"/>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292" name="Google Shape;292;p5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_1_2">
    <p:spTree>
      <p:nvGrpSpPr>
        <p:cNvPr id="293" name="Shape 293"/>
        <p:cNvGrpSpPr/>
        <p:nvPr/>
      </p:nvGrpSpPr>
      <p:grpSpPr>
        <a:xfrm>
          <a:off x="0" y="0"/>
          <a:ext cx="0" cy="0"/>
          <a:chOff x="0" y="0"/>
          <a:chExt cx="0" cy="0"/>
        </a:xfrm>
      </p:grpSpPr>
      <p:sp>
        <p:nvSpPr>
          <p:cNvPr id="294" name="Google Shape;294;p5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51"/>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296" name="Google Shape;296;p51"/>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297" name="Google Shape;297;p51"/>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98" name="Google Shape;298;p5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4_1_2">
    <p:spTree>
      <p:nvGrpSpPr>
        <p:cNvPr id="299" name="Shape 299"/>
        <p:cNvGrpSpPr/>
        <p:nvPr/>
      </p:nvGrpSpPr>
      <p:grpSpPr>
        <a:xfrm>
          <a:off x="0" y="0"/>
          <a:ext cx="0" cy="0"/>
          <a:chOff x="0" y="0"/>
          <a:chExt cx="0" cy="0"/>
        </a:xfrm>
      </p:grpSpPr>
      <p:sp>
        <p:nvSpPr>
          <p:cNvPr id="300" name="Google Shape;300;p52"/>
          <p:cNvSpPr txBox="1"/>
          <p:nvPr>
            <p:ph idx="1" type="body"/>
          </p:nvPr>
        </p:nvSpPr>
        <p:spPr>
          <a:xfrm>
            <a:off x="311700" y="4080225"/>
            <a:ext cx="4027500" cy="926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1" name="Google Shape;301;p52"/>
          <p:cNvSpPr/>
          <p:nvPr>
            <p:ph idx="2" type="pic"/>
          </p:nvPr>
        </p:nvSpPr>
        <p:spPr>
          <a:xfrm>
            <a:off x="4804825" y="1133300"/>
            <a:ext cx="4027500" cy="2392800"/>
          </a:xfrm>
          <a:prstGeom prst="rect">
            <a:avLst/>
          </a:prstGeom>
          <a:noFill/>
          <a:ln>
            <a:noFill/>
          </a:ln>
        </p:spPr>
      </p:sp>
      <p:sp>
        <p:nvSpPr>
          <p:cNvPr id="302" name="Google Shape;302;p52"/>
          <p:cNvSpPr/>
          <p:nvPr>
            <p:ph idx="3" type="pic"/>
          </p:nvPr>
        </p:nvSpPr>
        <p:spPr>
          <a:xfrm>
            <a:off x="311725" y="1133300"/>
            <a:ext cx="4027500" cy="2392800"/>
          </a:xfrm>
          <a:prstGeom prst="rect">
            <a:avLst/>
          </a:prstGeom>
          <a:noFill/>
          <a:ln>
            <a:noFill/>
          </a:ln>
        </p:spPr>
      </p:sp>
      <p:sp>
        <p:nvSpPr>
          <p:cNvPr id="303" name="Google Shape;303;p52"/>
          <p:cNvSpPr txBox="1"/>
          <p:nvPr>
            <p:ph idx="4" type="body"/>
          </p:nvPr>
        </p:nvSpPr>
        <p:spPr>
          <a:xfrm>
            <a:off x="4804825" y="4080225"/>
            <a:ext cx="4027500" cy="926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4" name="Google Shape;304;p5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05" name="Google Shape;305;p52"/>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06" name="Google Shape;306;p52"/>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07" name="Google Shape;307;p52"/>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4_1_1_1">
    <p:spTree>
      <p:nvGrpSpPr>
        <p:cNvPr id="308" name="Shape 308"/>
        <p:cNvGrpSpPr/>
        <p:nvPr/>
      </p:nvGrpSpPr>
      <p:grpSpPr>
        <a:xfrm>
          <a:off x="0" y="0"/>
          <a:ext cx="0" cy="0"/>
          <a:chOff x="0" y="0"/>
          <a:chExt cx="0" cy="0"/>
        </a:xfrm>
      </p:grpSpPr>
      <p:sp>
        <p:nvSpPr>
          <p:cNvPr id="309" name="Google Shape;309;p53"/>
          <p:cNvSpPr txBox="1"/>
          <p:nvPr>
            <p:ph idx="1" type="body"/>
          </p:nvPr>
        </p:nvSpPr>
        <p:spPr>
          <a:xfrm>
            <a:off x="311700"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0" name="Google Shape;310;p53"/>
          <p:cNvSpPr/>
          <p:nvPr>
            <p:ph idx="2" type="pic"/>
          </p:nvPr>
        </p:nvSpPr>
        <p:spPr>
          <a:xfrm>
            <a:off x="6205225" y="1128325"/>
            <a:ext cx="2627100" cy="2273100"/>
          </a:xfrm>
          <a:prstGeom prst="rect">
            <a:avLst/>
          </a:prstGeom>
          <a:noFill/>
          <a:ln>
            <a:noFill/>
          </a:ln>
        </p:spPr>
      </p:sp>
      <p:sp>
        <p:nvSpPr>
          <p:cNvPr id="311" name="Google Shape;311;p53"/>
          <p:cNvSpPr/>
          <p:nvPr>
            <p:ph idx="3" type="pic"/>
          </p:nvPr>
        </p:nvSpPr>
        <p:spPr>
          <a:xfrm>
            <a:off x="311725" y="1128325"/>
            <a:ext cx="2627100" cy="2273100"/>
          </a:xfrm>
          <a:prstGeom prst="rect">
            <a:avLst/>
          </a:prstGeom>
          <a:noFill/>
          <a:ln>
            <a:noFill/>
          </a:ln>
        </p:spPr>
      </p:sp>
      <p:sp>
        <p:nvSpPr>
          <p:cNvPr id="312" name="Google Shape;312;p53"/>
          <p:cNvSpPr txBox="1"/>
          <p:nvPr>
            <p:ph idx="4" type="body"/>
          </p:nvPr>
        </p:nvSpPr>
        <p:spPr>
          <a:xfrm>
            <a:off x="6205225"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3" name="Google Shape;313;p53"/>
          <p:cNvSpPr/>
          <p:nvPr>
            <p:ph idx="5" type="pic"/>
          </p:nvPr>
        </p:nvSpPr>
        <p:spPr>
          <a:xfrm>
            <a:off x="3255250" y="1128325"/>
            <a:ext cx="2627100" cy="2273100"/>
          </a:xfrm>
          <a:prstGeom prst="rect">
            <a:avLst/>
          </a:prstGeom>
          <a:noFill/>
          <a:ln>
            <a:noFill/>
          </a:ln>
        </p:spPr>
      </p:sp>
      <p:sp>
        <p:nvSpPr>
          <p:cNvPr id="314" name="Google Shape;314;p53"/>
          <p:cNvSpPr txBox="1"/>
          <p:nvPr>
            <p:ph idx="6" type="body"/>
          </p:nvPr>
        </p:nvSpPr>
        <p:spPr>
          <a:xfrm>
            <a:off x="3255250"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5" name="Google Shape;315;p5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16" name="Google Shape;316;p53"/>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17" name="Google Shape;317;p53"/>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18" name="Google Shape;318;p53"/>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19" name="Google Shape;319;p53"/>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1.xml"/><Relationship Id="rId20" Type="http://schemas.openxmlformats.org/officeDocument/2006/relationships/slideLayout" Target="../slideLayouts/slideLayout31.xml"/><Relationship Id="rId41" Type="http://schemas.openxmlformats.org/officeDocument/2006/relationships/theme" Target="../theme/theme2.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slideLayout" Target="../slideLayouts/slideLayout40.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11" Type="http://schemas.openxmlformats.org/officeDocument/2006/relationships/slideLayout" Target="../slideLayouts/slideLayout22.xml"/><Relationship Id="rId33" Type="http://schemas.openxmlformats.org/officeDocument/2006/relationships/slideLayout" Target="../slideLayouts/slideLayout44.xml"/><Relationship Id="rId10" Type="http://schemas.openxmlformats.org/officeDocument/2006/relationships/slideLayout" Target="../slideLayouts/slideLayout21.xml"/><Relationship Id="rId32" Type="http://schemas.openxmlformats.org/officeDocument/2006/relationships/slideLayout" Target="../slideLayouts/slideLayout43.xml"/><Relationship Id="rId13" Type="http://schemas.openxmlformats.org/officeDocument/2006/relationships/slideLayout" Target="../slideLayouts/slideLayout24.xml"/><Relationship Id="rId35" Type="http://schemas.openxmlformats.org/officeDocument/2006/relationships/slideLayout" Target="../slideLayouts/slideLayout46.xml"/><Relationship Id="rId12" Type="http://schemas.openxmlformats.org/officeDocument/2006/relationships/slideLayout" Target="../slideLayouts/slideLayout23.xml"/><Relationship Id="rId34" Type="http://schemas.openxmlformats.org/officeDocument/2006/relationships/slideLayout" Target="../slideLayouts/slideLayout45.xml"/><Relationship Id="rId15" Type="http://schemas.openxmlformats.org/officeDocument/2006/relationships/slideLayout" Target="../slideLayouts/slideLayout26.xml"/><Relationship Id="rId37" Type="http://schemas.openxmlformats.org/officeDocument/2006/relationships/slideLayout" Target="../slideLayouts/slideLayout48.xml"/><Relationship Id="rId14" Type="http://schemas.openxmlformats.org/officeDocument/2006/relationships/slideLayout" Target="../slideLayouts/slideLayout25.xml"/><Relationship Id="rId36" Type="http://schemas.openxmlformats.org/officeDocument/2006/relationships/slideLayout" Target="../slideLayouts/slideLayout47.xml"/><Relationship Id="rId17" Type="http://schemas.openxmlformats.org/officeDocument/2006/relationships/slideLayout" Target="../slideLayouts/slideLayout28.xml"/><Relationship Id="rId39" Type="http://schemas.openxmlformats.org/officeDocument/2006/relationships/slideLayout" Target="../slideLayouts/slideLayout50.xml"/><Relationship Id="rId16" Type="http://schemas.openxmlformats.org/officeDocument/2006/relationships/slideLayout" Target="../slideLayouts/slideLayout27.xml"/><Relationship Id="rId38" Type="http://schemas.openxmlformats.org/officeDocument/2006/relationships/slideLayout" Target="../slideLayouts/slideLayout49.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coral">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391350"/>
            <a:ext cx="8520600" cy="6261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1pPr>
            <a:lvl2pPr lvl="1">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2pPr>
            <a:lvl3pPr lvl="2">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3pPr>
            <a:lvl4pPr lvl="3">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4pPr>
            <a:lvl5pPr lvl="4">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5pPr>
            <a:lvl6pPr lvl="5">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6pPr>
            <a:lvl7pPr lvl="6">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7pPr>
            <a:lvl8pPr lvl="7">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8pPr>
            <a:lvl9pPr lvl="8">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Lato"/>
              <a:buChar char="●"/>
              <a:defRPr sz="1800">
                <a:solidFill>
                  <a:schemeClr val="dk2"/>
                </a:solidFill>
                <a:latin typeface="Lato"/>
                <a:ea typeface="Lato"/>
                <a:cs typeface="Lato"/>
                <a:sym typeface="Lato"/>
              </a:defRPr>
            </a:lvl1pPr>
            <a:lvl2pPr indent="-317500" lvl="1" marL="9144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9pPr>
          </a:lstStyle>
          <a:p/>
        </p:txBody>
      </p:sp>
      <p:sp>
        <p:nvSpPr>
          <p:cNvPr id="8" name="Google Shape;8;p1"/>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Lato"/>
                <a:ea typeface="Lato"/>
                <a:cs typeface="Lato"/>
                <a:sym typeface="Lato"/>
              </a:defRPr>
            </a:lvl1pPr>
            <a:lvl2pPr lvl="1" algn="r">
              <a:buNone/>
              <a:defRPr sz="1000">
                <a:solidFill>
                  <a:schemeClr val="dk2"/>
                </a:solidFill>
                <a:latin typeface="Lato"/>
                <a:ea typeface="Lato"/>
                <a:cs typeface="Lato"/>
                <a:sym typeface="Lato"/>
              </a:defRPr>
            </a:lvl2pPr>
            <a:lvl3pPr lvl="2" algn="r">
              <a:buNone/>
              <a:defRPr sz="1000">
                <a:solidFill>
                  <a:schemeClr val="dk2"/>
                </a:solidFill>
                <a:latin typeface="Lato"/>
                <a:ea typeface="Lato"/>
                <a:cs typeface="Lato"/>
                <a:sym typeface="Lato"/>
              </a:defRPr>
            </a:lvl3pPr>
            <a:lvl4pPr lvl="3" algn="r">
              <a:buNone/>
              <a:defRPr sz="1000">
                <a:solidFill>
                  <a:schemeClr val="dk2"/>
                </a:solidFill>
                <a:latin typeface="Lato"/>
                <a:ea typeface="Lato"/>
                <a:cs typeface="Lato"/>
                <a:sym typeface="Lato"/>
              </a:defRPr>
            </a:lvl4pPr>
            <a:lvl5pPr lvl="4" algn="r">
              <a:buNone/>
              <a:defRPr sz="1000">
                <a:solidFill>
                  <a:schemeClr val="dk2"/>
                </a:solidFill>
                <a:latin typeface="Lato"/>
                <a:ea typeface="Lato"/>
                <a:cs typeface="Lato"/>
                <a:sym typeface="Lato"/>
              </a:defRPr>
            </a:lvl5pPr>
            <a:lvl6pPr lvl="5" algn="r">
              <a:buNone/>
              <a:defRPr sz="1000">
                <a:solidFill>
                  <a:schemeClr val="dk2"/>
                </a:solidFill>
                <a:latin typeface="Lato"/>
                <a:ea typeface="Lato"/>
                <a:cs typeface="Lato"/>
                <a:sym typeface="Lato"/>
              </a:defRPr>
            </a:lvl6pPr>
            <a:lvl7pPr lvl="6" algn="r">
              <a:buNone/>
              <a:defRPr sz="1000">
                <a:solidFill>
                  <a:schemeClr val="dk2"/>
                </a:solidFill>
                <a:latin typeface="Lato"/>
                <a:ea typeface="Lato"/>
                <a:cs typeface="Lato"/>
                <a:sym typeface="Lato"/>
              </a:defRPr>
            </a:lvl7pPr>
            <a:lvl8pPr lvl="7" algn="r">
              <a:buNone/>
              <a:defRPr sz="1000">
                <a:solidFill>
                  <a:schemeClr val="dk2"/>
                </a:solidFill>
                <a:latin typeface="Lato"/>
                <a:ea typeface="Lato"/>
                <a:cs typeface="Lato"/>
                <a:sym typeface="Lato"/>
              </a:defRPr>
            </a:lvl8pPr>
            <a:lvl9pPr lvl="8" algn="r">
              <a:buNone/>
              <a:defRPr sz="1000">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5" name="Shape 55"/>
        <p:cNvGrpSpPr/>
        <p:nvPr/>
      </p:nvGrpSpPr>
      <p:grpSpPr>
        <a:xfrm>
          <a:off x="0" y="0"/>
          <a:ext cx="0" cy="0"/>
          <a:chOff x="0" y="0"/>
          <a:chExt cx="0" cy="0"/>
        </a:xfrm>
      </p:grpSpPr>
      <p:sp>
        <p:nvSpPr>
          <p:cNvPr id="56" name="Google Shape;56;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Roboto Mono"/>
              <a:buNone/>
              <a:defRPr b="1" sz="2800">
                <a:solidFill>
                  <a:schemeClr val="dk1"/>
                </a:solidFill>
                <a:latin typeface="Roboto Mono"/>
                <a:ea typeface="Roboto Mono"/>
                <a:cs typeface="Roboto Mono"/>
                <a:sym typeface="Roboto Mono"/>
              </a:defRPr>
            </a:lvl1pPr>
            <a:lvl2pPr lvl="1">
              <a:spcBef>
                <a:spcPts val="0"/>
              </a:spcBef>
              <a:spcAft>
                <a:spcPts val="0"/>
              </a:spcAft>
              <a:buClr>
                <a:schemeClr val="dk1"/>
              </a:buClr>
              <a:buSzPts val="2800"/>
              <a:buFont typeface="Roboto Mono"/>
              <a:buNone/>
              <a:defRPr b="1" sz="2800">
                <a:solidFill>
                  <a:schemeClr val="dk1"/>
                </a:solidFill>
                <a:latin typeface="Roboto Mono"/>
                <a:ea typeface="Roboto Mono"/>
                <a:cs typeface="Roboto Mono"/>
                <a:sym typeface="Roboto Mono"/>
              </a:defRPr>
            </a:lvl2pPr>
            <a:lvl3pPr lvl="2">
              <a:spcBef>
                <a:spcPts val="0"/>
              </a:spcBef>
              <a:spcAft>
                <a:spcPts val="0"/>
              </a:spcAft>
              <a:buClr>
                <a:schemeClr val="dk1"/>
              </a:buClr>
              <a:buSzPts val="2800"/>
              <a:buFont typeface="Roboto Mono"/>
              <a:buNone/>
              <a:defRPr b="1" sz="2800">
                <a:solidFill>
                  <a:schemeClr val="dk1"/>
                </a:solidFill>
                <a:latin typeface="Roboto Mono"/>
                <a:ea typeface="Roboto Mono"/>
                <a:cs typeface="Roboto Mono"/>
                <a:sym typeface="Roboto Mono"/>
              </a:defRPr>
            </a:lvl3pPr>
            <a:lvl4pPr lvl="3">
              <a:spcBef>
                <a:spcPts val="0"/>
              </a:spcBef>
              <a:spcAft>
                <a:spcPts val="0"/>
              </a:spcAft>
              <a:buClr>
                <a:schemeClr val="dk1"/>
              </a:buClr>
              <a:buSzPts val="2800"/>
              <a:buFont typeface="Roboto Mono"/>
              <a:buNone/>
              <a:defRPr b="1" sz="2800">
                <a:solidFill>
                  <a:schemeClr val="dk1"/>
                </a:solidFill>
                <a:latin typeface="Roboto Mono"/>
                <a:ea typeface="Roboto Mono"/>
                <a:cs typeface="Roboto Mono"/>
                <a:sym typeface="Roboto Mono"/>
              </a:defRPr>
            </a:lvl4pPr>
            <a:lvl5pPr lvl="4">
              <a:spcBef>
                <a:spcPts val="0"/>
              </a:spcBef>
              <a:spcAft>
                <a:spcPts val="0"/>
              </a:spcAft>
              <a:buClr>
                <a:schemeClr val="dk1"/>
              </a:buClr>
              <a:buSzPts val="2800"/>
              <a:buFont typeface="Roboto Mono"/>
              <a:buNone/>
              <a:defRPr b="1" sz="2800">
                <a:solidFill>
                  <a:schemeClr val="dk1"/>
                </a:solidFill>
                <a:latin typeface="Roboto Mono"/>
                <a:ea typeface="Roboto Mono"/>
                <a:cs typeface="Roboto Mono"/>
                <a:sym typeface="Roboto Mono"/>
              </a:defRPr>
            </a:lvl5pPr>
            <a:lvl6pPr lvl="5">
              <a:spcBef>
                <a:spcPts val="0"/>
              </a:spcBef>
              <a:spcAft>
                <a:spcPts val="0"/>
              </a:spcAft>
              <a:buClr>
                <a:schemeClr val="dk1"/>
              </a:buClr>
              <a:buSzPts val="2800"/>
              <a:buFont typeface="Roboto Mono"/>
              <a:buNone/>
              <a:defRPr b="1" sz="2800">
                <a:solidFill>
                  <a:schemeClr val="dk1"/>
                </a:solidFill>
                <a:latin typeface="Roboto Mono"/>
                <a:ea typeface="Roboto Mono"/>
                <a:cs typeface="Roboto Mono"/>
                <a:sym typeface="Roboto Mono"/>
              </a:defRPr>
            </a:lvl6pPr>
            <a:lvl7pPr lvl="6">
              <a:spcBef>
                <a:spcPts val="0"/>
              </a:spcBef>
              <a:spcAft>
                <a:spcPts val="0"/>
              </a:spcAft>
              <a:buClr>
                <a:schemeClr val="dk1"/>
              </a:buClr>
              <a:buSzPts val="2800"/>
              <a:buFont typeface="Roboto Mono"/>
              <a:buNone/>
              <a:defRPr b="1" sz="2800">
                <a:solidFill>
                  <a:schemeClr val="dk1"/>
                </a:solidFill>
                <a:latin typeface="Roboto Mono"/>
                <a:ea typeface="Roboto Mono"/>
                <a:cs typeface="Roboto Mono"/>
                <a:sym typeface="Roboto Mono"/>
              </a:defRPr>
            </a:lvl7pPr>
            <a:lvl8pPr lvl="7">
              <a:spcBef>
                <a:spcPts val="0"/>
              </a:spcBef>
              <a:spcAft>
                <a:spcPts val="0"/>
              </a:spcAft>
              <a:buClr>
                <a:schemeClr val="dk1"/>
              </a:buClr>
              <a:buSzPts val="2800"/>
              <a:buFont typeface="Roboto Mono"/>
              <a:buNone/>
              <a:defRPr b="1" sz="2800">
                <a:solidFill>
                  <a:schemeClr val="dk1"/>
                </a:solidFill>
                <a:latin typeface="Roboto Mono"/>
                <a:ea typeface="Roboto Mono"/>
                <a:cs typeface="Roboto Mono"/>
                <a:sym typeface="Roboto Mono"/>
              </a:defRPr>
            </a:lvl8pPr>
            <a:lvl9pPr lvl="8">
              <a:spcBef>
                <a:spcPts val="0"/>
              </a:spcBef>
              <a:spcAft>
                <a:spcPts val="0"/>
              </a:spcAft>
              <a:buClr>
                <a:schemeClr val="dk1"/>
              </a:buClr>
              <a:buSzPts val="2800"/>
              <a:buFont typeface="Roboto Mono"/>
              <a:buNone/>
              <a:defRPr b="1" sz="2800">
                <a:solidFill>
                  <a:schemeClr val="dk1"/>
                </a:solidFill>
                <a:latin typeface="Roboto Mono"/>
                <a:ea typeface="Roboto Mono"/>
                <a:cs typeface="Roboto Mono"/>
                <a:sym typeface="Roboto Mono"/>
              </a:defRPr>
            </a:lvl9pPr>
          </a:lstStyle>
          <a:p/>
        </p:txBody>
      </p:sp>
      <p:sp>
        <p:nvSpPr>
          <p:cNvPr id="57" name="Google Shape;57;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spcBef>
                <a:spcPts val="0"/>
              </a:spcBef>
              <a:spcAft>
                <a:spcPts val="0"/>
              </a:spcAft>
              <a:buClr>
                <a:schemeClr val="dk1"/>
              </a:buClr>
              <a:buSzPts val="1800"/>
              <a:buFont typeface="Inter"/>
              <a:buChar char="●"/>
              <a:defRPr sz="1800">
                <a:solidFill>
                  <a:schemeClr val="dk1"/>
                </a:solidFill>
                <a:latin typeface="Inter"/>
                <a:ea typeface="Inter"/>
                <a:cs typeface="Inter"/>
                <a:sym typeface="Inter"/>
              </a:defRPr>
            </a:lvl1pPr>
            <a:lvl2pPr indent="-317500" lvl="1" marL="914400">
              <a:spcBef>
                <a:spcPts val="0"/>
              </a:spcBef>
              <a:spcAft>
                <a:spcPts val="0"/>
              </a:spcAft>
              <a:buClr>
                <a:schemeClr val="dk1"/>
              </a:buClr>
              <a:buSzPts val="1400"/>
              <a:buFont typeface="Inter"/>
              <a:buChar char="○"/>
              <a:defRPr>
                <a:solidFill>
                  <a:schemeClr val="dk1"/>
                </a:solidFill>
                <a:latin typeface="Inter"/>
                <a:ea typeface="Inter"/>
                <a:cs typeface="Inter"/>
                <a:sym typeface="Inter"/>
              </a:defRPr>
            </a:lvl2pPr>
            <a:lvl3pPr indent="-317500" lvl="2" marL="1371600">
              <a:spcBef>
                <a:spcPts val="0"/>
              </a:spcBef>
              <a:spcAft>
                <a:spcPts val="0"/>
              </a:spcAft>
              <a:buClr>
                <a:schemeClr val="dk1"/>
              </a:buClr>
              <a:buSzPts val="1400"/>
              <a:buFont typeface="Inter"/>
              <a:buChar char="■"/>
              <a:defRPr>
                <a:solidFill>
                  <a:schemeClr val="dk1"/>
                </a:solidFill>
                <a:latin typeface="Inter"/>
                <a:ea typeface="Inter"/>
                <a:cs typeface="Inter"/>
                <a:sym typeface="Inter"/>
              </a:defRPr>
            </a:lvl3pPr>
            <a:lvl4pPr indent="-317500" lvl="3" marL="1828800">
              <a:spcBef>
                <a:spcPts val="0"/>
              </a:spcBef>
              <a:spcAft>
                <a:spcPts val="0"/>
              </a:spcAft>
              <a:buClr>
                <a:schemeClr val="dk1"/>
              </a:buClr>
              <a:buSzPts val="1400"/>
              <a:buFont typeface="Inter"/>
              <a:buChar char="●"/>
              <a:defRPr>
                <a:solidFill>
                  <a:schemeClr val="dk1"/>
                </a:solidFill>
                <a:latin typeface="Inter"/>
                <a:ea typeface="Inter"/>
                <a:cs typeface="Inter"/>
                <a:sym typeface="Inter"/>
              </a:defRPr>
            </a:lvl4pPr>
            <a:lvl5pPr indent="-317500" lvl="4" marL="2286000">
              <a:spcBef>
                <a:spcPts val="0"/>
              </a:spcBef>
              <a:spcAft>
                <a:spcPts val="0"/>
              </a:spcAft>
              <a:buClr>
                <a:schemeClr val="dk1"/>
              </a:buClr>
              <a:buSzPts val="1400"/>
              <a:buFont typeface="Inter"/>
              <a:buChar char="○"/>
              <a:defRPr>
                <a:solidFill>
                  <a:schemeClr val="dk1"/>
                </a:solidFill>
                <a:latin typeface="Inter"/>
                <a:ea typeface="Inter"/>
                <a:cs typeface="Inter"/>
                <a:sym typeface="Inter"/>
              </a:defRPr>
            </a:lvl5pPr>
            <a:lvl6pPr indent="-317500" lvl="5" marL="2743200">
              <a:spcBef>
                <a:spcPts val="0"/>
              </a:spcBef>
              <a:spcAft>
                <a:spcPts val="0"/>
              </a:spcAft>
              <a:buClr>
                <a:schemeClr val="dk1"/>
              </a:buClr>
              <a:buSzPts val="1400"/>
              <a:buFont typeface="Inter"/>
              <a:buChar char="■"/>
              <a:defRPr>
                <a:solidFill>
                  <a:schemeClr val="dk1"/>
                </a:solidFill>
                <a:latin typeface="Inter"/>
                <a:ea typeface="Inter"/>
                <a:cs typeface="Inter"/>
                <a:sym typeface="Inter"/>
              </a:defRPr>
            </a:lvl6pPr>
            <a:lvl7pPr indent="-317500" lvl="6" marL="3200400">
              <a:spcBef>
                <a:spcPts val="0"/>
              </a:spcBef>
              <a:spcAft>
                <a:spcPts val="0"/>
              </a:spcAft>
              <a:buClr>
                <a:schemeClr val="dk1"/>
              </a:buClr>
              <a:buSzPts val="1400"/>
              <a:buFont typeface="Inter"/>
              <a:buChar char="●"/>
              <a:defRPr>
                <a:solidFill>
                  <a:schemeClr val="dk1"/>
                </a:solidFill>
                <a:latin typeface="Inter"/>
                <a:ea typeface="Inter"/>
                <a:cs typeface="Inter"/>
                <a:sym typeface="Inter"/>
              </a:defRPr>
            </a:lvl7pPr>
            <a:lvl8pPr indent="-317500" lvl="7" marL="3657600">
              <a:spcBef>
                <a:spcPts val="0"/>
              </a:spcBef>
              <a:spcAft>
                <a:spcPts val="0"/>
              </a:spcAft>
              <a:buClr>
                <a:schemeClr val="dk1"/>
              </a:buClr>
              <a:buSzPts val="1400"/>
              <a:buFont typeface="Inter"/>
              <a:buChar char="○"/>
              <a:defRPr>
                <a:solidFill>
                  <a:schemeClr val="dk1"/>
                </a:solidFill>
                <a:latin typeface="Inter"/>
                <a:ea typeface="Inter"/>
                <a:cs typeface="Inter"/>
                <a:sym typeface="Inter"/>
              </a:defRPr>
            </a:lvl8pPr>
            <a:lvl9pPr indent="-317500" lvl="8" marL="4114800">
              <a:spcBef>
                <a:spcPts val="0"/>
              </a:spcBef>
              <a:spcAft>
                <a:spcPts val="0"/>
              </a:spcAft>
              <a:buClr>
                <a:schemeClr val="dk1"/>
              </a:buClr>
              <a:buSzPts val="1400"/>
              <a:buFont typeface="Inter"/>
              <a:buChar char="■"/>
              <a:defRPr>
                <a:solidFill>
                  <a:schemeClr val="dk1"/>
                </a:solidFill>
                <a:latin typeface="Inter"/>
                <a:ea typeface="Inter"/>
                <a:cs typeface="Inter"/>
                <a:sym typeface="Inter"/>
              </a:defRPr>
            </a:lvl9pPr>
          </a:lstStyle>
          <a:p/>
        </p:txBody>
      </p:sp>
      <p:sp>
        <p:nvSpPr>
          <p:cNvPr id="58" name="Google Shape;58;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6.png"/><Relationship Id="rId4" Type="http://schemas.openxmlformats.org/officeDocument/2006/relationships/image" Target="../media/image8.png"/><Relationship Id="rId5" Type="http://schemas.openxmlformats.org/officeDocument/2006/relationships/image" Target="../media/image18.png"/><Relationship Id="rId6" Type="http://schemas.openxmlformats.org/officeDocument/2006/relationships/image" Target="../media/image27.jpg"/><Relationship Id="rId7" Type="http://schemas.openxmlformats.org/officeDocument/2006/relationships/image" Target="../media/image26.png"/><Relationship Id="rId8"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openxmlformats.org/officeDocument/2006/relationships/image" Target="../media/image21.png"/><Relationship Id="rId4" Type="http://schemas.openxmlformats.org/officeDocument/2006/relationships/hyperlink" Target="https://www.the74million.org/article/14-charts-that-changed-the-way-we-looked-at-americas-schools-in-2023/"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5.xml"/><Relationship Id="rId3" Type="http://schemas.openxmlformats.org/officeDocument/2006/relationships/image" Target="../media/image24.png"/><Relationship Id="rId4" Type="http://schemas.openxmlformats.org/officeDocument/2006/relationships/hyperlink" Target="https://www.promptingguide.ai/research/rag"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6.xml"/><Relationship Id="rId3" Type="http://schemas.openxmlformats.org/officeDocument/2006/relationships/image" Target="../media/image5.jpg"/><Relationship Id="rId4" Type="http://schemas.openxmlformats.org/officeDocument/2006/relationships/image" Target="../media/image7.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9.xml"/><Relationship Id="rId3" Type="http://schemas.openxmlformats.org/officeDocument/2006/relationships/image" Target="../media/image19.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0.xml"/><Relationship Id="rId3" Type="http://schemas.openxmlformats.org/officeDocument/2006/relationships/image" Target="../media/image12.jpg"/><Relationship Id="rId4" Type="http://schemas.openxmlformats.org/officeDocument/2006/relationships/image" Target="../media/image3.jpg"/><Relationship Id="rId5" Type="http://schemas.openxmlformats.org/officeDocument/2006/relationships/image" Target="../media/image2.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1.xml"/><Relationship Id="rId3" Type="http://schemas.openxmlformats.org/officeDocument/2006/relationships/image" Target="../media/image12.jpg"/><Relationship Id="rId4" Type="http://schemas.openxmlformats.org/officeDocument/2006/relationships/image" Target="../media/image3.jpg"/><Relationship Id="rId5" Type="http://schemas.openxmlformats.org/officeDocument/2006/relationships/image" Target="../media/image2.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10.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20.png"/><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25.png"/><Relationship Id="rId4" Type="http://schemas.openxmlformats.org/officeDocument/2006/relationships/image" Target="../media/image15.png"/><Relationship Id="rId5"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22.png"/><Relationship Id="rId4" Type="http://schemas.openxmlformats.org/officeDocument/2006/relationships/hyperlink" Target="https://businessanalytics.substack.com/p/cosine-similarity-explained"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9.xml"/><Relationship Id="rId3" Type="http://schemas.openxmlformats.org/officeDocument/2006/relationships/image" Target="../media/image2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21.xml"/><Relationship Id="rId3" Type="http://schemas.openxmlformats.org/officeDocument/2006/relationships/hyperlink" Target="https://docs.datastax.com/en/ragstack/colbert/index.html" TargetMode="External"/><Relationship Id="rId4" Type="http://schemas.openxmlformats.org/officeDocument/2006/relationships/hyperlink" Target="https://huggingface.co/blog/manu/colpali" TargetMode="External"/><Relationship Id="rId5" Type="http://schemas.openxmlformats.org/officeDocument/2006/relationships/hyperlink" Target="https://www.kaggle.com/competitions/multimodal-document-retrieval-challenge"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54"/>
          <p:cNvSpPr txBox="1"/>
          <p:nvPr>
            <p:ph idx="4294967295" type="title"/>
          </p:nvPr>
        </p:nvSpPr>
        <p:spPr>
          <a:xfrm>
            <a:off x="226525" y="753350"/>
            <a:ext cx="4673100" cy="4163700"/>
          </a:xfrm>
          <a:prstGeom prst="rect">
            <a:avLst/>
          </a:prstGeom>
        </p:spPr>
        <p:txBody>
          <a:bodyPr anchorCtr="0" anchor="b" bIns="0" lIns="91425" spcFirstLastPara="1" rIns="91425" wrap="square" tIns="91425">
            <a:noAutofit/>
          </a:bodyPr>
          <a:lstStyle/>
          <a:p>
            <a:pPr indent="0" lvl="0" marL="0" rtl="0" algn="l">
              <a:spcBef>
                <a:spcPts val="0"/>
              </a:spcBef>
              <a:spcAft>
                <a:spcPts val="0"/>
              </a:spcAft>
              <a:buNone/>
            </a:pPr>
            <a:r>
              <a:rPr lang="en" sz="8500"/>
              <a:t>MIRC-F</a:t>
            </a:r>
            <a:br>
              <a:rPr lang="en" sz="8500"/>
            </a:br>
            <a:r>
              <a:rPr b="0" lang="en" sz="1600"/>
              <a:t>Multimodal Information Retrieval Challenge - Failed</a:t>
            </a:r>
            <a:endParaRPr b="0" sz="1600"/>
          </a:p>
        </p:txBody>
      </p:sp>
      <p:pic>
        <p:nvPicPr>
          <p:cNvPr id="325" name="Google Shape;325;p54" title="output.png"/>
          <p:cNvPicPr preferRelativeResize="0"/>
          <p:nvPr>
            <p:ph idx="2" type="pic"/>
          </p:nvPr>
        </p:nvPicPr>
        <p:blipFill rotWithShape="1">
          <a:blip r:embed="rId3">
            <a:alphaModFix/>
          </a:blip>
          <a:srcRect b="0" l="8601" r="8609" t="0"/>
          <a:stretch/>
        </p:blipFill>
        <p:spPr>
          <a:xfrm>
            <a:off x="5034275" y="226500"/>
            <a:ext cx="3883203" cy="4690498"/>
          </a:xfrm>
          <a:prstGeom prst="rect">
            <a:avLst/>
          </a:prstGeom>
        </p:spPr>
      </p:pic>
      <p:sp>
        <p:nvSpPr>
          <p:cNvPr id="326" name="Google Shape;326;p54"/>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3/18/2025</a:t>
            </a:r>
            <a:endParaRPr/>
          </a:p>
        </p:txBody>
      </p:sp>
      <p:sp>
        <p:nvSpPr>
          <p:cNvPr id="327" name="Google Shape;327;p54"/>
          <p:cNvSpPr txBox="1"/>
          <p:nvPr>
            <p:ph idx="4" type="title"/>
          </p:nvPr>
        </p:nvSpPr>
        <p:spPr>
          <a:xfrm>
            <a:off x="3938850" y="198225"/>
            <a:ext cx="1266300" cy="238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PROJECT OVERVIEW</a:t>
            </a:r>
            <a:endParaRPr/>
          </a:p>
        </p:txBody>
      </p:sp>
      <p:pic>
        <p:nvPicPr>
          <p:cNvPr id="328" name="Google Shape;328;p54" title="output.png"/>
          <p:cNvPicPr preferRelativeResize="0"/>
          <p:nvPr/>
        </p:nvPicPr>
        <p:blipFill>
          <a:blip r:embed="rId4">
            <a:alphaModFix/>
          </a:blip>
          <a:stretch>
            <a:fillRect/>
          </a:stretch>
        </p:blipFill>
        <p:spPr>
          <a:xfrm>
            <a:off x="289700" y="-5567000"/>
            <a:ext cx="5143501" cy="5143501"/>
          </a:xfrm>
          <a:prstGeom prst="rect">
            <a:avLst/>
          </a:prstGeom>
          <a:noFill/>
          <a:ln>
            <a:noFill/>
          </a:ln>
        </p:spPr>
      </p:pic>
      <p:pic>
        <p:nvPicPr>
          <p:cNvPr id="329" name="Google Shape;329;p54" title="output.png"/>
          <p:cNvPicPr preferRelativeResize="0"/>
          <p:nvPr/>
        </p:nvPicPr>
        <p:blipFill>
          <a:blip r:embed="rId5">
            <a:alphaModFix/>
          </a:blip>
          <a:stretch>
            <a:fillRect/>
          </a:stretch>
        </p:blipFill>
        <p:spPr>
          <a:xfrm>
            <a:off x="5691825" y="-5331800"/>
            <a:ext cx="5143501" cy="5143501"/>
          </a:xfrm>
          <a:prstGeom prst="rect">
            <a:avLst/>
          </a:prstGeom>
          <a:noFill/>
          <a:ln>
            <a:noFill/>
          </a:ln>
        </p:spPr>
      </p:pic>
      <p:pic>
        <p:nvPicPr>
          <p:cNvPr id="330" name="Google Shape;330;p54" title="alexander-grey-tn57JI3CewI-unsplash.jpg"/>
          <p:cNvPicPr preferRelativeResize="0"/>
          <p:nvPr/>
        </p:nvPicPr>
        <p:blipFill>
          <a:blip r:embed="rId6">
            <a:alphaModFix/>
          </a:blip>
          <a:stretch>
            <a:fillRect/>
          </a:stretch>
        </p:blipFill>
        <p:spPr>
          <a:xfrm>
            <a:off x="-3781581" y="0"/>
            <a:ext cx="3428163" cy="5143501"/>
          </a:xfrm>
          <a:prstGeom prst="rect">
            <a:avLst/>
          </a:prstGeom>
          <a:noFill/>
          <a:ln>
            <a:noFill/>
          </a:ln>
        </p:spPr>
      </p:pic>
      <p:pic>
        <p:nvPicPr>
          <p:cNvPr id="331" name="Google Shape;331;p54"/>
          <p:cNvPicPr preferRelativeResize="0"/>
          <p:nvPr/>
        </p:nvPicPr>
        <p:blipFill>
          <a:blip r:embed="rId7">
            <a:alphaModFix/>
          </a:blip>
          <a:stretch>
            <a:fillRect/>
          </a:stretch>
        </p:blipFill>
        <p:spPr>
          <a:xfrm>
            <a:off x="9357733" y="69000"/>
            <a:ext cx="7711483" cy="5143499"/>
          </a:xfrm>
          <a:prstGeom prst="rect">
            <a:avLst/>
          </a:prstGeom>
          <a:noFill/>
          <a:ln>
            <a:noFill/>
          </a:ln>
        </p:spPr>
      </p:pic>
      <p:pic>
        <p:nvPicPr>
          <p:cNvPr id="332" name="Google Shape;332;p54"/>
          <p:cNvPicPr preferRelativeResize="0"/>
          <p:nvPr/>
        </p:nvPicPr>
        <p:blipFill rotWithShape="1">
          <a:blip r:embed="rId8">
            <a:alphaModFix/>
          </a:blip>
          <a:srcRect b="4404" l="649" r="56883" t="4395"/>
          <a:stretch/>
        </p:blipFill>
        <p:spPr>
          <a:xfrm>
            <a:off x="5034275" y="226500"/>
            <a:ext cx="3883200" cy="4690499"/>
          </a:xfrm>
          <a:prstGeom prst="rect">
            <a:avLst/>
          </a:prstGeom>
          <a:noFill/>
          <a:ln>
            <a:noFill/>
          </a:ln>
        </p:spPr>
      </p:pic>
      <p:sp>
        <p:nvSpPr>
          <p:cNvPr id="333" name="Google Shape;333;p54"/>
          <p:cNvSpPr txBox="1"/>
          <p:nvPr/>
        </p:nvSpPr>
        <p:spPr>
          <a:xfrm>
            <a:off x="5015100" y="4873800"/>
            <a:ext cx="3066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Roboto Mono"/>
                <a:ea typeface="Roboto Mono"/>
                <a:cs typeface="Roboto Mono"/>
                <a:sym typeface="Roboto Mono"/>
              </a:rPr>
              <a:t>Image Credit: Fifth Dimension Team</a:t>
            </a:r>
            <a:endParaRPr sz="1000">
              <a:solidFill>
                <a:schemeClr val="dk1"/>
              </a:solidFill>
              <a:latin typeface="Roboto Mono"/>
              <a:ea typeface="Roboto Mono"/>
              <a:cs typeface="Roboto Mono"/>
              <a:sym typeface="Roboto Mono"/>
            </a:endParaRPr>
          </a:p>
        </p:txBody>
      </p:sp>
      <p:sp>
        <p:nvSpPr>
          <p:cNvPr id="334" name="Google Shape;334;p54"/>
          <p:cNvSpPr txBox="1"/>
          <p:nvPr/>
        </p:nvSpPr>
        <p:spPr>
          <a:xfrm>
            <a:off x="289700" y="2803375"/>
            <a:ext cx="6263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Inter"/>
                <a:ea typeface="Inter"/>
                <a:cs typeface="Inter"/>
                <a:sym typeface="Inter"/>
              </a:rPr>
              <a:t>Zack and Luis</a:t>
            </a:r>
            <a:endParaRPr sz="1800">
              <a:solidFill>
                <a:schemeClr val="dk1"/>
              </a:solidFill>
              <a:latin typeface="Inter"/>
              <a:ea typeface="Inter"/>
              <a:cs typeface="Inter"/>
              <a:sym typeface="Inte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55"/>
          <p:cNvSpPr txBox="1"/>
          <p:nvPr>
            <p:ph idx="4294967295" type="title"/>
          </p:nvPr>
        </p:nvSpPr>
        <p:spPr>
          <a:xfrm>
            <a:off x="226525" y="316775"/>
            <a:ext cx="4499100" cy="2191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Text only?</a:t>
            </a:r>
            <a:endParaRPr/>
          </a:p>
        </p:txBody>
      </p:sp>
      <p:sp>
        <p:nvSpPr>
          <p:cNvPr id="340" name="Google Shape;340;p55"/>
          <p:cNvSpPr txBox="1"/>
          <p:nvPr/>
        </p:nvSpPr>
        <p:spPr>
          <a:xfrm>
            <a:off x="3797350" y="1042000"/>
            <a:ext cx="4610700" cy="247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1"/>
                </a:solidFill>
                <a:latin typeface="Inter"/>
                <a:ea typeface="Inter"/>
                <a:cs typeface="Inter"/>
                <a:sym typeface="Inter"/>
              </a:rPr>
              <a:t>ChatGPT &amp; Claude 3.7: “Figure shows average extracurricular activities by demographic groups (race/ethnicity, URM status, first-generation status, financial aid status, and school type). Service and athletics are most common across groups, while culture/identity activities are consistently less reported. Data reveals participation disparities likely influenced by socioeconomic factors, institutional opportunities, and community priorities.”</a:t>
            </a:r>
            <a:endParaRPr sz="1600">
              <a:solidFill>
                <a:schemeClr val="dk1"/>
              </a:solidFill>
              <a:latin typeface="Inter"/>
              <a:ea typeface="Inter"/>
              <a:cs typeface="Inter"/>
              <a:sym typeface="Inter"/>
            </a:endParaRPr>
          </a:p>
        </p:txBody>
      </p:sp>
      <p:pic>
        <p:nvPicPr>
          <p:cNvPr id="341" name="Google Shape;341;p55"/>
          <p:cNvPicPr preferRelativeResize="0"/>
          <p:nvPr/>
        </p:nvPicPr>
        <p:blipFill>
          <a:blip r:embed="rId3">
            <a:alphaModFix/>
          </a:blip>
          <a:stretch>
            <a:fillRect/>
          </a:stretch>
        </p:blipFill>
        <p:spPr>
          <a:xfrm>
            <a:off x="3034750" y="376000"/>
            <a:ext cx="5805599" cy="4178451"/>
          </a:xfrm>
          <a:prstGeom prst="rect">
            <a:avLst/>
          </a:prstGeom>
          <a:noFill/>
          <a:ln>
            <a:noFill/>
          </a:ln>
        </p:spPr>
      </p:pic>
      <p:sp>
        <p:nvSpPr>
          <p:cNvPr id="342" name="Google Shape;342;p55"/>
          <p:cNvSpPr txBox="1"/>
          <p:nvPr/>
        </p:nvSpPr>
        <p:spPr>
          <a:xfrm>
            <a:off x="3034750" y="4636200"/>
            <a:ext cx="5805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u="sng">
                <a:solidFill>
                  <a:schemeClr val="hlink"/>
                </a:solidFill>
                <a:latin typeface="Inter"/>
                <a:ea typeface="Inter"/>
                <a:cs typeface="Inter"/>
                <a:sym typeface="Inter"/>
                <a:hlinkClick r:id="rId4"/>
              </a:rPr>
              <a:t>https://www.the74million.org/article/14-charts-that-changed-the-way-we-looked-at-americas-schools-in-2023/</a:t>
            </a:r>
            <a:endParaRPr sz="800" u="sng">
              <a:solidFill>
                <a:srgbClr val="4A86E8"/>
              </a:solidFill>
              <a:latin typeface="Inter"/>
              <a:ea typeface="Inter"/>
              <a:cs typeface="Inter"/>
              <a:sym typeface="Inter"/>
            </a:endParaRPr>
          </a:p>
        </p:txBody>
      </p:sp>
      <p:sp>
        <p:nvSpPr>
          <p:cNvPr id="343" name="Google Shape;343;p55"/>
          <p:cNvSpPr txBox="1"/>
          <p:nvPr/>
        </p:nvSpPr>
        <p:spPr>
          <a:xfrm>
            <a:off x="274050" y="971900"/>
            <a:ext cx="2598900" cy="221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200">
                <a:solidFill>
                  <a:schemeClr val="dk1"/>
                </a:solidFill>
                <a:latin typeface="Inter"/>
                <a:ea typeface="Inter"/>
                <a:cs typeface="Inter"/>
                <a:sym typeface="Inter"/>
              </a:rPr>
              <a:t>Which demographic group reportedly</a:t>
            </a:r>
            <a:endParaRPr sz="2200">
              <a:solidFill>
                <a:schemeClr val="dk1"/>
              </a:solidFill>
              <a:latin typeface="Inter"/>
              <a:ea typeface="Inter"/>
              <a:cs typeface="Inter"/>
              <a:sym typeface="Inter"/>
            </a:endParaRPr>
          </a:p>
          <a:p>
            <a:pPr indent="0" lvl="0" marL="0" rtl="0" algn="l">
              <a:spcBef>
                <a:spcPts val="0"/>
              </a:spcBef>
              <a:spcAft>
                <a:spcPts val="0"/>
              </a:spcAft>
              <a:buNone/>
            </a:pPr>
            <a:r>
              <a:rPr lang="en" sz="2200">
                <a:solidFill>
                  <a:schemeClr val="dk1"/>
                </a:solidFill>
                <a:latin typeface="Inter"/>
                <a:ea typeface="Inter"/>
                <a:cs typeface="Inter"/>
                <a:sym typeface="Inter"/>
              </a:rPr>
              <a:t>participates in</a:t>
            </a:r>
            <a:endParaRPr sz="2200">
              <a:solidFill>
                <a:schemeClr val="dk1"/>
              </a:solidFill>
              <a:latin typeface="Inter"/>
              <a:ea typeface="Inter"/>
              <a:cs typeface="Inter"/>
              <a:sym typeface="Inter"/>
            </a:endParaRPr>
          </a:p>
          <a:p>
            <a:pPr indent="0" lvl="0" marL="0" rtl="0" algn="l">
              <a:spcBef>
                <a:spcPts val="0"/>
              </a:spcBef>
              <a:spcAft>
                <a:spcPts val="0"/>
              </a:spcAft>
              <a:buNone/>
            </a:pPr>
            <a:r>
              <a:rPr lang="en" sz="2200">
                <a:solidFill>
                  <a:schemeClr val="dk1"/>
                </a:solidFill>
                <a:latin typeface="Inter"/>
                <a:ea typeface="Inter"/>
                <a:cs typeface="Inter"/>
                <a:sym typeface="Inter"/>
              </a:rPr>
              <a:t>the most athletics?</a:t>
            </a:r>
            <a:endParaRPr sz="2200">
              <a:solidFill>
                <a:schemeClr val="dk1"/>
              </a:solidFill>
              <a:latin typeface="Inter"/>
              <a:ea typeface="Inter"/>
              <a:cs typeface="Inter"/>
              <a:sym typeface="Inte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4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56"/>
          <p:cNvSpPr txBox="1"/>
          <p:nvPr>
            <p:ph type="title"/>
          </p:nvPr>
        </p:nvSpPr>
        <p:spPr>
          <a:xfrm>
            <a:off x="226525" y="1567296"/>
            <a:ext cx="8691000" cy="3389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WHAT IS MIR, RAG, NLP?</a:t>
            </a:r>
            <a:endParaRPr/>
          </a:p>
        </p:txBody>
      </p:sp>
      <p:sp>
        <p:nvSpPr>
          <p:cNvPr id="349" name="Google Shape;349;p56"/>
          <p:cNvSpPr txBox="1"/>
          <p:nvPr>
            <p:ph idx="4294967295" type="title"/>
          </p:nvPr>
        </p:nvSpPr>
        <p:spPr>
          <a:xfrm>
            <a:off x="226525" y="164380"/>
            <a:ext cx="1647300" cy="238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CYMBAL</a:t>
            </a:r>
            <a:endParaRPr/>
          </a:p>
        </p:txBody>
      </p:sp>
      <p:sp>
        <p:nvSpPr>
          <p:cNvPr id="350" name="Google Shape;350;p56"/>
          <p:cNvSpPr txBox="1"/>
          <p:nvPr>
            <p:ph idx="4294967295" type="title"/>
          </p:nvPr>
        </p:nvSpPr>
        <p:spPr>
          <a:xfrm>
            <a:off x="7234267" y="164380"/>
            <a:ext cx="1647300" cy="238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PRODUCT OVERVIEW</a:t>
            </a:r>
            <a:endParaRPr/>
          </a:p>
        </p:txBody>
      </p:sp>
      <p:sp>
        <p:nvSpPr>
          <p:cNvPr id="351" name="Google Shape;351;p56"/>
          <p:cNvSpPr txBox="1"/>
          <p:nvPr/>
        </p:nvSpPr>
        <p:spPr>
          <a:xfrm>
            <a:off x="226525" y="164380"/>
            <a:ext cx="1647300" cy="238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600">
                <a:solidFill>
                  <a:schemeClr val="lt1"/>
                </a:solidFill>
                <a:latin typeface="Roboto Mono"/>
                <a:ea typeface="Roboto Mono"/>
                <a:cs typeface="Roboto Mono"/>
                <a:sym typeface="Roboto Mono"/>
              </a:rPr>
              <a:t>HISTORY OF NLP</a:t>
            </a:r>
            <a:endParaRPr sz="600">
              <a:solidFill>
                <a:schemeClr val="lt1"/>
              </a:solidFill>
              <a:latin typeface="Roboto Mono"/>
              <a:ea typeface="Roboto Mono"/>
              <a:cs typeface="Roboto Mono"/>
              <a:sym typeface="Roboto Mono"/>
            </a:endParaRPr>
          </a:p>
        </p:txBody>
      </p:sp>
      <p:sp>
        <p:nvSpPr>
          <p:cNvPr id="352" name="Google Shape;352;p56"/>
          <p:cNvSpPr txBox="1"/>
          <p:nvPr/>
        </p:nvSpPr>
        <p:spPr>
          <a:xfrm>
            <a:off x="7234267" y="164380"/>
            <a:ext cx="1647300" cy="238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600">
                <a:solidFill>
                  <a:schemeClr val="lt1"/>
                </a:solidFill>
                <a:latin typeface="Roboto Mono"/>
                <a:ea typeface="Roboto Mono"/>
                <a:cs typeface="Roboto Mono"/>
                <a:sym typeface="Roboto Mono"/>
              </a:rPr>
              <a:t>WHAT IS RAG</a:t>
            </a:r>
            <a:endParaRPr sz="600">
              <a:solidFill>
                <a:schemeClr val="lt1"/>
              </a:solidFill>
              <a:latin typeface="Roboto Mono"/>
              <a:ea typeface="Roboto Mono"/>
              <a:cs typeface="Roboto Mono"/>
              <a:sym typeface="Roboto Mon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57"/>
          <p:cNvSpPr txBox="1"/>
          <p:nvPr/>
        </p:nvSpPr>
        <p:spPr>
          <a:xfrm>
            <a:off x="370350" y="3280113"/>
            <a:ext cx="1494300" cy="6201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None/>
            </a:pPr>
            <a:r>
              <a:rPr lang="en" sz="1000">
                <a:solidFill>
                  <a:schemeClr val="dk1"/>
                </a:solidFill>
                <a:latin typeface="Inter"/>
                <a:ea typeface="Inter"/>
                <a:cs typeface="Inter"/>
                <a:sym typeface="Inter"/>
              </a:rPr>
              <a:t>First question answering systems described by research</a:t>
            </a:r>
            <a:endParaRPr sz="1000">
              <a:solidFill>
                <a:schemeClr val="dk1"/>
              </a:solidFill>
              <a:latin typeface="Inter"/>
              <a:ea typeface="Inter"/>
              <a:cs typeface="Inter"/>
              <a:sym typeface="Inter"/>
            </a:endParaRPr>
          </a:p>
        </p:txBody>
      </p:sp>
      <p:cxnSp>
        <p:nvCxnSpPr>
          <p:cNvPr id="358" name="Google Shape;358;p57"/>
          <p:cNvCxnSpPr/>
          <p:nvPr/>
        </p:nvCxnSpPr>
        <p:spPr>
          <a:xfrm rot="10800000">
            <a:off x="952350" y="2283169"/>
            <a:ext cx="0" cy="956400"/>
          </a:xfrm>
          <a:prstGeom prst="straightConnector1">
            <a:avLst/>
          </a:prstGeom>
          <a:noFill/>
          <a:ln cap="flat" cmpd="sng" w="19050">
            <a:solidFill>
              <a:schemeClr val="dk1"/>
            </a:solidFill>
            <a:prstDash val="solid"/>
            <a:round/>
            <a:headEnd len="med" w="med" type="none"/>
            <a:tailEnd len="med" w="med" type="oval"/>
          </a:ln>
        </p:spPr>
      </p:cxnSp>
      <p:cxnSp>
        <p:nvCxnSpPr>
          <p:cNvPr id="359" name="Google Shape;359;p57"/>
          <p:cNvCxnSpPr/>
          <p:nvPr/>
        </p:nvCxnSpPr>
        <p:spPr>
          <a:xfrm rot="10800000">
            <a:off x="3091475" y="2283488"/>
            <a:ext cx="0" cy="1650600"/>
          </a:xfrm>
          <a:prstGeom prst="straightConnector1">
            <a:avLst/>
          </a:prstGeom>
          <a:noFill/>
          <a:ln cap="flat" cmpd="sng" w="19050">
            <a:solidFill>
              <a:schemeClr val="dk1"/>
            </a:solidFill>
            <a:prstDash val="solid"/>
            <a:round/>
            <a:headEnd len="med" w="med" type="none"/>
            <a:tailEnd len="med" w="med" type="oval"/>
          </a:ln>
        </p:spPr>
      </p:cxnSp>
      <p:sp>
        <p:nvSpPr>
          <p:cNvPr id="360" name="Google Shape;360;p57"/>
          <p:cNvSpPr txBox="1"/>
          <p:nvPr/>
        </p:nvSpPr>
        <p:spPr>
          <a:xfrm>
            <a:off x="4219625" y="3203925"/>
            <a:ext cx="1060200" cy="6201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None/>
            </a:pPr>
            <a:r>
              <a:rPr lang="en" sz="1000">
                <a:solidFill>
                  <a:schemeClr val="dk1"/>
                </a:solidFill>
                <a:latin typeface="Inter"/>
                <a:ea typeface="Inter"/>
                <a:cs typeface="Inter"/>
                <a:sym typeface="Inter"/>
              </a:rPr>
              <a:t>Word2Vec</a:t>
            </a:r>
            <a:endParaRPr sz="1000">
              <a:solidFill>
                <a:schemeClr val="dk1"/>
              </a:solidFill>
              <a:latin typeface="Inter"/>
              <a:ea typeface="Inter"/>
              <a:cs typeface="Inter"/>
              <a:sym typeface="Inter"/>
            </a:endParaRPr>
          </a:p>
          <a:p>
            <a:pPr indent="0" lvl="0" marL="0" rtl="0" algn="l">
              <a:lnSpc>
                <a:spcPct val="90000"/>
              </a:lnSpc>
              <a:spcBef>
                <a:spcPts val="0"/>
              </a:spcBef>
              <a:spcAft>
                <a:spcPts val="0"/>
              </a:spcAft>
              <a:buNone/>
            </a:pPr>
            <a:r>
              <a:rPr lang="en" sz="1000">
                <a:solidFill>
                  <a:schemeClr val="dk1"/>
                </a:solidFill>
                <a:latin typeface="Inter"/>
                <a:ea typeface="Inter"/>
                <a:cs typeface="Inter"/>
                <a:sym typeface="Inter"/>
              </a:rPr>
              <a:t>released (2013)</a:t>
            </a:r>
            <a:endParaRPr sz="1000">
              <a:solidFill>
                <a:schemeClr val="dk1"/>
              </a:solidFill>
              <a:latin typeface="Inter"/>
              <a:ea typeface="Inter"/>
              <a:cs typeface="Inter"/>
              <a:sym typeface="Inter"/>
            </a:endParaRPr>
          </a:p>
        </p:txBody>
      </p:sp>
      <p:cxnSp>
        <p:nvCxnSpPr>
          <p:cNvPr id="361" name="Google Shape;361;p57"/>
          <p:cNvCxnSpPr/>
          <p:nvPr/>
        </p:nvCxnSpPr>
        <p:spPr>
          <a:xfrm rot="10800000">
            <a:off x="4634565" y="2283169"/>
            <a:ext cx="0" cy="956400"/>
          </a:xfrm>
          <a:prstGeom prst="straightConnector1">
            <a:avLst/>
          </a:prstGeom>
          <a:noFill/>
          <a:ln cap="flat" cmpd="sng" w="19050">
            <a:solidFill>
              <a:schemeClr val="dk1"/>
            </a:solidFill>
            <a:prstDash val="solid"/>
            <a:round/>
            <a:headEnd len="med" w="med" type="none"/>
            <a:tailEnd len="med" w="med" type="oval"/>
          </a:ln>
        </p:spPr>
      </p:cxnSp>
      <p:sp>
        <p:nvSpPr>
          <p:cNvPr id="362" name="Google Shape;362;p57"/>
          <p:cNvSpPr txBox="1"/>
          <p:nvPr/>
        </p:nvSpPr>
        <p:spPr>
          <a:xfrm>
            <a:off x="5529075" y="3203913"/>
            <a:ext cx="1494300" cy="6201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None/>
            </a:pPr>
            <a:r>
              <a:rPr lang="en" sz="1000">
                <a:solidFill>
                  <a:schemeClr val="dk1"/>
                </a:solidFill>
                <a:latin typeface="Inter"/>
                <a:ea typeface="Inter"/>
                <a:cs typeface="Inter"/>
                <a:sym typeface="Inter"/>
              </a:rPr>
              <a:t>ChatGPT using GPT-3.5 released (Nov 2022)</a:t>
            </a:r>
            <a:endParaRPr sz="1000">
              <a:solidFill>
                <a:schemeClr val="dk1"/>
              </a:solidFill>
              <a:latin typeface="Inter"/>
              <a:ea typeface="Inter"/>
              <a:cs typeface="Inter"/>
              <a:sym typeface="Inter"/>
            </a:endParaRPr>
          </a:p>
        </p:txBody>
      </p:sp>
      <p:cxnSp>
        <p:nvCxnSpPr>
          <p:cNvPr id="363" name="Google Shape;363;p57"/>
          <p:cNvCxnSpPr/>
          <p:nvPr/>
        </p:nvCxnSpPr>
        <p:spPr>
          <a:xfrm rot="10800000">
            <a:off x="5939021" y="2283169"/>
            <a:ext cx="0" cy="956400"/>
          </a:xfrm>
          <a:prstGeom prst="straightConnector1">
            <a:avLst/>
          </a:prstGeom>
          <a:noFill/>
          <a:ln cap="flat" cmpd="sng" w="19050">
            <a:solidFill>
              <a:schemeClr val="dk1"/>
            </a:solidFill>
            <a:prstDash val="solid"/>
            <a:round/>
            <a:headEnd len="med" w="med" type="none"/>
            <a:tailEnd len="med" w="med" type="oval"/>
          </a:ln>
        </p:spPr>
      </p:cxnSp>
      <p:cxnSp>
        <p:nvCxnSpPr>
          <p:cNvPr id="364" name="Google Shape;364;p57"/>
          <p:cNvCxnSpPr/>
          <p:nvPr/>
        </p:nvCxnSpPr>
        <p:spPr>
          <a:xfrm rot="10800000">
            <a:off x="7509375" y="2283550"/>
            <a:ext cx="14400" cy="1094400"/>
          </a:xfrm>
          <a:prstGeom prst="straightConnector1">
            <a:avLst/>
          </a:prstGeom>
          <a:noFill/>
          <a:ln cap="flat" cmpd="sng" w="19050">
            <a:solidFill>
              <a:schemeClr val="dk1"/>
            </a:solidFill>
            <a:prstDash val="solid"/>
            <a:round/>
            <a:headEnd len="med" w="med" type="none"/>
            <a:tailEnd len="med" w="med" type="oval"/>
          </a:ln>
        </p:spPr>
      </p:cxnSp>
      <p:sp>
        <p:nvSpPr>
          <p:cNvPr id="365" name="Google Shape;365;p57"/>
          <p:cNvSpPr txBox="1"/>
          <p:nvPr/>
        </p:nvSpPr>
        <p:spPr>
          <a:xfrm>
            <a:off x="2393115" y="4011850"/>
            <a:ext cx="1552200" cy="6201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None/>
            </a:pPr>
            <a:r>
              <a:rPr lang="en" sz="1000">
                <a:solidFill>
                  <a:schemeClr val="dk1"/>
                </a:solidFill>
                <a:latin typeface="Inter"/>
                <a:ea typeface="Inter"/>
                <a:cs typeface="Inter"/>
                <a:sym typeface="Inter"/>
              </a:rPr>
              <a:t>Ask Jeeves (Ask.com) (1997)</a:t>
            </a:r>
            <a:endParaRPr sz="1000">
              <a:solidFill>
                <a:schemeClr val="dk1"/>
              </a:solidFill>
              <a:latin typeface="Inter"/>
              <a:ea typeface="Inter"/>
              <a:cs typeface="Inter"/>
              <a:sym typeface="Inter"/>
            </a:endParaRPr>
          </a:p>
        </p:txBody>
      </p:sp>
      <p:sp>
        <p:nvSpPr>
          <p:cNvPr id="366" name="Google Shape;366;p57"/>
          <p:cNvSpPr txBox="1"/>
          <p:nvPr/>
        </p:nvSpPr>
        <p:spPr>
          <a:xfrm>
            <a:off x="6152550" y="4011838"/>
            <a:ext cx="1494300" cy="6201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None/>
            </a:pPr>
            <a:r>
              <a:rPr lang="en" sz="1000">
                <a:solidFill>
                  <a:schemeClr val="dk1"/>
                </a:solidFill>
                <a:latin typeface="Inter"/>
                <a:ea typeface="Inter"/>
                <a:cs typeface="Inter"/>
                <a:sym typeface="Inter"/>
              </a:rPr>
              <a:t>MMDocIR Benchmark release (26 Jan)</a:t>
            </a:r>
            <a:endParaRPr sz="1000">
              <a:solidFill>
                <a:schemeClr val="dk1"/>
              </a:solidFill>
              <a:latin typeface="Inter"/>
              <a:ea typeface="Inter"/>
              <a:cs typeface="Inter"/>
              <a:sym typeface="Inter"/>
            </a:endParaRPr>
          </a:p>
        </p:txBody>
      </p:sp>
      <p:sp>
        <p:nvSpPr>
          <p:cNvPr id="367" name="Google Shape;367;p57"/>
          <p:cNvSpPr txBox="1"/>
          <p:nvPr/>
        </p:nvSpPr>
        <p:spPr>
          <a:xfrm>
            <a:off x="226525" y="164380"/>
            <a:ext cx="1647300" cy="238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600">
                <a:solidFill>
                  <a:schemeClr val="dk1"/>
                </a:solidFill>
                <a:latin typeface="Roboto Mono"/>
                <a:ea typeface="Roboto Mono"/>
                <a:cs typeface="Roboto Mono"/>
                <a:sym typeface="Roboto Mono"/>
              </a:rPr>
              <a:t>HISTORY OF NLP</a:t>
            </a:r>
            <a:endParaRPr sz="600">
              <a:solidFill>
                <a:schemeClr val="dk1"/>
              </a:solidFill>
              <a:latin typeface="Roboto Mono"/>
              <a:ea typeface="Roboto Mono"/>
              <a:cs typeface="Roboto Mono"/>
              <a:sym typeface="Roboto Mono"/>
            </a:endParaRPr>
          </a:p>
        </p:txBody>
      </p:sp>
      <p:sp>
        <p:nvSpPr>
          <p:cNvPr id="368" name="Google Shape;368;p57"/>
          <p:cNvSpPr txBox="1"/>
          <p:nvPr/>
        </p:nvSpPr>
        <p:spPr>
          <a:xfrm>
            <a:off x="7234267" y="164380"/>
            <a:ext cx="1647300" cy="238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600">
                <a:solidFill>
                  <a:schemeClr val="dk1"/>
                </a:solidFill>
                <a:latin typeface="Roboto Mono"/>
                <a:ea typeface="Roboto Mono"/>
                <a:cs typeface="Roboto Mono"/>
                <a:sym typeface="Roboto Mono"/>
              </a:rPr>
              <a:t>WHAT IS RAG</a:t>
            </a:r>
            <a:endParaRPr sz="600">
              <a:solidFill>
                <a:schemeClr val="dk1"/>
              </a:solidFill>
              <a:latin typeface="Roboto Mono"/>
              <a:ea typeface="Roboto Mono"/>
              <a:cs typeface="Roboto Mono"/>
              <a:sym typeface="Roboto Mono"/>
            </a:endParaRPr>
          </a:p>
        </p:txBody>
      </p:sp>
      <p:cxnSp>
        <p:nvCxnSpPr>
          <p:cNvPr id="369" name="Google Shape;369;p57"/>
          <p:cNvCxnSpPr/>
          <p:nvPr/>
        </p:nvCxnSpPr>
        <p:spPr>
          <a:xfrm>
            <a:off x="1196389" y="2244437"/>
            <a:ext cx="314400" cy="0"/>
          </a:xfrm>
          <a:prstGeom prst="straightConnector1">
            <a:avLst/>
          </a:prstGeom>
          <a:noFill/>
          <a:ln cap="flat" cmpd="sng" w="9525">
            <a:solidFill>
              <a:schemeClr val="dk1"/>
            </a:solidFill>
            <a:prstDash val="dot"/>
            <a:round/>
            <a:headEnd len="med" w="med" type="none"/>
            <a:tailEnd len="med" w="med" type="none"/>
          </a:ln>
        </p:spPr>
      </p:cxnSp>
      <p:cxnSp>
        <p:nvCxnSpPr>
          <p:cNvPr id="370" name="Google Shape;370;p57"/>
          <p:cNvCxnSpPr/>
          <p:nvPr/>
        </p:nvCxnSpPr>
        <p:spPr>
          <a:xfrm>
            <a:off x="2626159" y="2244437"/>
            <a:ext cx="314400" cy="0"/>
          </a:xfrm>
          <a:prstGeom prst="straightConnector1">
            <a:avLst/>
          </a:prstGeom>
          <a:noFill/>
          <a:ln cap="flat" cmpd="sng" w="9525">
            <a:solidFill>
              <a:schemeClr val="dk1"/>
            </a:solidFill>
            <a:prstDash val="dot"/>
            <a:round/>
            <a:headEnd len="med" w="med" type="none"/>
            <a:tailEnd len="med" w="med" type="none"/>
          </a:ln>
        </p:spPr>
      </p:cxnSp>
      <p:cxnSp>
        <p:nvCxnSpPr>
          <p:cNvPr id="371" name="Google Shape;371;p57"/>
          <p:cNvCxnSpPr/>
          <p:nvPr/>
        </p:nvCxnSpPr>
        <p:spPr>
          <a:xfrm>
            <a:off x="3337160" y="2244437"/>
            <a:ext cx="314400" cy="0"/>
          </a:xfrm>
          <a:prstGeom prst="straightConnector1">
            <a:avLst/>
          </a:prstGeom>
          <a:noFill/>
          <a:ln cap="flat" cmpd="sng" w="9525">
            <a:solidFill>
              <a:schemeClr val="dk1"/>
            </a:solidFill>
            <a:prstDash val="dot"/>
            <a:round/>
            <a:headEnd len="med" w="med" type="none"/>
            <a:tailEnd len="med" w="med" type="none"/>
          </a:ln>
        </p:spPr>
      </p:cxnSp>
      <p:grpSp>
        <p:nvGrpSpPr>
          <p:cNvPr id="372" name="Google Shape;372;p57"/>
          <p:cNvGrpSpPr/>
          <p:nvPr/>
        </p:nvGrpSpPr>
        <p:grpSpPr>
          <a:xfrm>
            <a:off x="294149" y="2073400"/>
            <a:ext cx="8571886" cy="318924"/>
            <a:chOff x="249694" y="2412338"/>
            <a:chExt cx="8644500" cy="318924"/>
          </a:xfrm>
        </p:grpSpPr>
        <p:sp>
          <p:nvSpPr>
            <p:cNvPr id="373" name="Google Shape;373;p57"/>
            <p:cNvSpPr/>
            <p:nvPr/>
          </p:nvSpPr>
          <p:spPr>
            <a:xfrm>
              <a:off x="249694" y="2412348"/>
              <a:ext cx="8644500" cy="318900"/>
            </a:xfrm>
            <a:prstGeom prst="roundRect">
              <a:avLst>
                <a:gd fmla="val 50000" name="adj"/>
              </a:avLst>
            </a:prstGeom>
            <a:noFill/>
            <a:ln cap="flat" cmpd="sng" w="9525">
              <a:solidFill>
                <a:schemeClr val="dk1"/>
              </a:solidFill>
              <a:prstDash val="solid"/>
              <a:round/>
              <a:headEnd len="sm" w="sm" type="none"/>
              <a:tailEnd len="sm" w="sm" type="none"/>
            </a:ln>
          </p:spPr>
          <p:txBody>
            <a:bodyPr anchorCtr="0" anchor="ctr" bIns="45725" lIns="45725" spcFirstLastPara="1" rIns="45725" wrap="square" tIns="45725">
              <a:noAutofit/>
            </a:bodyPr>
            <a:lstStyle/>
            <a:p>
              <a:pPr indent="0" lvl="0" marL="0" rtl="0" algn="ctr">
                <a:lnSpc>
                  <a:spcPct val="115000"/>
                </a:lnSpc>
                <a:spcBef>
                  <a:spcPts val="600"/>
                </a:spcBef>
                <a:spcAft>
                  <a:spcPts val="600"/>
                </a:spcAft>
                <a:buSzPts val="600"/>
                <a:buNone/>
              </a:pPr>
              <a:r>
                <a:t/>
              </a:r>
              <a:endParaRPr sz="1000">
                <a:solidFill>
                  <a:schemeClr val="dk1"/>
                </a:solidFill>
                <a:latin typeface="Inter Medium"/>
                <a:ea typeface="Inter Medium"/>
                <a:cs typeface="Inter Medium"/>
                <a:sym typeface="Inter Medium"/>
              </a:endParaRPr>
            </a:p>
          </p:txBody>
        </p:sp>
        <p:sp>
          <p:nvSpPr>
            <p:cNvPr id="374" name="Google Shape;374;p57"/>
            <p:cNvSpPr/>
            <p:nvPr/>
          </p:nvSpPr>
          <p:spPr>
            <a:xfrm>
              <a:off x="370765" y="2412361"/>
              <a:ext cx="449400" cy="318900"/>
            </a:xfrm>
            <a:prstGeom prst="roundRect">
              <a:avLst>
                <a:gd fmla="val 0" name="adj"/>
              </a:avLst>
            </a:prstGeom>
            <a:noFill/>
            <a:ln>
              <a:noFill/>
            </a:ln>
          </p:spPr>
          <p:txBody>
            <a:bodyPr anchorCtr="0" anchor="ctr" bIns="45725" lIns="45725" spcFirstLastPara="1" rIns="45725" wrap="square" tIns="45725">
              <a:noAutofit/>
            </a:bodyPr>
            <a:lstStyle/>
            <a:p>
              <a:pPr indent="0" lvl="0" marL="0" rtl="0" algn="ctr">
                <a:spcBef>
                  <a:spcPts val="0"/>
                </a:spcBef>
                <a:spcAft>
                  <a:spcPts val="0"/>
                </a:spcAft>
                <a:buNone/>
              </a:pPr>
              <a:r>
                <a:rPr lang="en" sz="1000">
                  <a:solidFill>
                    <a:schemeClr val="dk1"/>
                  </a:solidFill>
                  <a:latin typeface="Inter SemiBold"/>
                  <a:ea typeface="Inter SemiBold"/>
                  <a:cs typeface="Inter SemiBold"/>
                  <a:sym typeface="Inter SemiBold"/>
                </a:rPr>
                <a:t>1970</a:t>
              </a:r>
              <a:endParaRPr sz="1000">
                <a:solidFill>
                  <a:schemeClr val="dk1"/>
                </a:solidFill>
                <a:latin typeface="Inter SemiBold"/>
                <a:ea typeface="Inter SemiBold"/>
                <a:cs typeface="Inter SemiBold"/>
                <a:sym typeface="Inter SemiBold"/>
              </a:endParaRPr>
            </a:p>
          </p:txBody>
        </p:sp>
        <p:sp>
          <p:nvSpPr>
            <p:cNvPr id="375" name="Google Shape;375;p57"/>
            <p:cNvSpPr/>
            <p:nvPr/>
          </p:nvSpPr>
          <p:spPr>
            <a:xfrm>
              <a:off x="2167172" y="2412348"/>
              <a:ext cx="449400" cy="318900"/>
            </a:xfrm>
            <a:prstGeom prst="roundRect">
              <a:avLst>
                <a:gd fmla="val 0" name="adj"/>
              </a:avLst>
            </a:prstGeom>
            <a:noFill/>
            <a:ln>
              <a:noFill/>
            </a:ln>
          </p:spPr>
          <p:txBody>
            <a:bodyPr anchorCtr="0" anchor="ctr" bIns="45725" lIns="45725" spcFirstLastPara="1" rIns="45725" wrap="square" tIns="45725">
              <a:noAutofit/>
            </a:bodyPr>
            <a:lstStyle/>
            <a:p>
              <a:pPr indent="0" lvl="0" marL="0" rtl="0" algn="ctr">
                <a:spcBef>
                  <a:spcPts val="0"/>
                </a:spcBef>
                <a:spcAft>
                  <a:spcPts val="0"/>
                </a:spcAft>
                <a:buNone/>
              </a:pPr>
              <a:r>
                <a:rPr lang="en" sz="1000">
                  <a:solidFill>
                    <a:schemeClr val="dk1"/>
                  </a:solidFill>
                  <a:latin typeface="Inter SemiBold"/>
                  <a:ea typeface="Inter SemiBold"/>
                  <a:cs typeface="Inter SemiBold"/>
                  <a:sym typeface="Inter SemiBold"/>
                </a:rPr>
                <a:t>1990</a:t>
              </a:r>
              <a:endParaRPr sz="1000">
                <a:solidFill>
                  <a:schemeClr val="dk1"/>
                </a:solidFill>
                <a:latin typeface="Inter SemiBold"/>
                <a:ea typeface="Inter SemiBold"/>
                <a:cs typeface="Inter SemiBold"/>
                <a:sym typeface="Inter SemiBold"/>
              </a:endParaRPr>
            </a:p>
          </p:txBody>
        </p:sp>
        <p:sp>
          <p:nvSpPr>
            <p:cNvPr id="376" name="Google Shape;376;p57"/>
            <p:cNvSpPr/>
            <p:nvPr/>
          </p:nvSpPr>
          <p:spPr>
            <a:xfrm>
              <a:off x="3972394" y="2412348"/>
              <a:ext cx="449400" cy="318900"/>
            </a:xfrm>
            <a:prstGeom prst="roundRect">
              <a:avLst>
                <a:gd fmla="val 0" name="adj"/>
              </a:avLst>
            </a:prstGeom>
            <a:noFill/>
            <a:ln>
              <a:noFill/>
            </a:ln>
          </p:spPr>
          <p:txBody>
            <a:bodyPr anchorCtr="0" anchor="ctr" bIns="45725" lIns="45725" spcFirstLastPara="1" rIns="45725" wrap="square" tIns="45725">
              <a:noAutofit/>
            </a:bodyPr>
            <a:lstStyle/>
            <a:p>
              <a:pPr indent="0" lvl="0" marL="0" rtl="0" algn="ctr">
                <a:spcBef>
                  <a:spcPts val="0"/>
                </a:spcBef>
                <a:spcAft>
                  <a:spcPts val="0"/>
                </a:spcAft>
                <a:buNone/>
              </a:pPr>
              <a:r>
                <a:rPr lang="en" sz="1000">
                  <a:solidFill>
                    <a:schemeClr val="dk1"/>
                  </a:solidFill>
                  <a:latin typeface="Inter SemiBold"/>
                  <a:ea typeface="Inter SemiBold"/>
                  <a:cs typeface="Inter SemiBold"/>
                  <a:sym typeface="Inter SemiBold"/>
                </a:rPr>
                <a:t>2010</a:t>
              </a:r>
              <a:endParaRPr sz="1000">
                <a:solidFill>
                  <a:schemeClr val="dk1"/>
                </a:solidFill>
                <a:latin typeface="Inter SemiBold"/>
                <a:ea typeface="Inter SemiBold"/>
                <a:cs typeface="Inter SemiBold"/>
                <a:sym typeface="Inter SemiBold"/>
              </a:endParaRPr>
            </a:p>
          </p:txBody>
        </p:sp>
        <p:sp>
          <p:nvSpPr>
            <p:cNvPr id="377" name="Google Shape;377;p57"/>
            <p:cNvSpPr/>
            <p:nvPr/>
          </p:nvSpPr>
          <p:spPr>
            <a:xfrm>
              <a:off x="4692720" y="2412348"/>
              <a:ext cx="449400" cy="318900"/>
            </a:xfrm>
            <a:prstGeom prst="roundRect">
              <a:avLst>
                <a:gd fmla="val 0" name="adj"/>
              </a:avLst>
            </a:prstGeom>
            <a:noFill/>
            <a:ln>
              <a:noFill/>
            </a:ln>
          </p:spPr>
          <p:txBody>
            <a:bodyPr anchorCtr="0" anchor="ctr" bIns="45725" lIns="45725" spcFirstLastPara="1" rIns="45725" wrap="square" tIns="45725">
              <a:noAutofit/>
            </a:bodyPr>
            <a:lstStyle/>
            <a:p>
              <a:pPr indent="0" lvl="0" marL="0" rtl="0" algn="ctr">
                <a:spcBef>
                  <a:spcPts val="0"/>
                </a:spcBef>
                <a:spcAft>
                  <a:spcPts val="0"/>
                </a:spcAft>
                <a:buNone/>
              </a:pPr>
              <a:r>
                <a:rPr lang="en" sz="1000">
                  <a:solidFill>
                    <a:schemeClr val="dk1"/>
                  </a:solidFill>
                  <a:latin typeface="Inter SemiBold"/>
                  <a:ea typeface="Inter SemiBold"/>
                  <a:cs typeface="Inter SemiBold"/>
                  <a:sym typeface="Inter SemiBold"/>
                </a:rPr>
                <a:t>2015</a:t>
              </a:r>
              <a:endParaRPr sz="1000">
                <a:solidFill>
                  <a:schemeClr val="dk1"/>
                </a:solidFill>
                <a:latin typeface="Inter SemiBold"/>
                <a:ea typeface="Inter SemiBold"/>
                <a:cs typeface="Inter SemiBold"/>
                <a:sym typeface="Inter SemiBold"/>
              </a:endParaRPr>
            </a:p>
          </p:txBody>
        </p:sp>
        <p:sp>
          <p:nvSpPr>
            <p:cNvPr id="378" name="Google Shape;378;p57"/>
            <p:cNvSpPr/>
            <p:nvPr/>
          </p:nvSpPr>
          <p:spPr>
            <a:xfrm>
              <a:off x="5413046" y="2412348"/>
              <a:ext cx="449400" cy="318900"/>
            </a:xfrm>
            <a:prstGeom prst="roundRect">
              <a:avLst>
                <a:gd fmla="val 0" name="adj"/>
              </a:avLst>
            </a:prstGeom>
            <a:noFill/>
            <a:ln>
              <a:noFill/>
            </a:ln>
          </p:spPr>
          <p:txBody>
            <a:bodyPr anchorCtr="0" anchor="ctr" bIns="45725" lIns="45725" spcFirstLastPara="1" rIns="45725" wrap="square" tIns="45725">
              <a:noAutofit/>
            </a:bodyPr>
            <a:lstStyle/>
            <a:p>
              <a:pPr indent="0" lvl="0" marL="0" rtl="0" algn="ctr">
                <a:spcBef>
                  <a:spcPts val="0"/>
                </a:spcBef>
                <a:spcAft>
                  <a:spcPts val="0"/>
                </a:spcAft>
                <a:buNone/>
              </a:pPr>
              <a:r>
                <a:rPr lang="en" sz="1000">
                  <a:solidFill>
                    <a:schemeClr val="dk1"/>
                  </a:solidFill>
                  <a:latin typeface="Inter SemiBold"/>
                  <a:ea typeface="Inter SemiBold"/>
                  <a:cs typeface="Inter SemiBold"/>
                  <a:sym typeface="Inter SemiBold"/>
                </a:rPr>
                <a:t>2020</a:t>
              </a:r>
              <a:endParaRPr sz="1000">
                <a:solidFill>
                  <a:schemeClr val="dk1"/>
                </a:solidFill>
                <a:latin typeface="Inter SemiBold"/>
                <a:ea typeface="Inter SemiBold"/>
                <a:cs typeface="Inter SemiBold"/>
                <a:sym typeface="Inter SemiBold"/>
              </a:endParaRPr>
            </a:p>
          </p:txBody>
        </p:sp>
        <p:sp>
          <p:nvSpPr>
            <p:cNvPr id="379" name="Google Shape;379;p57"/>
            <p:cNvSpPr/>
            <p:nvPr/>
          </p:nvSpPr>
          <p:spPr>
            <a:xfrm>
              <a:off x="6133372" y="2412348"/>
              <a:ext cx="449400" cy="318900"/>
            </a:xfrm>
            <a:prstGeom prst="roundRect">
              <a:avLst>
                <a:gd fmla="val 0" name="adj"/>
              </a:avLst>
            </a:prstGeom>
            <a:noFill/>
            <a:ln>
              <a:noFill/>
            </a:ln>
          </p:spPr>
          <p:txBody>
            <a:bodyPr anchorCtr="0" anchor="ctr" bIns="45725" lIns="45725" spcFirstLastPara="1" rIns="45725" wrap="square" tIns="45725">
              <a:noAutofit/>
            </a:bodyPr>
            <a:lstStyle/>
            <a:p>
              <a:pPr indent="0" lvl="0" marL="0" rtl="0" algn="ctr">
                <a:spcBef>
                  <a:spcPts val="0"/>
                </a:spcBef>
                <a:spcAft>
                  <a:spcPts val="0"/>
                </a:spcAft>
                <a:buNone/>
              </a:pPr>
              <a:r>
                <a:rPr lang="en" sz="1000">
                  <a:solidFill>
                    <a:schemeClr val="dk1"/>
                  </a:solidFill>
                  <a:latin typeface="Inter SemiBold"/>
                  <a:ea typeface="Inter SemiBold"/>
                  <a:cs typeface="Inter SemiBold"/>
                  <a:sym typeface="Inter SemiBold"/>
                </a:rPr>
                <a:t>2025</a:t>
              </a:r>
              <a:endParaRPr sz="1000">
                <a:solidFill>
                  <a:schemeClr val="dk1"/>
                </a:solidFill>
                <a:latin typeface="Inter SemiBold"/>
                <a:ea typeface="Inter SemiBold"/>
                <a:cs typeface="Inter SemiBold"/>
                <a:sym typeface="Inter SemiBold"/>
              </a:endParaRPr>
            </a:p>
          </p:txBody>
        </p:sp>
        <p:sp>
          <p:nvSpPr>
            <p:cNvPr id="380" name="Google Shape;380;p57"/>
            <p:cNvSpPr/>
            <p:nvPr/>
          </p:nvSpPr>
          <p:spPr>
            <a:xfrm>
              <a:off x="7545548" y="2412338"/>
              <a:ext cx="512400" cy="318900"/>
            </a:xfrm>
            <a:prstGeom prst="roundRect">
              <a:avLst>
                <a:gd fmla="val 0" name="adj"/>
              </a:avLst>
            </a:prstGeom>
            <a:noFill/>
            <a:ln>
              <a:noFill/>
            </a:ln>
          </p:spPr>
          <p:txBody>
            <a:bodyPr anchorCtr="0" anchor="ctr" bIns="45725" lIns="45725" spcFirstLastPara="1" rIns="45725" wrap="square" tIns="45725">
              <a:noAutofit/>
            </a:bodyPr>
            <a:lstStyle/>
            <a:p>
              <a:pPr indent="0" lvl="0" marL="0" rtl="0" algn="ctr">
                <a:spcBef>
                  <a:spcPts val="0"/>
                </a:spcBef>
                <a:spcAft>
                  <a:spcPts val="0"/>
                </a:spcAft>
                <a:buNone/>
              </a:pPr>
              <a:r>
                <a:rPr lang="en" sz="1000">
                  <a:solidFill>
                    <a:schemeClr val="dk1"/>
                  </a:solidFill>
                  <a:latin typeface="Inter SemiBold"/>
                  <a:ea typeface="Inter SemiBold"/>
                  <a:cs typeface="Inter SemiBold"/>
                  <a:sym typeface="Inter SemiBold"/>
                </a:rPr>
                <a:t>March</a:t>
              </a:r>
              <a:endParaRPr sz="1000">
                <a:solidFill>
                  <a:schemeClr val="dk1"/>
                </a:solidFill>
                <a:latin typeface="Inter SemiBold"/>
                <a:ea typeface="Inter SemiBold"/>
                <a:cs typeface="Inter SemiBold"/>
                <a:sym typeface="Inter SemiBold"/>
              </a:endParaRPr>
            </a:p>
          </p:txBody>
        </p:sp>
        <p:sp>
          <p:nvSpPr>
            <p:cNvPr id="381" name="Google Shape;381;p57"/>
            <p:cNvSpPr/>
            <p:nvPr/>
          </p:nvSpPr>
          <p:spPr>
            <a:xfrm>
              <a:off x="6853698" y="2412348"/>
              <a:ext cx="449400" cy="318900"/>
            </a:xfrm>
            <a:prstGeom prst="roundRect">
              <a:avLst>
                <a:gd fmla="val 0" name="adj"/>
              </a:avLst>
            </a:prstGeom>
            <a:noFill/>
            <a:ln>
              <a:noFill/>
            </a:ln>
          </p:spPr>
          <p:txBody>
            <a:bodyPr anchorCtr="0" anchor="ctr" bIns="45725" lIns="45725" spcFirstLastPara="1" rIns="45725" wrap="square" tIns="45725">
              <a:noAutofit/>
            </a:bodyPr>
            <a:lstStyle/>
            <a:p>
              <a:pPr indent="0" lvl="0" marL="0" rtl="0" algn="ctr">
                <a:spcBef>
                  <a:spcPts val="0"/>
                </a:spcBef>
                <a:spcAft>
                  <a:spcPts val="0"/>
                </a:spcAft>
                <a:buNone/>
              </a:pPr>
              <a:r>
                <a:rPr lang="en" sz="1000">
                  <a:solidFill>
                    <a:schemeClr val="dk1"/>
                  </a:solidFill>
                  <a:latin typeface="Inter SemiBold"/>
                  <a:ea typeface="Inter SemiBold"/>
                  <a:cs typeface="Inter SemiBold"/>
                  <a:sym typeface="Inter SemiBold"/>
                </a:rPr>
                <a:t>Feb</a:t>
              </a:r>
              <a:endParaRPr sz="1000">
                <a:solidFill>
                  <a:schemeClr val="dk1"/>
                </a:solidFill>
                <a:latin typeface="Inter SemiBold"/>
                <a:ea typeface="Inter SemiBold"/>
                <a:cs typeface="Inter SemiBold"/>
                <a:sym typeface="Inter SemiBold"/>
              </a:endParaRPr>
            </a:p>
          </p:txBody>
        </p:sp>
        <p:cxnSp>
          <p:nvCxnSpPr>
            <p:cNvPr id="382" name="Google Shape;382;p57"/>
            <p:cNvCxnSpPr/>
            <p:nvPr/>
          </p:nvCxnSpPr>
          <p:spPr>
            <a:xfrm>
              <a:off x="797162" y="2583374"/>
              <a:ext cx="317100" cy="0"/>
            </a:xfrm>
            <a:prstGeom prst="straightConnector1">
              <a:avLst/>
            </a:prstGeom>
            <a:noFill/>
            <a:ln cap="flat" cmpd="sng" w="9525">
              <a:solidFill>
                <a:schemeClr val="dk1"/>
              </a:solidFill>
              <a:prstDash val="dot"/>
              <a:round/>
              <a:headEnd len="med" w="med" type="none"/>
              <a:tailEnd len="med" w="med" type="none"/>
            </a:ln>
          </p:spPr>
        </p:cxnSp>
        <p:cxnSp>
          <p:nvCxnSpPr>
            <p:cNvPr id="383" name="Google Shape;383;p57"/>
            <p:cNvCxnSpPr/>
            <p:nvPr/>
          </p:nvCxnSpPr>
          <p:spPr>
            <a:xfrm>
              <a:off x="1517307" y="2583374"/>
              <a:ext cx="317100" cy="0"/>
            </a:xfrm>
            <a:prstGeom prst="straightConnector1">
              <a:avLst/>
            </a:prstGeom>
            <a:noFill/>
            <a:ln cap="flat" cmpd="sng" w="9525">
              <a:solidFill>
                <a:schemeClr val="dk1"/>
              </a:solidFill>
              <a:prstDash val="dot"/>
              <a:round/>
              <a:headEnd len="med" w="med" type="none"/>
              <a:tailEnd len="med" w="med" type="none"/>
            </a:ln>
          </p:spPr>
        </p:cxnSp>
        <p:cxnSp>
          <p:nvCxnSpPr>
            <p:cNvPr id="384" name="Google Shape;384;p57"/>
            <p:cNvCxnSpPr/>
            <p:nvPr/>
          </p:nvCxnSpPr>
          <p:spPr>
            <a:xfrm>
              <a:off x="1888798" y="2583374"/>
              <a:ext cx="317100" cy="0"/>
            </a:xfrm>
            <a:prstGeom prst="straightConnector1">
              <a:avLst/>
            </a:prstGeom>
            <a:noFill/>
            <a:ln cap="flat" cmpd="sng" w="9525">
              <a:solidFill>
                <a:schemeClr val="dk1"/>
              </a:solidFill>
              <a:prstDash val="dot"/>
              <a:round/>
              <a:headEnd len="med" w="med" type="none"/>
              <a:tailEnd len="med" w="med" type="none"/>
            </a:ln>
          </p:spPr>
        </p:cxnSp>
        <p:cxnSp>
          <p:nvCxnSpPr>
            <p:cNvPr id="385" name="Google Shape;385;p57"/>
            <p:cNvCxnSpPr/>
            <p:nvPr/>
          </p:nvCxnSpPr>
          <p:spPr>
            <a:xfrm>
              <a:off x="2957952" y="2583374"/>
              <a:ext cx="317100" cy="0"/>
            </a:xfrm>
            <a:prstGeom prst="straightConnector1">
              <a:avLst/>
            </a:prstGeom>
            <a:noFill/>
            <a:ln cap="flat" cmpd="sng" w="9525">
              <a:solidFill>
                <a:schemeClr val="dk1"/>
              </a:solidFill>
              <a:prstDash val="dot"/>
              <a:round/>
              <a:headEnd len="med" w="med" type="none"/>
              <a:tailEnd len="med" w="med" type="none"/>
            </a:ln>
          </p:spPr>
        </p:cxnSp>
        <p:cxnSp>
          <p:nvCxnSpPr>
            <p:cNvPr id="386" name="Google Shape;386;p57"/>
            <p:cNvCxnSpPr/>
            <p:nvPr/>
          </p:nvCxnSpPr>
          <p:spPr>
            <a:xfrm>
              <a:off x="3678288" y="2583374"/>
              <a:ext cx="317100" cy="0"/>
            </a:xfrm>
            <a:prstGeom prst="straightConnector1">
              <a:avLst/>
            </a:prstGeom>
            <a:noFill/>
            <a:ln cap="flat" cmpd="sng" w="9525">
              <a:solidFill>
                <a:schemeClr val="dk1"/>
              </a:solidFill>
              <a:prstDash val="dot"/>
              <a:round/>
              <a:headEnd len="med" w="med" type="none"/>
              <a:tailEnd len="med" w="med" type="none"/>
            </a:ln>
          </p:spPr>
        </p:cxnSp>
        <p:cxnSp>
          <p:nvCxnSpPr>
            <p:cNvPr id="387" name="Google Shape;387;p57"/>
            <p:cNvCxnSpPr/>
            <p:nvPr/>
          </p:nvCxnSpPr>
          <p:spPr>
            <a:xfrm>
              <a:off x="4398597" y="2583374"/>
              <a:ext cx="317100" cy="0"/>
            </a:xfrm>
            <a:prstGeom prst="straightConnector1">
              <a:avLst/>
            </a:prstGeom>
            <a:noFill/>
            <a:ln cap="flat" cmpd="sng" w="9525">
              <a:solidFill>
                <a:schemeClr val="dk1"/>
              </a:solidFill>
              <a:prstDash val="dot"/>
              <a:round/>
              <a:headEnd len="med" w="med" type="none"/>
              <a:tailEnd len="med" w="med" type="none"/>
            </a:ln>
          </p:spPr>
        </p:cxnSp>
        <p:cxnSp>
          <p:nvCxnSpPr>
            <p:cNvPr id="388" name="Google Shape;388;p57"/>
            <p:cNvCxnSpPr/>
            <p:nvPr/>
          </p:nvCxnSpPr>
          <p:spPr>
            <a:xfrm>
              <a:off x="5118947" y="2583374"/>
              <a:ext cx="317100" cy="0"/>
            </a:xfrm>
            <a:prstGeom prst="straightConnector1">
              <a:avLst/>
            </a:prstGeom>
            <a:noFill/>
            <a:ln cap="flat" cmpd="sng" w="9525">
              <a:solidFill>
                <a:schemeClr val="dk1"/>
              </a:solidFill>
              <a:prstDash val="dot"/>
              <a:round/>
              <a:headEnd len="med" w="med" type="none"/>
              <a:tailEnd len="med" w="med" type="none"/>
            </a:ln>
          </p:spPr>
        </p:cxnSp>
        <p:cxnSp>
          <p:nvCxnSpPr>
            <p:cNvPr id="389" name="Google Shape;389;p57"/>
            <p:cNvCxnSpPr/>
            <p:nvPr/>
          </p:nvCxnSpPr>
          <p:spPr>
            <a:xfrm>
              <a:off x="5839269" y="2583374"/>
              <a:ext cx="317100" cy="0"/>
            </a:xfrm>
            <a:prstGeom prst="straightConnector1">
              <a:avLst/>
            </a:prstGeom>
            <a:noFill/>
            <a:ln cap="flat" cmpd="sng" w="9525">
              <a:solidFill>
                <a:schemeClr val="dk1"/>
              </a:solidFill>
              <a:prstDash val="dot"/>
              <a:round/>
              <a:headEnd len="med" w="med" type="none"/>
              <a:tailEnd len="med" w="med" type="none"/>
            </a:ln>
          </p:spPr>
        </p:cxnSp>
        <p:cxnSp>
          <p:nvCxnSpPr>
            <p:cNvPr id="390" name="Google Shape;390;p57"/>
            <p:cNvCxnSpPr/>
            <p:nvPr/>
          </p:nvCxnSpPr>
          <p:spPr>
            <a:xfrm>
              <a:off x="6559592" y="2583374"/>
              <a:ext cx="317100" cy="0"/>
            </a:xfrm>
            <a:prstGeom prst="straightConnector1">
              <a:avLst/>
            </a:prstGeom>
            <a:noFill/>
            <a:ln cap="flat" cmpd="sng" w="9525">
              <a:solidFill>
                <a:schemeClr val="dk1"/>
              </a:solidFill>
              <a:prstDash val="dot"/>
              <a:round/>
              <a:headEnd len="med" w="med" type="none"/>
              <a:tailEnd len="med" w="med" type="none"/>
            </a:ln>
          </p:spPr>
        </p:cxnSp>
        <p:cxnSp>
          <p:nvCxnSpPr>
            <p:cNvPr id="391" name="Google Shape;391;p57"/>
            <p:cNvCxnSpPr/>
            <p:nvPr/>
          </p:nvCxnSpPr>
          <p:spPr>
            <a:xfrm>
              <a:off x="7252286" y="2583374"/>
              <a:ext cx="317100" cy="0"/>
            </a:xfrm>
            <a:prstGeom prst="straightConnector1">
              <a:avLst/>
            </a:prstGeom>
            <a:noFill/>
            <a:ln cap="flat" cmpd="sng" w="9525">
              <a:solidFill>
                <a:schemeClr val="dk1"/>
              </a:solidFill>
              <a:prstDash val="dot"/>
              <a:round/>
              <a:headEnd len="med" w="med" type="none"/>
              <a:tailEnd len="med" w="med" type="none"/>
            </a:ln>
          </p:spPr>
        </p:cxnSp>
        <p:cxnSp>
          <p:nvCxnSpPr>
            <p:cNvPr id="392" name="Google Shape;392;p57"/>
            <p:cNvCxnSpPr/>
            <p:nvPr/>
          </p:nvCxnSpPr>
          <p:spPr>
            <a:xfrm>
              <a:off x="8038537" y="2583374"/>
              <a:ext cx="317100" cy="0"/>
            </a:xfrm>
            <a:prstGeom prst="straightConnector1">
              <a:avLst/>
            </a:prstGeom>
            <a:noFill/>
            <a:ln cap="flat" cmpd="sng" w="9525">
              <a:solidFill>
                <a:schemeClr val="dk1"/>
              </a:solidFill>
              <a:prstDash val="dot"/>
              <a:round/>
              <a:headEnd len="med" w="med" type="none"/>
              <a:tailEnd len="med" w="med" type="none"/>
            </a:ln>
          </p:spPr>
        </p:cxnSp>
        <p:sp>
          <p:nvSpPr>
            <p:cNvPr id="393" name="Google Shape;393;p57"/>
            <p:cNvSpPr/>
            <p:nvPr/>
          </p:nvSpPr>
          <p:spPr>
            <a:xfrm>
              <a:off x="8294345" y="2412338"/>
              <a:ext cx="512400" cy="318900"/>
            </a:xfrm>
            <a:prstGeom prst="roundRect">
              <a:avLst>
                <a:gd fmla="val 0" name="adj"/>
              </a:avLst>
            </a:prstGeom>
            <a:noFill/>
            <a:ln>
              <a:noFill/>
            </a:ln>
          </p:spPr>
          <p:txBody>
            <a:bodyPr anchorCtr="0" anchor="ctr" bIns="45725" lIns="45725" spcFirstLastPara="1" rIns="45725" wrap="square" tIns="45725">
              <a:noAutofit/>
            </a:bodyPr>
            <a:lstStyle/>
            <a:p>
              <a:pPr indent="0" lvl="0" marL="0" rtl="0" algn="ctr">
                <a:spcBef>
                  <a:spcPts val="0"/>
                </a:spcBef>
                <a:spcAft>
                  <a:spcPts val="0"/>
                </a:spcAft>
                <a:buNone/>
              </a:pPr>
              <a:r>
                <a:rPr lang="en" sz="1000">
                  <a:solidFill>
                    <a:schemeClr val="dk1"/>
                  </a:solidFill>
                  <a:latin typeface="Inter SemiBold"/>
                  <a:ea typeface="Inter SemiBold"/>
                  <a:cs typeface="Inter SemiBold"/>
                  <a:sym typeface="Inter SemiBold"/>
                </a:rPr>
                <a:t>April</a:t>
              </a:r>
              <a:endParaRPr sz="1000">
                <a:solidFill>
                  <a:schemeClr val="dk1"/>
                </a:solidFill>
                <a:latin typeface="Inter SemiBold"/>
                <a:ea typeface="Inter SemiBold"/>
                <a:cs typeface="Inter SemiBold"/>
                <a:sym typeface="Inter SemiBold"/>
              </a:endParaRPr>
            </a:p>
          </p:txBody>
        </p:sp>
      </p:grpSp>
      <p:cxnSp>
        <p:nvCxnSpPr>
          <p:cNvPr id="394" name="Google Shape;394;p57"/>
          <p:cNvCxnSpPr/>
          <p:nvPr/>
        </p:nvCxnSpPr>
        <p:spPr>
          <a:xfrm rot="10800000">
            <a:off x="5368847" y="2283488"/>
            <a:ext cx="0" cy="1650600"/>
          </a:xfrm>
          <a:prstGeom prst="straightConnector1">
            <a:avLst/>
          </a:prstGeom>
          <a:noFill/>
          <a:ln cap="flat" cmpd="sng" w="19050">
            <a:solidFill>
              <a:schemeClr val="dk1"/>
            </a:solidFill>
            <a:prstDash val="solid"/>
            <a:round/>
            <a:headEnd len="med" w="med" type="none"/>
            <a:tailEnd len="med" w="med" type="oval"/>
          </a:ln>
        </p:spPr>
      </p:cxnSp>
      <p:sp>
        <p:nvSpPr>
          <p:cNvPr id="395" name="Google Shape;395;p57"/>
          <p:cNvSpPr txBox="1"/>
          <p:nvPr/>
        </p:nvSpPr>
        <p:spPr>
          <a:xfrm>
            <a:off x="4629378" y="3934088"/>
            <a:ext cx="1494300" cy="6201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None/>
            </a:pPr>
            <a:r>
              <a:rPr lang="en" sz="1000">
                <a:solidFill>
                  <a:schemeClr val="dk1"/>
                </a:solidFill>
                <a:latin typeface="Inter"/>
                <a:ea typeface="Inter"/>
                <a:cs typeface="Inter"/>
                <a:sym typeface="Inter"/>
              </a:rPr>
              <a:t>BERT released (2018)</a:t>
            </a:r>
            <a:endParaRPr sz="1000">
              <a:solidFill>
                <a:schemeClr val="dk1"/>
              </a:solidFill>
              <a:latin typeface="Inter"/>
              <a:ea typeface="Inter"/>
              <a:cs typeface="Inter"/>
              <a:sym typeface="Inter"/>
            </a:endParaRPr>
          </a:p>
        </p:txBody>
      </p:sp>
      <p:cxnSp>
        <p:nvCxnSpPr>
          <p:cNvPr id="396" name="Google Shape;396;p57"/>
          <p:cNvCxnSpPr/>
          <p:nvPr/>
        </p:nvCxnSpPr>
        <p:spPr>
          <a:xfrm>
            <a:off x="5209425" y="1216369"/>
            <a:ext cx="0" cy="956400"/>
          </a:xfrm>
          <a:prstGeom prst="straightConnector1">
            <a:avLst/>
          </a:prstGeom>
          <a:noFill/>
          <a:ln cap="flat" cmpd="sng" w="19050">
            <a:solidFill>
              <a:schemeClr val="dk1"/>
            </a:solidFill>
            <a:prstDash val="solid"/>
            <a:round/>
            <a:headEnd len="med" w="med" type="none"/>
            <a:tailEnd len="med" w="med" type="oval"/>
          </a:ln>
        </p:spPr>
      </p:cxnSp>
      <p:sp>
        <p:nvSpPr>
          <p:cNvPr id="397" name="Google Shape;397;p57"/>
          <p:cNvSpPr txBox="1"/>
          <p:nvPr/>
        </p:nvSpPr>
        <p:spPr>
          <a:xfrm>
            <a:off x="4489677" y="689325"/>
            <a:ext cx="1364100" cy="6201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None/>
            </a:pPr>
            <a:r>
              <a:rPr lang="en" sz="1000">
                <a:solidFill>
                  <a:schemeClr val="dk1"/>
                </a:solidFill>
                <a:latin typeface="Inter"/>
                <a:ea typeface="Inter"/>
                <a:cs typeface="Inter"/>
                <a:sym typeface="Inter"/>
              </a:rPr>
              <a:t>Transformer architecture introduced (2017)</a:t>
            </a:r>
            <a:endParaRPr sz="1000">
              <a:solidFill>
                <a:schemeClr val="dk1"/>
              </a:solidFill>
              <a:latin typeface="Inter"/>
              <a:ea typeface="Inter"/>
              <a:cs typeface="Inter"/>
              <a:sym typeface="Inter"/>
            </a:endParaRPr>
          </a:p>
        </p:txBody>
      </p:sp>
      <p:cxnSp>
        <p:nvCxnSpPr>
          <p:cNvPr id="398" name="Google Shape;398;p57"/>
          <p:cNvCxnSpPr/>
          <p:nvPr/>
        </p:nvCxnSpPr>
        <p:spPr>
          <a:xfrm flipH="1">
            <a:off x="6015096" y="770225"/>
            <a:ext cx="9300" cy="1402500"/>
          </a:xfrm>
          <a:prstGeom prst="straightConnector1">
            <a:avLst/>
          </a:prstGeom>
          <a:noFill/>
          <a:ln cap="flat" cmpd="sng" w="19050">
            <a:solidFill>
              <a:schemeClr val="dk1"/>
            </a:solidFill>
            <a:prstDash val="solid"/>
            <a:round/>
            <a:headEnd len="med" w="med" type="none"/>
            <a:tailEnd len="med" w="med" type="oval"/>
          </a:ln>
        </p:spPr>
      </p:cxnSp>
      <p:sp>
        <p:nvSpPr>
          <p:cNvPr id="399" name="Google Shape;399;p57"/>
          <p:cNvSpPr txBox="1"/>
          <p:nvPr/>
        </p:nvSpPr>
        <p:spPr>
          <a:xfrm>
            <a:off x="5404076" y="308325"/>
            <a:ext cx="1494300" cy="6201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None/>
            </a:pPr>
            <a:r>
              <a:rPr lang="en" sz="1000">
                <a:solidFill>
                  <a:schemeClr val="dk1"/>
                </a:solidFill>
                <a:latin typeface="Inter"/>
                <a:ea typeface="Inter"/>
                <a:cs typeface="Inter"/>
                <a:sym typeface="Inter"/>
              </a:rPr>
              <a:t>ChatGPT GPT-4 released (March 2023)</a:t>
            </a:r>
            <a:endParaRPr sz="1000">
              <a:solidFill>
                <a:schemeClr val="dk1"/>
              </a:solidFill>
              <a:latin typeface="Inter"/>
              <a:ea typeface="Inter"/>
              <a:cs typeface="Inter"/>
              <a:sym typeface="Inter"/>
            </a:endParaRPr>
          </a:p>
        </p:txBody>
      </p:sp>
      <p:cxnSp>
        <p:nvCxnSpPr>
          <p:cNvPr id="400" name="Google Shape;400;p57"/>
          <p:cNvCxnSpPr/>
          <p:nvPr/>
        </p:nvCxnSpPr>
        <p:spPr>
          <a:xfrm rot="10800000">
            <a:off x="6747325" y="2283400"/>
            <a:ext cx="2400" cy="1754100"/>
          </a:xfrm>
          <a:prstGeom prst="straightConnector1">
            <a:avLst/>
          </a:prstGeom>
          <a:noFill/>
          <a:ln cap="flat" cmpd="sng" w="19050">
            <a:solidFill>
              <a:schemeClr val="dk1"/>
            </a:solidFill>
            <a:prstDash val="solid"/>
            <a:round/>
            <a:headEnd len="med" w="med" type="none"/>
            <a:tailEnd len="med" w="med" type="oval"/>
          </a:ln>
        </p:spPr>
      </p:cxnSp>
      <p:cxnSp>
        <p:nvCxnSpPr>
          <p:cNvPr id="401" name="Google Shape;401;p57"/>
          <p:cNvCxnSpPr/>
          <p:nvPr/>
        </p:nvCxnSpPr>
        <p:spPr>
          <a:xfrm flipH="1">
            <a:off x="6172461" y="1474150"/>
            <a:ext cx="6600" cy="698700"/>
          </a:xfrm>
          <a:prstGeom prst="straightConnector1">
            <a:avLst/>
          </a:prstGeom>
          <a:noFill/>
          <a:ln cap="flat" cmpd="sng" w="19050">
            <a:solidFill>
              <a:schemeClr val="dk1"/>
            </a:solidFill>
            <a:prstDash val="solid"/>
            <a:round/>
            <a:headEnd len="med" w="med" type="none"/>
            <a:tailEnd len="med" w="med" type="oval"/>
          </a:ln>
        </p:spPr>
      </p:cxnSp>
      <p:sp>
        <p:nvSpPr>
          <p:cNvPr id="402" name="Google Shape;402;p57"/>
          <p:cNvSpPr txBox="1"/>
          <p:nvPr/>
        </p:nvSpPr>
        <p:spPr>
          <a:xfrm>
            <a:off x="6008139" y="1070325"/>
            <a:ext cx="1364100" cy="6201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None/>
            </a:pPr>
            <a:r>
              <a:rPr lang="en" sz="1000">
                <a:solidFill>
                  <a:schemeClr val="dk1"/>
                </a:solidFill>
                <a:latin typeface="Inter"/>
                <a:ea typeface="Inter"/>
                <a:cs typeface="Inter"/>
                <a:sym typeface="Inter"/>
              </a:rPr>
              <a:t>ColPali </a:t>
            </a:r>
            <a:r>
              <a:rPr lang="en" sz="1000">
                <a:solidFill>
                  <a:schemeClr val="dk1"/>
                </a:solidFill>
                <a:latin typeface="Inter"/>
                <a:ea typeface="Inter"/>
                <a:cs typeface="Inter"/>
                <a:sym typeface="Inter"/>
              </a:rPr>
              <a:t>release</a:t>
            </a:r>
            <a:r>
              <a:rPr lang="en" sz="1000">
                <a:solidFill>
                  <a:schemeClr val="dk1"/>
                </a:solidFill>
                <a:latin typeface="Inter"/>
                <a:ea typeface="Inter"/>
                <a:cs typeface="Inter"/>
                <a:sym typeface="Inter"/>
              </a:rPr>
              <a:t> (Jun 2024)</a:t>
            </a:r>
            <a:endParaRPr sz="1000">
              <a:solidFill>
                <a:schemeClr val="dk1"/>
              </a:solidFill>
              <a:latin typeface="Inter"/>
              <a:ea typeface="Inter"/>
              <a:cs typeface="Inter"/>
              <a:sym typeface="Inter"/>
            </a:endParaRPr>
          </a:p>
        </p:txBody>
      </p:sp>
      <p:sp>
        <p:nvSpPr>
          <p:cNvPr id="403" name="Google Shape;403;p57"/>
          <p:cNvSpPr txBox="1"/>
          <p:nvPr/>
        </p:nvSpPr>
        <p:spPr>
          <a:xfrm>
            <a:off x="6914550" y="3402238"/>
            <a:ext cx="1494300" cy="6201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None/>
            </a:pPr>
            <a:r>
              <a:rPr lang="en" sz="1000">
                <a:solidFill>
                  <a:schemeClr val="dk1"/>
                </a:solidFill>
                <a:latin typeface="Inter"/>
                <a:ea typeface="Inter"/>
                <a:cs typeface="Inter"/>
                <a:sym typeface="Inter"/>
              </a:rPr>
              <a:t>ViDoRAG (25 Feb)</a:t>
            </a:r>
            <a:endParaRPr sz="1000">
              <a:solidFill>
                <a:schemeClr val="dk1"/>
              </a:solidFill>
              <a:latin typeface="Inter"/>
              <a:ea typeface="Inter"/>
              <a:cs typeface="Inter"/>
              <a:sym typeface="Inter"/>
            </a:endParaRPr>
          </a:p>
        </p:txBody>
      </p:sp>
      <p:cxnSp>
        <p:nvCxnSpPr>
          <p:cNvPr id="404" name="Google Shape;404;p57"/>
          <p:cNvCxnSpPr/>
          <p:nvPr/>
        </p:nvCxnSpPr>
        <p:spPr>
          <a:xfrm flipH="1">
            <a:off x="8229861" y="1474150"/>
            <a:ext cx="6600" cy="698700"/>
          </a:xfrm>
          <a:prstGeom prst="straightConnector1">
            <a:avLst/>
          </a:prstGeom>
          <a:noFill/>
          <a:ln cap="flat" cmpd="sng" w="19050">
            <a:solidFill>
              <a:schemeClr val="dk1"/>
            </a:solidFill>
            <a:prstDash val="solid"/>
            <a:round/>
            <a:headEnd len="med" w="med" type="none"/>
            <a:tailEnd len="med" w="med" type="oval"/>
          </a:ln>
        </p:spPr>
      </p:cxnSp>
      <p:sp>
        <p:nvSpPr>
          <p:cNvPr id="405" name="Google Shape;405;p57"/>
          <p:cNvSpPr txBox="1"/>
          <p:nvPr/>
        </p:nvSpPr>
        <p:spPr>
          <a:xfrm>
            <a:off x="7760739" y="1222725"/>
            <a:ext cx="1364100" cy="6201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None/>
            </a:pPr>
            <a:r>
              <a:rPr b="1" i="1" lang="en" sz="1000">
                <a:solidFill>
                  <a:schemeClr val="dk1"/>
                </a:solidFill>
                <a:latin typeface="Inter"/>
                <a:ea typeface="Inter"/>
                <a:cs typeface="Inter"/>
                <a:sym typeface="Inter"/>
              </a:rPr>
              <a:t>RIGHT NOW</a:t>
            </a:r>
            <a:endParaRPr b="1" i="1" sz="1000">
              <a:solidFill>
                <a:schemeClr val="dk1"/>
              </a:solidFill>
              <a:latin typeface="Inter"/>
              <a:ea typeface="Inter"/>
              <a:cs typeface="Inter"/>
              <a:sym typeface="Inte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58"/>
          <p:cNvSpPr/>
          <p:nvPr/>
        </p:nvSpPr>
        <p:spPr>
          <a:xfrm>
            <a:off x="268493" y="2412300"/>
            <a:ext cx="1770600" cy="318900"/>
          </a:xfrm>
          <a:prstGeom prst="roundRect">
            <a:avLst>
              <a:gd fmla="val 50000" name="adj"/>
            </a:avLst>
          </a:prstGeom>
          <a:noFill/>
          <a:ln cap="flat" cmpd="sng" w="9525">
            <a:solidFill>
              <a:schemeClr val="dk1"/>
            </a:solidFill>
            <a:prstDash val="solid"/>
            <a:round/>
            <a:headEnd len="sm" w="sm" type="none"/>
            <a:tailEnd len="sm" w="sm" type="none"/>
          </a:ln>
        </p:spPr>
        <p:txBody>
          <a:bodyPr anchorCtr="0" anchor="ctr" bIns="45725" lIns="45725" spcFirstLastPara="1" rIns="45725" wrap="square" tIns="45725">
            <a:noAutofit/>
          </a:bodyPr>
          <a:lstStyle/>
          <a:p>
            <a:pPr indent="0" lvl="0" marL="0" rtl="0" algn="ctr">
              <a:lnSpc>
                <a:spcPct val="115000"/>
              </a:lnSpc>
              <a:spcBef>
                <a:spcPts val="600"/>
              </a:spcBef>
              <a:spcAft>
                <a:spcPts val="600"/>
              </a:spcAft>
              <a:buClr>
                <a:srgbClr val="000000"/>
              </a:buClr>
              <a:buSzPts val="600"/>
              <a:buFont typeface="Arial"/>
              <a:buNone/>
            </a:pPr>
            <a:r>
              <a:rPr b="1" lang="en" sz="1000">
                <a:solidFill>
                  <a:schemeClr val="dk1"/>
                </a:solidFill>
                <a:latin typeface="Roboto Mono"/>
                <a:ea typeface="Roboto Mono"/>
                <a:cs typeface="Roboto Mono"/>
                <a:sym typeface="Roboto Mono"/>
              </a:rPr>
              <a:t>What is RAG?</a:t>
            </a:r>
            <a:endParaRPr b="1" sz="1000">
              <a:solidFill>
                <a:schemeClr val="dk1"/>
              </a:solidFill>
              <a:latin typeface="Roboto Mono"/>
              <a:ea typeface="Roboto Mono"/>
              <a:cs typeface="Roboto Mono"/>
              <a:sym typeface="Roboto Mono"/>
            </a:endParaRPr>
          </a:p>
        </p:txBody>
      </p:sp>
      <p:sp>
        <p:nvSpPr>
          <p:cNvPr id="411" name="Google Shape;411;p58"/>
          <p:cNvSpPr txBox="1"/>
          <p:nvPr/>
        </p:nvSpPr>
        <p:spPr>
          <a:xfrm>
            <a:off x="226525" y="164380"/>
            <a:ext cx="1647300" cy="238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600">
                <a:solidFill>
                  <a:schemeClr val="dk1"/>
                </a:solidFill>
                <a:latin typeface="Roboto Mono"/>
                <a:ea typeface="Roboto Mono"/>
                <a:cs typeface="Roboto Mono"/>
                <a:sym typeface="Roboto Mono"/>
              </a:rPr>
              <a:t>RAG IS</a:t>
            </a:r>
            <a:endParaRPr sz="600">
              <a:solidFill>
                <a:schemeClr val="dk1"/>
              </a:solidFill>
              <a:latin typeface="Roboto Mono"/>
              <a:ea typeface="Roboto Mono"/>
              <a:cs typeface="Roboto Mono"/>
              <a:sym typeface="Roboto Mono"/>
            </a:endParaRPr>
          </a:p>
        </p:txBody>
      </p:sp>
      <p:sp>
        <p:nvSpPr>
          <p:cNvPr id="412" name="Google Shape;412;p58"/>
          <p:cNvSpPr txBox="1"/>
          <p:nvPr/>
        </p:nvSpPr>
        <p:spPr>
          <a:xfrm>
            <a:off x="7234267" y="164380"/>
            <a:ext cx="1647300" cy="238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600">
                <a:solidFill>
                  <a:schemeClr val="dk1"/>
                </a:solidFill>
                <a:latin typeface="Roboto Mono"/>
                <a:ea typeface="Roboto Mono"/>
                <a:cs typeface="Roboto Mono"/>
                <a:sym typeface="Roboto Mono"/>
              </a:rPr>
              <a:t>THE FUTURE</a:t>
            </a:r>
            <a:endParaRPr sz="600">
              <a:solidFill>
                <a:schemeClr val="dk1"/>
              </a:solidFill>
              <a:latin typeface="Roboto Mono"/>
              <a:ea typeface="Roboto Mono"/>
              <a:cs typeface="Roboto Mono"/>
              <a:sym typeface="Roboto Mono"/>
            </a:endParaRPr>
          </a:p>
        </p:txBody>
      </p:sp>
      <p:pic>
        <p:nvPicPr>
          <p:cNvPr descr="Retrieval Augmented Generation (RAG) for LLMs | Prompt Engineering  Guide&lt;!-- --&gt;" id="413" name="Google Shape;413;p58"/>
          <p:cNvPicPr preferRelativeResize="0"/>
          <p:nvPr/>
        </p:nvPicPr>
        <p:blipFill>
          <a:blip r:embed="rId3">
            <a:alphaModFix/>
          </a:blip>
          <a:stretch>
            <a:fillRect/>
          </a:stretch>
        </p:blipFill>
        <p:spPr>
          <a:xfrm>
            <a:off x="2196050" y="542825"/>
            <a:ext cx="6733099" cy="3969300"/>
          </a:xfrm>
          <a:prstGeom prst="rect">
            <a:avLst/>
          </a:prstGeom>
          <a:noFill/>
          <a:ln>
            <a:noFill/>
          </a:ln>
        </p:spPr>
      </p:pic>
      <p:sp>
        <p:nvSpPr>
          <p:cNvPr id="414" name="Google Shape;414;p58"/>
          <p:cNvSpPr txBox="1"/>
          <p:nvPr/>
        </p:nvSpPr>
        <p:spPr>
          <a:xfrm>
            <a:off x="2257325" y="4562575"/>
            <a:ext cx="56562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u="sng">
                <a:solidFill>
                  <a:schemeClr val="hlink"/>
                </a:solidFill>
                <a:latin typeface="Inter"/>
                <a:ea typeface="Inter"/>
                <a:cs typeface="Inter"/>
                <a:sym typeface="Inter"/>
                <a:hlinkClick r:id="rId4"/>
              </a:rPr>
              <a:t>https://www.promptingguide.ai/research/rag</a:t>
            </a:r>
            <a:endParaRPr sz="1000">
              <a:solidFill>
                <a:schemeClr val="dk1"/>
              </a:solidFill>
              <a:latin typeface="Inter"/>
              <a:ea typeface="Inter"/>
              <a:cs typeface="Inter"/>
              <a:sym typeface="Inte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59"/>
          <p:cNvSpPr/>
          <p:nvPr/>
        </p:nvSpPr>
        <p:spPr>
          <a:xfrm>
            <a:off x="268493" y="2412300"/>
            <a:ext cx="1770600" cy="318900"/>
          </a:xfrm>
          <a:prstGeom prst="roundRect">
            <a:avLst>
              <a:gd fmla="val 50000" name="adj"/>
            </a:avLst>
          </a:prstGeom>
          <a:noFill/>
          <a:ln cap="flat" cmpd="sng" w="9525">
            <a:solidFill>
              <a:schemeClr val="dk1"/>
            </a:solidFill>
            <a:prstDash val="solid"/>
            <a:round/>
            <a:headEnd len="sm" w="sm" type="none"/>
            <a:tailEnd len="sm" w="sm" type="none"/>
          </a:ln>
        </p:spPr>
        <p:txBody>
          <a:bodyPr anchorCtr="0" anchor="ctr" bIns="45725" lIns="45725" spcFirstLastPara="1" rIns="45725" wrap="square" tIns="45725">
            <a:noAutofit/>
          </a:bodyPr>
          <a:lstStyle/>
          <a:p>
            <a:pPr indent="0" lvl="0" marL="0" rtl="0" algn="ctr">
              <a:lnSpc>
                <a:spcPct val="115000"/>
              </a:lnSpc>
              <a:spcBef>
                <a:spcPts val="600"/>
              </a:spcBef>
              <a:spcAft>
                <a:spcPts val="600"/>
              </a:spcAft>
              <a:buClr>
                <a:srgbClr val="000000"/>
              </a:buClr>
              <a:buSzPts val="600"/>
              <a:buFont typeface="Arial"/>
              <a:buNone/>
            </a:pPr>
            <a:r>
              <a:rPr b="1" lang="en" sz="1000">
                <a:solidFill>
                  <a:schemeClr val="dk1"/>
                </a:solidFill>
                <a:latin typeface="Roboto Mono"/>
                <a:ea typeface="Roboto Mono"/>
                <a:cs typeface="Roboto Mono"/>
                <a:sym typeface="Roboto Mono"/>
              </a:rPr>
              <a:t>Retrieved Document</a:t>
            </a:r>
            <a:endParaRPr b="1" sz="1000">
              <a:solidFill>
                <a:schemeClr val="dk1"/>
              </a:solidFill>
              <a:latin typeface="Roboto Mono"/>
              <a:ea typeface="Roboto Mono"/>
              <a:cs typeface="Roboto Mono"/>
              <a:sym typeface="Roboto Mono"/>
            </a:endParaRPr>
          </a:p>
        </p:txBody>
      </p:sp>
      <p:sp>
        <p:nvSpPr>
          <p:cNvPr id="420" name="Google Shape;420;p59"/>
          <p:cNvSpPr txBox="1"/>
          <p:nvPr/>
        </p:nvSpPr>
        <p:spPr>
          <a:xfrm>
            <a:off x="226525" y="164380"/>
            <a:ext cx="1647300" cy="238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600">
                <a:solidFill>
                  <a:schemeClr val="dk1"/>
                </a:solidFill>
                <a:latin typeface="Roboto Mono"/>
                <a:ea typeface="Roboto Mono"/>
                <a:cs typeface="Roboto Mono"/>
                <a:sym typeface="Roboto Mono"/>
              </a:rPr>
              <a:t>RAG IS</a:t>
            </a:r>
            <a:endParaRPr sz="600">
              <a:solidFill>
                <a:schemeClr val="dk1"/>
              </a:solidFill>
              <a:latin typeface="Roboto Mono"/>
              <a:ea typeface="Roboto Mono"/>
              <a:cs typeface="Roboto Mono"/>
              <a:sym typeface="Roboto Mono"/>
            </a:endParaRPr>
          </a:p>
        </p:txBody>
      </p:sp>
      <p:sp>
        <p:nvSpPr>
          <p:cNvPr id="421" name="Google Shape;421;p59"/>
          <p:cNvSpPr txBox="1"/>
          <p:nvPr/>
        </p:nvSpPr>
        <p:spPr>
          <a:xfrm>
            <a:off x="7234267" y="164380"/>
            <a:ext cx="1647300" cy="238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600">
                <a:solidFill>
                  <a:schemeClr val="dk1"/>
                </a:solidFill>
                <a:latin typeface="Roboto Mono"/>
                <a:ea typeface="Roboto Mono"/>
                <a:cs typeface="Roboto Mono"/>
                <a:sym typeface="Roboto Mono"/>
              </a:rPr>
              <a:t>THE FUTURE</a:t>
            </a:r>
            <a:endParaRPr sz="600">
              <a:solidFill>
                <a:schemeClr val="dk1"/>
              </a:solidFill>
              <a:latin typeface="Roboto Mono"/>
              <a:ea typeface="Roboto Mono"/>
              <a:cs typeface="Roboto Mono"/>
              <a:sym typeface="Roboto Mono"/>
            </a:endParaRPr>
          </a:p>
        </p:txBody>
      </p:sp>
      <p:pic>
        <p:nvPicPr>
          <p:cNvPr id="422" name="Google Shape;422;p59" title="NYSE_CVX_2021_46.jpg"/>
          <p:cNvPicPr preferRelativeResize="0"/>
          <p:nvPr/>
        </p:nvPicPr>
        <p:blipFill>
          <a:blip r:embed="rId3">
            <a:alphaModFix/>
          </a:blip>
          <a:stretch>
            <a:fillRect/>
          </a:stretch>
        </p:blipFill>
        <p:spPr>
          <a:xfrm>
            <a:off x="2375439" y="0"/>
            <a:ext cx="3974522" cy="5143499"/>
          </a:xfrm>
          <a:prstGeom prst="rect">
            <a:avLst/>
          </a:prstGeom>
          <a:noFill/>
          <a:ln>
            <a:noFill/>
          </a:ln>
        </p:spPr>
      </p:pic>
      <p:pic>
        <p:nvPicPr>
          <p:cNvPr id="423" name="Google Shape;423;p59" title="OTC_TCS_2020_0.jpg"/>
          <p:cNvPicPr preferRelativeResize="0"/>
          <p:nvPr/>
        </p:nvPicPr>
        <p:blipFill>
          <a:blip r:embed="rId4">
            <a:alphaModFix/>
          </a:blip>
          <a:stretch>
            <a:fillRect/>
          </a:stretch>
        </p:blipFill>
        <p:spPr>
          <a:xfrm>
            <a:off x="3971425" y="1839001"/>
            <a:ext cx="5042101" cy="28432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60"/>
          <p:cNvSpPr/>
          <p:nvPr/>
        </p:nvSpPr>
        <p:spPr>
          <a:xfrm>
            <a:off x="268493" y="2412300"/>
            <a:ext cx="1770600" cy="318900"/>
          </a:xfrm>
          <a:prstGeom prst="roundRect">
            <a:avLst>
              <a:gd fmla="val 50000" name="adj"/>
            </a:avLst>
          </a:prstGeom>
          <a:noFill/>
          <a:ln cap="flat" cmpd="sng" w="9525">
            <a:solidFill>
              <a:schemeClr val="dk1"/>
            </a:solidFill>
            <a:prstDash val="solid"/>
            <a:round/>
            <a:headEnd len="sm" w="sm" type="none"/>
            <a:tailEnd len="sm" w="sm" type="none"/>
          </a:ln>
        </p:spPr>
        <p:txBody>
          <a:bodyPr anchorCtr="0" anchor="ctr" bIns="45725" lIns="45725" spcFirstLastPara="1" rIns="45725" wrap="square" tIns="45725">
            <a:noAutofit/>
          </a:bodyPr>
          <a:lstStyle/>
          <a:p>
            <a:pPr indent="0" lvl="0" marL="0" rtl="0" algn="ctr">
              <a:lnSpc>
                <a:spcPct val="115000"/>
              </a:lnSpc>
              <a:spcBef>
                <a:spcPts val="600"/>
              </a:spcBef>
              <a:spcAft>
                <a:spcPts val="600"/>
              </a:spcAft>
              <a:buClr>
                <a:srgbClr val="000000"/>
              </a:buClr>
              <a:buSzPts val="600"/>
              <a:buFont typeface="Arial"/>
              <a:buNone/>
            </a:pPr>
            <a:r>
              <a:rPr b="1" lang="en" sz="1000">
                <a:solidFill>
                  <a:schemeClr val="dk1"/>
                </a:solidFill>
                <a:latin typeface="Roboto Mono"/>
                <a:ea typeface="Roboto Mono"/>
                <a:cs typeface="Roboto Mono"/>
                <a:sym typeface="Roboto Mono"/>
              </a:rPr>
              <a:t>Retrieved Document</a:t>
            </a:r>
            <a:endParaRPr b="1" sz="1000">
              <a:solidFill>
                <a:schemeClr val="dk1"/>
              </a:solidFill>
              <a:latin typeface="Roboto Mono"/>
              <a:ea typeface="Roboto Mono"/>
              <a:cs typeface="Roboto Mono"/>
              <a:sym typeface="Roboto Mono"/>
            </a:endParaRPr>
          </a:p>
        </p:txBody>
      </p:sp>
      <p:sp>
        <p:nvSpPr>
          <p:cNvPr id="429" name="Google Shape;429;p60"/>
          <p:cNvSpPr txBox="1"/>
          <p:nvPr/>
        </p:nvSpPr>
        <p:spPr>
          <a:xfrm>
            <a:off x="226525" y="164380"/>
            <a:ext cx="1647300" cy="238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600">
                <a:solidFill>
                  <a:schemeClr val="dk1"/>
                </a:solidFill>
                <a:latin typeface="Roboto Mono"/>
                <a:ea typeface="Roboto Mono"/>
                <a:cs typeface="Roboto Mono"/>
                <a:sym typeface="Roboto Mono"/>
              </a:rPr>
              <a:t>RAG IS</a:t>
            </a:r>
            <a:endParaRPr sz="600">
              <a:solidFill>
                <a:schemeClr val="dk1"/>
              </a:solidFill>
              <a:latin typeface="Roboto Mono"/>
              <a:ea typeface="Roboto Mono"/>
              <a:cs typeface="Roboto Mono"/>
              <a:sym typeface="Roboto Mono"/>
            </a:endParaRPr>
          </a:p>
        </p:txBody>
      </p:sp>
      <p:sp>
        <p:nvSpPr>
          <p:cNvPr id="430" name="Google Shape;430;p60"/>
          <p:cNvSpPr txBox="1"/>
          <p:nvPr/>
        </p:nvSpPr>
        <p:spPr>
          <a:xfrm>
            <a:off x="7234267" y="164380"/>
            <a:ext cx="1647300" cy="238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600">
                <a:solidFill>
                  <a:schemeClr val="dk1"/>
                </a:solidFill>
                <a:latin typeface="Roboto Mono"/>
                <a:ea typeface="Roboto Mono"/>
                <a:cs typeface="Roboto Mono"/>
                <a:sym typeface="Roboto Mono"/>
              </a:rPr>
              <a:t>THE FUTURE</a:t>
            </a:r>
            <a:endParaRPr sz="600">
              <a:solidFill>
                <a:schemeClr val="dk1"/>
              </a:solidFill>
              <a:latin typeface="Roboto Mono"/>
              <a:ea typeface="Roboto Mono"/>
              <a:cs typeface="Roboto Mono"/>
              <a:sym typeface="Roboto Mono"/>
            </a:endParaRPr>
          </a:p>
        </p:txBody>
      </p:sp>
      <p:pic>
        <p:nvPicPr>
          <p:cNvPr id="431" name="Google Shape;431;p60"/>
          <p:cNvPicPr preferRelativeResize="0"/>
          <p:nvPr/>
        </p:nvPicPr>
        <p:blipFill>
          <a:blip r:embed="rId3">
            <a:alphaModFix/>
          </a:blip>
          <a:stretch>
            <a:fillRect/>
          </a:stretch>
        </p:blipFill>
        <p:spPr>
          <a:xfrm>
            <a:off x="2655175" y="517713"/>
            <a:ext cx="5372500" cy="410807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61"/>
          <p:cNvSpPr txBox="1"/>
          <p:nvPr>
            <p:ph type="title"/>
          </p:nvPr>
        </p:nvSpPr>
        <p:spPr>
          <a:xfrm>
            <a:off x="226525" y="2581610"/>
            <a:ext cx="8691000" cy="2374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The Challenge</a:t>
            </a:r>
            <a:endParaRPr/>
          </a:p>
        </p:txBody>
      </p:sp>
      <p:sp>
        <p:nvSpPr>
          <p:cNvPr id="437" name="Google Shape;437;p61"/>
          <p:cNvSpPr txBox="1"/>
          <p:nvPr>
            <p:ph idx="4294967295" type="title"/>
          </p:nvPr>
        </p:nvSpPr>
        <p:spPr>
          <a:xfrm>
            <a:off x="226525" y="164380"/>
            <a:ext cx="1647300" cy="238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CYMBAL</a:t>
            </a:r>
            <a:endParaRPr/>
          </a:p>
        </p:txBody>
      </p:sp>
      <p:sp>
        <p:nvSpPr>
          <p:cNvPr id="438" name="Google Shape;438;p61"/>
          <p:cNvSpPr txBox="1"/>
          <p:nvPr>
            <p:ph idx="4294967295" type="title"/>
          </p:nvPr>
        </p:nvSpPr>
        <p:spPr>
          <a:xfrm>
            <a:off x="7234267" y="164380"/>
            <a:ext cx="1647300" cy="238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PRODUCT OVERVIEW</a:t>
            </a:r>
            <a:endParaRPr/>
          </a:p>
        </p:txBody>
      </p:sp>
      <p:sp>
        <p:nvSpPr>
          <p:cNvPr id="439" name="Google Shape;439;p61"/>
          <p:cNvSpPr txBox="1"/>
          <p:nvPr/>
        </p:nvSpPr>
        <p:spPr>
          <a:xfrm>
            <a:off x="226525" y="164380"/>
            <a:ext cx="1647300" cy="238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600">
                <a:solidFill>
                  <a:schemeClr val="lt1"/>
                </a:solidFill>
                <a:latin typeface="Roboto Mono"/>
                <a:ea typeface="Roboto Mono"/>
                <a:cs typeface="Roboto Mono"/>
                <a:sym typeface="Roboto Mono"/>
              </a:rPr>
              <a:t>RAG IS</a:t>
            </a:r>
            <a:endParaRPr sz="600">
              <a:solidFill>
                <a:schemeClr val="lt1"/>
              </a:solidFill>
              <a:latin typeface="Roboto Mono"/>
              <a:ea typeface="Roboto Mono"/>
              <a:cs typeface="Roboto Mono"/>
              <a:sym typeface="Roboto Mono"/>
            </a:endParaRPr>
          </a:p>
        </p:txBody>
      </p:sp>
      <p:sp>
        <p:nvSpPr>
          <p:cNvPr id="440" name="Google Shape;440;p61"/>
          <p:cNvSpPr txBox="1"/>
          <p:nvPr/>
        </p:nvSpPr>
        <p:spPr>
          <a:xfrm>
            <a:off x="7234267" y="164380"/>
            <a:ext cx="1647300" cy="238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600">
                <a:solidFill>
                  <a:schemeClr val="lt1"/>
                </a:solidFill>
                <a:latin typeface="Roboto Mono"/>
                <a:ea typeface="Roboto Mono"/>
                <a:cs typeface="Roboto Mono"/>
                <a:sym typeface="Roboto Mono"/>
              </a:rPr>
              <a:t>COMPLICATED</a:t>
            </a:r>
            <a:endParaRPr sz="600">
              <a:solidFill>
                <a:schemeClr val="lt1"/>
              </a:solidFill>
              <a:latin typeface="Roboto Mono"/>
              <a:ea typeface="Roboto Mono"/>
              <a:cs typeface="Roboto Mono"/>
              <a:sym typeface="Roboto Mono"/>
            </a:endParaRPr>
          </a:p>
        </p:txBody>
      </p:sp>
      <p:sp>
        <p:nvSpPr>
          <p:cNvPr id="441" name="Google Shape;441;p61"/>
          <p:cNvSpPr txBox="1"/>
          <p:nvPr/>
        </p:nvSpPr>
        <p:spPr>
          <a:xfrm>
            <a:off x="4224100" y="2110050"/>
            <a:ext cx="3257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1"/>
              </a:solidFill>
              <a:latin typeface="Inter"/>
              <a:ea typeface="Inter"/>
              <a:cs typeface="Inter"/>
              <a:sym typeface="Inte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62"/>
          <p:cNvSpPr txBox="1"/>
          <p:nvPr>
            <p:ph idx="4294967295" type="title"/>
          </p:nvPr>
        </p:nvSpPr>
        <p:spPr>
          <a:xfrm>
            <a:off x="226525" y="1575899"/>
            <a:ext cx="4119000" cy="816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MMDocIR-Challenge</a:t>
            </a:r>
            <a:endParaRPr/>
          </a:p>
        </p:txBody>
      </p:sp>
      <p:sp>
        <p:nvSpPr>
          <p:cNvPr id="447" name="Google Shape;447;p62"/>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RAG IS</a:t>
            </a:r>
            <a:endParaRPr/>
          </a:p>
        </p:txBody>
      </p:sp>
      <p:sp>
        <p:nvSpPr>
          <p:cNvPr id="448" name="Google Shape;448;p62"/>
          <p:cNvSpPr txBox="1"/>
          <p:nvPr>
            <p:ph idx="4" type="title"/>
          </p:nvPr>
        </p:nvSpPr>
        <p:spPr>
          <a:xfrm>
            <a:off x="7234267" y="164380"/>
            <a:ext cx="1647300" cy="2382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COMPLICATED</a:t>
            </a:r>
            <a:endParaRPr/>
          </a:p>
        </p:txBody>
      </p:sp>
      <p:pic>
        <p:nvPicPr>
          <p:cNvPr id="449" name="Google Shape;449;p62"/>
          <p:cNvPicPr preferRelativeResize="0"/>
          <p:nvPr/>
        </p:nvPicPr>
        <p:blipFill>
          <a:blip r:embed="rId3">
            <a:alphaModFix/>
          </a:blip>
          <a:stretch>
            <a:fillRect/>
          </a:stretch>
        </p:blipFill>
        <p:spPr>
          <a:xfrm>
            <a:off x="152400" y="3987839"/>
            <a:ext cx="8839200" cy="875081"/>
          </a:xfrm>
          <a:prstGeom prst="rect">
            <a:avLst/>
          </a:prstGeom>
          <a:noFill/>
          <a:ln>
            <a:noFill/>
          </a:ln>
        </p:spPr>
      </p:pic>
      <p:pic>
        <p:nvPicPr>
          <p:cNvPr id="450" name="Google Shape;450;p62"/>
          <p:cNvPicPr preferRelativeResize="0"/>
          <p:nvPr/>
        </p:nvPicPr>
        <p:blipFill>
          <a:blip r:embed="rId4">
            <a:alphaModFix/>
          </a:blip>
          <a:stretch>
            <a:fillRect/>
          </a:stretch>
        </p:blipFill>
        <p:spPr>
          <a:xfrm>
            <a:off x="152400" y="2296150"/>
            <a:ext cx="8839200" cy="1564067"/>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63"/>
          <p:cNvSpPr txBox="1"/>
          <p:nvPr>
            <p:ph idx="9" type="title"/>
          </p:nvPr>
        </p:nvSpPr>
        <p:spPr>
          <a:xfrm>
            <a:off x="322275" y="116625"/>
            <a:ext cx="8494800" cy="393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Our </a:t>
            </a:r>
            <a:r>
              <a:rPr lang="en"/>
              <a:t>approach</a:t>
            </a:r>
            <a:endParaRPr/>
          </a:p>
        </p:txBody>
      </p:sp>
      <p:pic>
        <p:nvPicPr>
          <p:cNvPr id="456" name="Google Shape;456;p63"/>
          <p:cNvPicPr preferRelativeResize="0"/>
          <p:nvPr>
            <p:ph idx="2" type="pic"/>
          </p:nvPr>
        </p:nvPicPr>
        <p:blipFill rotWithShape="1">
          <a:blip r:embed="rId3">
            <a:alphaModFix/>
          </a:blip>
          <a:srcRect b="14568" l="0" r="0" t="14575"/>
          <a:stretch/>
        </p:blipFill>
        <p:spPr>
          <a:xfrm>
            <a:off x="-5225" y="709575"/>
            <a:ext cx="3048601" cy="2805299"/>
          </a:xfrm>
          <a:prstGeom prst="rect">
            <a:avLst/>
          </a:prstGeom>
        </p:spPr>
      </p:pic>
      <p:pic>
        <p:nvPicPr>
          <p:cNvPr id="457" name="Google Shape;457;p63" title="rvRCudun_70rI08NHuU3_.jpg"/>
          <p:cNvPicPr preferRelativeResize="0"/>
          <p:nvPr>
            <p:ph idx="7" type="pic"/>
          </p:nvPr>
        </p:nvPicPr>
        <p:blipFill rotWithShape="1">
          <a:blip r:embed="rId4">
            <a:alphaModFix/>
          </a:blip>
          <a:srcRect b="0" l="6499" r="6499" t="0"/>
          <a:stretch/>
        </p:blipFill>
        <p:spPr>
          <a:xfrm>
            <a:off x="3053763" y="709575"/>
            <a:ext cx="3031800" cy="2805300"/>
          </a:xfrm>
          <a:prstGeom prst="rect">
            <a:avLst/>
          </a:prstGeom>
        </p:spPr>
      </p:pic>
      <p:sp>
        <p:nvSpPr>
          <p:cNvPr id="458" name="Google Shape;458;p63"/>
          <p:cNvSpPr txBox="1"/>
          <p:nvPr>
            <p:ph type="title"/>
          </p:nvPr>
        </p:nvSpPr>
        <p:spPr>
          <a:xfrm>
            <a:off x="156950" y="3632698"/>
            <a:ext cx="2726700" cy="500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ColBERT</a:t>
            </a:r>
            <a:endParaRPr/>
          </a:p>
        </p:txBody>
      </p:sp>
      <p:sp>
        <p:nvSpPr>
          <p:cNvPr id="459" name="Google Shape;459;p63"/>
          <p:cNvSpPr txBox="1"/>
          <p:nvPr>
            <p:ph idx="1" type="body"/>
          </p:nvPr>
        </p:nvSpPr>
        <p:spPr>
          <a:xfrm>
            <a:off x="156950" y="4133503"/>
            <a:ext cx="2726700" cy="7011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a:t>Contextualized late interaction BERT</a:t>
            </a:r>
            <a:endParaRPr/>
          </a:p>
        </p:txBody>
      </p:sp>
      <p:sp>
        <p:nvSpPr>
          <p:cNvPr id="460" name="Google Shape;460;p63"/>
          <p:cNvSpPr txBox="1"/>
          <p:nvPr>
            <p:ph idx="3" type="title"/>
          </p:nvPr>
        </p:nvSpPr>
        <p:spPr>
          <a:xfrm>
            <a:off x="3208650" y="3632698"/>
            <a:ext cx="2726700" cy="500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Colpali / ColQwen</a:t>
            </a:r>
            <a:endParaRPr/>
          </a:p>
        </p:txBody>
      </p:sp>
      <p:sp>
        <p:nvSpPr>
          <p:cNvPr id="461" name="Google Shape;461;p63"/>
          <p:cNvSpPr txBox="1"/>
          <p:nvPr>
            <p:ph idx="4" type="body"/>
          </p:nvPr>
        </p:nvSpPr>
        <p:spPr>
          <a:xfrm>
            <a:off x="3208650" y="4133503"/>
            <a:ext cx="2726700" cy="7011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a:t>Using Vision LLMs + late interaction to improve document retrieval (RAG, search engines, etc.), solely using the image representation of document pages</a:t>
            </a:r>
            <a:endParaRPr/>
          </a:p>
        </p:txBody>
      </p:sp>
      <p:sp>
        <p:nvSpPr>
          <p:cNvPr id="462" name="Google Shape;462;p63"/>
          <p:cNvSpPr txBox="1"/>
          <p:nvPr>
            <p:ph idx="5" type="title"/>
          </p:nvPr>
        </p:nvSpPr>
        <p:spPr>
          <a:xfrm>
            <a:off x="6268950" y="3632698"/>
            <a:ext cx="2726700" cy="500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Less than vanilla RAG</a:t>
            </a:r>
            <a:endParaRPr/>
          </a:p>
        </p:txBody>
      </p:sp>
      <p:sp>
        <p:nvSpPr>
          <p:cNvPr id="463" name="Google Shape;463;p63"/>
          <p:cNvSpPr txBox="1"/>
          <p:nvPr>
            <p:ph idx="6" type="body"/>
          </p:nvPr>
        </p:nvSpPr>
        <p:spPr>
          <a:xfrm>
            <a:off x="6268950" y="4133503"/>
            <a:ext cx="2726700" cy="7011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a:t>Only algorithms, no language model or embedding.</a:t>
            </a:r>
            <a:endParaRPr/>
          </a:p>
        </p:txBody>
      </p:sp>
      <p:pic>
        <p:nvPicPr>
          <p:cNvPr id="464" name="Google Shape;464;p63" title="istockphoto-1134369254-612x612.jpg"/>
          <p:cNvPicPr preferRelativeResize="0"/>
          <p:nvPr>
            <p:ph idx="8" type="pic"/>
          </p:nvPr>
        </p:nvPicPr>
        <p:blipFill rotWithShape="1">
          <a:blip r:embed="rId5">
            <a:alphaModFix/>
          </a:blip>
          <a:srcRect b="0" l="13861" r="13868" t="0"/>
          <a:stretch/>
        </p:blipFill>
        <p:spPr>
          <a:xfrm>
            <a:off x="6095475" y="709575"/>
            <a:ext cx="3048600" cy="28053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64"/>
          <p:cNvSpPr txBox="1"/>
          <p:nvPr>
            <p:ph idx="9" type="title"/>
          </p:nvPr>
        </p:nvSpPr>
        <p:spPr>
          <a:xfrm>
            <a:off x="322275" y="116625"/>
            <a:ext cx="8494800" cy="393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Our approach</a:t>
            </a:r>
            <a:endParaRPr/>
          </a:p>
        </p:txBody>
      </p:sp>
      <p:pic>
        <p:nvPicPr>
          <p:cNvPr id="470" name="Google Shape;470;p64"/>
          <p:cNvPicPr preferRelativeResize="0"/>
          <p:nvPr>
            <p:ph idx="2" type="pic"/>
          </p:nvPr>
        </p:nvPicPr>
        <p:blipFill rotWithShape="1">
          <a:blip r:embed="rId3">
            <a:alphaModFix/>
          </a:blip>
          <a:srcRect b="14568" l="0" r="0" t="14575"/>
          <a:stretch/>
        </p:blipFill>
        <p:spPr>
          <a:xfrm>
            <a:off x="-5225" y="709575"/>
            <a:ext cx="3048601" cy="2805299"/>
          </a:xfrm>
          <a:prstGeom prst="rect">
            <a:avLst/>
          </a:prstGeom>
        </p:spPr>
      </p:pic>
      <p:pic>
        <p:nvPicPr>
          <p:cNvPr id="471" name="Google Shape;471;p64" title="rvRCudun_70rI08NHuU3_.jpg"/>
          <p:cNvPicPr preferRelativeResize="0"/>
          <p:nvPr>
            <p:ph idx="7" type="pic"/>
          </p:nvPr>
        </p:nvPicPr>
        <p:blipFill rotWithShape="1">
          <a:blip r:embed="rId4">
            <a:alphaModFix/>
          </a:blip>
          <a:srcRect b="0" l="6499" r="6499" t="0"/>
          <a:stretch/>
        </p:blipFill>
        <p:spPr>
          <a:xfrm>
            <a:off x="3053763" y="709575"/>
            <a:ext cx="3031800" cy="2805300"/>
          </a:xfrm>
          <a:prstGeom prst="rect">
            <a:avLst/>
          </a:prstGeom>
        </p:spPr>
      </p:pic>
      <p:sp>
        <p:nvSpPr>
          <p:cNvPr id="472" name="Google Shape;472;p64"/>
          <p:cNvSpPr txBox="1"/>
          <p:nvPr>
            <p:ph type="title"/>
          </p:nvPr>
        </p:nvSpPr>
        <p:spPr>
          <a:xfrm>
            <a:off x="156950" y="3632698"/>
            <a:ext cx="2726700" cy="500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ColBERT</a:t>
            </a:r>
            <a:endParaRPr/>
          </a:p>
        </p:txBody>
      </p:sp>
      <p:sp>
        <p:nvSpPr>
          <p:cNvPr id="473" name="Google Shape;473;p64"/>
          <p:cNvSpPr txBox="1"/>
          <p:nvPr>
            <p:ph idx="1" type="body"/>
          </p:nvPr>
        </p:nvSpPr>
        <p:spPr>
          <a:xfrm>
            <a:off x="156950" y="4133503"/>
            <a:ext cx="2726700" cy="7011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a:t>DID NOT WORK! Memory issues.</a:t>
            </a:r>
            <a:endParaRPr/>
          </a:p>
        </p:txBody>
      </p:sp>
      <p:sp>
        <p:nvSpPr>
          <p:cNvPr id="474" name="Google Shape;474;p64"/>
          <p:cNvSpPr txBox="1"/>
          <p:nvPr>
            <p:ph idx="3" type="title"/>
          </p:nvPr>
        </p:nvSpPr>
        <p:spPr>
          <a:xfrm>
            <a:off x="3208650" y="3632698"/>
            <a:ext cx="2726700" cy="500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Colpali / ColQwen</a:t>
            </a:r>
            <a:endParaRPr/>
          </a:p>
        </p:txBody>
      </p:sp>
      <p:sp>
        <p:nvSpPr>
          <p:cNvPr id="475" name="Google Shape;475;p64"/>
          <p:cNvSpPr txBox="1"/>
          <p:nvPr>
            <p:ph idx="4" type="body"/>
          </p:nvPr>
        </p:nvSpPr>
        <p:spPr>
          <a:xfrm>
            <a:off x="3208650" y="4133503"/>
            <a:ext cx="2726700" cy="7011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a:t>DID NOT WORK! Memory issues.</a:t>
            </a:r>
            <a:endParaRPr/>
          </a:p>
        </p:txBody>
      </p:sp>
      <p:sp>
        <p:nvSpPr>
          <p:cNvPr id="476" name="Google Shape;476;p64"/>
          <p:cNvSpPr txBox="1"/>
          <p:nvPr>
            <p:ph idx="5" type="title"/>
          </p:nvPr>
        </p:nvSpPr>
        <p:spPr>
          <a:xfrm>
            <a:off x="6268950" y="3632698"/>
            <a:ext cx="2726700" cy="500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Less than vanilla RAG</a:t>
            </a:r>
            <a:endParaRPr/>
          </a:p>
        </p:txBody>
      </p:sp>
      <p:sp>
        <p:nvSpPr>
          <p:cNvPr id="477" name="Google Shape;477;p64"/>
          <p:cNvSpPr txBox="1"/>
          <p:nvPr>
            <p:ph idx="6" type="body"/>
          </p:nvPr>
        </p:nvSpPr>
        <p:spPr>
          <a:xfrm>
            <a:off x="6268950" y="4133503"/>
            <a:ext cx="2726700" cy="7011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a:t>WORKED! Provided output, however poor the quality</a:t>
            </a:r>
            <a:endParaRPr/>
          </a:p>
        </p:txBody>
      </p:sp>
      <p:pic>
        <p:nvPicPr>
          <p:cNvPr id="478" name="Google Shape;478;p64" title="istockphoto-1134369254-612x612.jpg"/>
          <p:cNvPicPr preferRelativeResize="0"/>
          <p:nvPr>
            <p:ph idx="8" type="pic"/>
          </p:nvPr>
        </p:nvPicPr>
        <p:blipFill rotWithShape="1">
          <a:blip r:embed="rId5">
            <a:alphaModFix/>
          </a:blip>
          <a:srcRect b="0" l="13861" r="13868" t="0"/>
          <a:stretch/>
        </p:blipFill>
        <p:spPr>
          <a:xfrm>
            <a:off x="6095475" y="709575"/>
            <a:ext cx="3048600" cy="28053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82" name="Shape 482"/>
        <p:cNvGrpSpPr/>
        <p:nvPr/>
      </p:nvGrpSpPr>
      <p:grpSpPr>
        <a:xfrm>
          <a:off x="0" y="0"/>
          <a:ext cx="0" cy="0"/>
          <a:chOff x="0" y="0"/>
          <a:chExt cx="0" cy="0"/>
        </a:xfrm>
      </p:grpSpPr>
      <p:sp>
        <p:nvSpPr>
          <p:cNvPr id="483" name="Google Shape;483;p65"/>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RAG IS</a:t>
            </a:r>
            <a:endParaRPr/>
          </a:p>
        </p:txBody>
      </p:sp>
      <p:sp>
        <p:nvSpPr>
          <p:cNvPr id="484" name="Google Shape;484;p65"/>
          <p:cNvSpPr txBox="1"/>
          <p:nvPr>
            <p:ph idx="4" type="title"/>
          </p:nvPr>
        </p:nvSpPr>
        <p:spPr>
          <a:xfrm>
            <a:off x="7229125" y="164380"/>
            <a:ext cx="1647300" cy="2382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NOT ENOUGH??</a:t>
            </a:r>
            <a:endParaRPr/>
          </a:p>
        </p:txBody>
      </p:sp>
      <p:pic>
        <p:nvPicPr>
          <p:cNvPr id="485" name="Google Shape;485;p65"/>
          <p:cNvPicPr preferRelativeResize="0"/>
          <p:nvPr/>
        </p:nvPicPr>
        <p:blipFill>
          <a:blip r:embed="rId3">
            <a:alphaModFix/>
          </a:blip>
          <a:stretch>
            <a:fillRect/>
          </a:stretch>
        </p:blipFill>
        <p:spPr>
          <a:xfrm>
            <a:off x="9525" y="1914525"/>
            <a:ext cx="9124950" cy="1162050"/>
          </a:xfrm>
          <a:prstGeom prst="rect">
            <a:avLst/>
          </a:prstGeom>
          <a:noFill/>
          <a:ln>
            <a:noFill/>
          </a:ln>
        </p:spPr>
      </p:pic>
      <p:pic>
        <p:nvPicPr>
          <p:cNvPr id="486" name="Google Shape;486;p65"/>
          <p:cNvPicPr preferRelativeResize="0"/>
          <p:nvPr/>
        </p:nvPicPr>
        <p:blipFill>
          <a:blip r:embed="rId4">
            <a:alphaModFix/>
          </a:blip>
          <a:stretch>
            <a:fillRect/>
          </a:stretch>
        </p:blipFill>
        <p:spPr>
          <a:xfrm>
            <a:off x="0" y="3761089"/>
            <a:ext cx="9144001" cy="1155922"/>
          </a:xfrm>
          <a:prstGeom prst="rect">
            <a:avLst/>
          </a:prstGeom>
          <a:noFill/>
          <a:ln>
            <a:noFill/>
          </a:ln>
        </p:spPr>
      </p:pic>
      <p:sp>
        <p:nvSpPr>
          <p:cNvPr id="487" name="Google Shape;487;p65"/>
          <p:cNvSpPr txBox="1"/>
          <p:nvPr>
            <p:ph type="title"/>
          </p:nvPr>
        </p:nvSpPr>
        <p:spPr>
          <a:xfrm>
            <a:off x="302725" y="133351"/>
            <a:ext cx="4119000" cy="1421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2500"/>
              <a:t>co</a:t>
            </a:r>
            <a:r>
              <a:rPr b="1" lang="en" sz="2500"/>
              <a:t>lBERT deep dive</a:t>
            </a:r>
            <a:endParaRPr b="1" sz="25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pic>
        <p:nvPicPr>
          <p:cNvPr id="492" name="Google Shape;492;p66" title="2025-03-18-104336_1920x1080_scrot.png"/>
          <p:cNvPicPr preferRelativeResize="0"/>
          <p:nvPr/>
        </p:nvPicPr>
        <p:blipFill rotWithShape="1">
          <a:blip r:embed="rId3">
            <a:alphaModFix/>
          </a:blip>
          <a:srcRect b="21728" l="26913" r="27716" t="0"/>
          <a:stretch/>
        </p:blipFill>
        <p:spPr>
          <a:xfrm>
            <a:off x="5404488" y="888375"/>
            <a:ext cx="3237235" cy="3141374"/>
          </a:xfrm>
          <a:prstGeom prst="rect">
            <a:avLst/>
          </a:prstGeom>
          <a:noFill/>
          <a:ln>
            <a:noFill/>
          </a:ln>
        </p:spPr>
      </p:pic>
      <p:sp>
        <p:nvSpPr>
          <p:cNvPr id="493" name="Google Shape;493;p66"/>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RAG IS</a:t>
            </a:r>
            <a:endParaRPr/>
          </a:p>
        </p:txBody>
      </p:sp>
      <p:sp>
        <p:nvSpPr>
          <p:cNvPr id="494" name="Google Shape;494;p66"/>
          <p:cNvSpPr txBox="1"/>
          <p:nvPr>
            <p:ph idx="4" type="title"/>
          </p:nvPr>
        </p:nvSpPr>
        <p:spPr>
          <a:xfrm>
            <a:off x="7229125" y="164380"/>
            <a:ext cx="1647300" cy="2382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NOT ENOUGH??</a:t>
            </a:r>
            <a:endParaRPr/>
          </a:p>
        </p:txBody>
      </p:sp>
      <p:sp>
        <p:nvSpPr>
          <p:cNvPr id="495" name="Google Shape;495;p66"/>
          <p:cNvSpPr txBox="1"/>
          <p:nvPr>
            <p:ph type="title"/>
          </p:nvPr>
        </p:nvSpPr>
        <p:spPr>
          <a:xfrm>
            <a:off x="302725" y="133351"/>
            <a:ext cx="4119000" cy="1421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2500"/>
              <a:t>A note on BERT</a:t>
            </a:r>
            <a:endParaRPr b="1" sz="2500"/>
          </a:p>
        </p:txBody>
      </p:sp>
      <p:sp>
        <p:nvSpPr>
          <p:cNvPr id="496" name="Google Shape;496;p66"/>
          <p:cNvSpPr txBox="1"/>
          <p:nvPr/>
        </p:nvSpPr>
        <p:spPr>
          <a:xfrm>
            <a:off x="2977900" y="4198050"/>
            <a:ext cx="80904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chemeClr val="dk1"/>
                </a:solidFill>
                <a:latin typeface="Inter"/>
                <a:ea typeface="Inter"/>
                <a:cs typeface="Inter"/>
                <a:sym typeface="Inter"/>
              </a:rPr>
              <a:t>“All-to-all Interaction”</a:t>
            </a:r>
            <a:endParaRPr sz="1800">
              <a:solidFill>
                <a:schemeClr val="dk1"/>
              </a:solidFill>
              <a:latin typeface="Inter"/>
              <a:ea typeface="Inter"/>
              <a:cs typeface="Inter"/>
              <a:sym typeface="Inter"/>
            </a:endParaRPr>
          </a:p>
        </p:txBody>
      </p:sp>
      <p:sp>
        <p:nvSpPr>
          <p:cNvPr id="497" name="Google Shape;497;p66"/>
          <p:cNvSpPr txBox="1"/>
          <p:nvPr/>
        </p:nvSpPr>
        <p:spPr>
          <a:xfrm>
            <a:off x="302725" y="1282700"/>
            <a:ext cx="4421700" cy="10158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1"/>
              </a:buClr>
              <a:buSzPts val="1800"/>
              <a:buFont typeface="Inter"/>
              <a:buChar char="●"/>
            </a:pPr>
            <a:r>
              <a:rPr lang="en" sz="1800">
                <a:solidFill>
                  <a:schemeClr val="dk1"/>
                </a:solidFill>
                <a:latin typeface="Inter"/>
                <a:ea typeface="Inter"/>
                <a:cs typeface="Inter"/>
                <a:sym typeface="Inter"/>
              </a:rPr>
              <a:t>Bidirectional context.</a:t>
            </a:r>
            <a:endParaRPr sz="1800">
              <a:solidFill>
                <a:schemeClr val="dk1"/>
              </a:solidFill>
              <a:latin typeface="Inter"/>
              <a:ea typeface="Inter"/>
              <a:cs typeface="Inter"/>
              <a:sym typeface="Inter"/>
            </a:endParaRPr>
          </a:p>
          <a:p>
            <a:pPr indent="-342900" lvl="0" marL="457200" rtl="0" algn="l">
              <a:spcBef>
                <a:spcPts val="0"/>
              </a:spcBef>
              <a:spcAft>
                <a:spcPts val="0"/>
              </a:spcAft>
              <a:buClr>
                <a:schemeClr val="dk1"/>
              </a:buClr>
              <a:buSzPts val="1800"/>
              <a:buFont typeface="Inter"/>
              <a:buChar char="●"/>
            </a:pPr>
            <a:r>
              <a:rPr lang="en" sz="1800">
                <a:solidFill>
                  <a:schemeClr val="dk1"/>
                </a:solidFill>
                <a:latin typeface="Inter"/>
                <a:ea typeface="Inter"/>
                <a:cs typeface="Inter"/>
                <a:sym typeface="Inter"/>
              </a:rPr>
              <a:t>Masked Language Model</a:t>
            </a:r>
            <a:endParaRPr sz="1800">
              <a:solidFill>
                <a:schemeClr val="dk1"/>
              </a:solidFill>
              <a:latin typeface="Inter"/>
              <a:ea typeface="Inter"/>
              <a:cs typeface="Inter"/>
              <a:sym typeface="Inter"/>
            </a:endParaRPr>
          </a:p>
          <a:p>
            <a:pPr indent="-342900" lvl="0" marL="457200" rtl="0" algn="l">
              <a:spcBef>
                <a:spcPts val="0"/>
              </a:spcBef>
              <a:spcAft>
                <a:spcPts val="0"/>
              </a:spcAft>
              <a:buClr>
                <a:schemeClr val="dk1"/>
              </a:buClr>
              <a:buSzPts val="1800"/>
              <a:buFont typeface="Inter"/>
              <a:buChar char="●"/>
            </a:pPr>
            <a:r>
              <a:rPr lang="en" sz="1800">
                <a:solidFill>
                  <a:schemeClr val="dk1"/>
                </a:solidFill>
                <a:latin typeface="Inter"/>
                <a:ea typeface="Inter"/>
                <a:cs typeface="Inter"/>
                <a:sym typeface="Inter"/>
              </a:rPr>
              <a:t>Next Sentence Prediction</a:t>
            </a:r>
            <a:endParaRPr sz="1800">
              <a:solidFill>
                <a:schemeClr val="dk1"/>
              </a:solidFill>
              <a:latin typeface="Inter"/>
              <a:ea typeface="Inter"/>
              <a:cs typeface="Inter"/>
              <a:sym typeface="Inte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p67"/>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RAG IS</a:t>
            </a:r>
            <a:endParaRPr/>
          </a:p>
        </p:txBody>
      </p:sp>
      <p:sp>
        <p:nvSpPr>
          <p:cNvPr id="503" name="Google Shape;503;p67"/>
          <p:cNvSpPr txBox="1"/>
          <p:nvPr>
            <p:ph idx="4" type="title"/>
          </p:nvPr>
        </p:nvSpPr>
        <p:spPr>
          <a:xfrm>
            <a:off x="7229125" y="164380"/>
            <a:ext cx="1647300" cy="2382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NOT ENOUGH??</a:t>
            </a:r>
            <a:endParaRPr/>
          </a:p>
        </p:txBody>
      </p:sp>
      <p:sp>
        <p:nvSpPr>
          <p:cNvPr id="504" name="Google Shape;504;p67"/>
          <p:cNvSpPr txBox="1"/>
          <p:nvPr>
            <p:ph type="title"/>
          </p:nvPr>
        </p:nvSpPr>
        <p:spPr>
          <a:xfrm>
            <a:off x="302725" y="133351"/>
            <a:ext cx="4119000" cy="1421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2500"/>
              <a:t>ColBERT</a:t>
            </a:r>
            <a:endParaRPr b="1" sz="2500"/>
          </a:p>
        </p:txBody>
      </p:sp>
      <p:sp>
        <p:nvSpPr>
          <p:cNvPr id="505" name="Google Shape;505;p67"/>
          <p:cNvSpPr txBox="1"/>
          <p:nvPr/>
        </p:nvSpPr>
        <p:spPr>
          <a:xfrm>
            <a:off x="670925" y="5204700"/>
            <a:ext cx="8090400" cy="240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Inter"/>
                <a:ea typeface="Inter"/>
                <a:cs typeface="Inter"/>
                <a:sym typeface="Inter"/>
              </a:rPr>
              <a:t>ColBERT = Contextualized Late Int</a:t>
            </a:r>
            <a:r>
              <a:rPr lang="en" sz="1800">
                <a:solidFill>
                  <a:schemeClr val="dk1"/>
                </a:solidFill>
                <a:latin typeface="Inter"/>
                <a:ea typeface="Inter"/>
                <a:cs typeface="Inter"/>
                <a:sym typeface="Inter"/>
              </a:rPr>
              <a:t>eraction over BERT</a:t>
            </a:r>
            <a:endParaRPr sz="1800">
              <a:solidFill>
                <a:schemeClr val="dk1"/>
              </a:solidFill>
              <a:latin typeface="Inter"/>
              <a:ea typeface="Inter"/>
              <a:cs typeface="Inter"/>
              <a:sym typeface="Inter"/>
            </a:endParaRPr>
          </a:p>
          <a:p>
            <a:pPr indent="0" lvl="0" marL="0" rtl="0" algn="l">
              <a:spcBef>
                <a:spcPts val="0"/>
              </a:spcBef>
              <a:spcAft>
                <a:spcPts val="0"/>
              </a:spcAft>
              <a:buNone/>
            </a:pPr>
            <a:r>
              <a:rPr lang="en" sz="1800">
                <a:solidFill>
                  <a:schemeClr val="dk1"/>
                </a:solidFill>
                <a:latin typeface="Inter"/>
                <a:ea typeface="Inter"/>
                <a:cs typeface="Inter"/>
                <a:sym typeface="Inter"/>
              </a:rPr>
              <a:t>! Hybrid approach that balances the trade off between effectiveness and efficiency in large-scale information retrieval tasks</a:t>
            </a:r>
            <a:endParaRPr sz="1800">
              <a:solidFill>
                <a:schemeClr val="dk1"/>
              </a:solidFill>
              <a:latin typeface="Inter"/>
              <a:ea typeface="Inter"/>
              <a:cs typeface="Inter"/>
              <a:sym typeface="Inter"/>
            </a:endParaRPr>
          </a:p>
          <a:p>
            <a:pPr indent="0" lvl="0" marL="0" rtl="0" algn="l">
              <a:spcBef>
                <a:spcPts val="0"/>
              </a:spcBef>
              <a:spcAft>
                <a:spcPts val="0"/>
              </a:spcAft>
              <a:buNone/>
            </a:pPr>
            <a:r>
              <a:rPr lang="en" sz="1800">
                <a:solidFill>
                  <a:schemeClr val="dk1"/>
                </a:solidFill>
                <a:latin typeface="Inter"/>
                <a:ea typeface="Inter"/>
                <a:cs typeface="Inter"/>
                <a:sym typeface="Inter"/>
              </a:rPr>
              <a:t>! * Late interaction - encode queries and documents separately, interacts with them late in the process (after they’ve been embedded in vector space). Allows to avoid costly computation of pairwise interactions every step.</a:t>
            </a:r>
            <a:endParaRPr sz="1800">
              <a:solidFill>
                <a:schemeClr val="dk1"/>
              </a:solidFill>
              <a:latin typeface="Inter"/>
              <a:ea typeface="Inter"/>
              <a:cs typeface="Inter"/>
              <a:sym typeface="Inter"/>
            </a:endParaRPr>
          </a:p>
          <a:p>
            <a:pPr indent="0" lvl="0" marL="0" rtl="0" algn="l">
              <a:spcBef>
                <a:spcPts val="0"/>
              </a:spcBef>
              <a:spcAft>
                <a:spcPts val="0"/>
              </a:spcAft>
              <a:buNone/>
            </a:pPr>
            <a:r>
              <a:rPr lang="en" sz="1800">
                <a:solidFill>
                  <a:schemeClr val="dk1"/>
                </a:solidFill>
                <a:latin typeface="Inter"/>
                <a:ea typeface="Inter"/>
                <a:cs typeface="Inter"/>
                <a:sym typeface="Inter"/>
              </a:rPr>
              <a:t>! * Contextualized Embeddings - BERT. Produce </a:t>
            </a:r>
            <a:endParaRPr sz="1800">
              <a:solidFill>
                <a:schemeClr val="dk1"/>
              </a:solidFill>
              <a:latin typeface="Inter"/>
              <a:ea typeface="Inter"/>
              <a:cs typeface="Inter"/>
              <a:sym typeface="Inter"/>
            </a:endParaRPr>
          </a:p>
        </p:txBody>
      </p:sp>
      <p:sp>
        <p:nvSpPr>
          <p:cNvPr id="506" name="Google Shape;506;p67"/>
          <p:cNvSpPr txBox="1"/>
          <p:nvPr/>
        </p:nvSpPr>
        <p:spPr>
          <a:xfrm>
            <a:off x="-5013175" y="2406300"/>
            <a:ext cx="4837800" cy="27984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Clr>
                <a:schemeClr val="dk1"/>
              </a:buClr>
              <a:buSzPts val="1100"/>
              <a:buFont typeface="Arial"/>
              <a:buNone/>
            </a:pPr>
            <a:r>
              <a:rPr lang="en" sz="1200">
                <a:solidFill>
                  <a:srgbClr val="1F2328"/>
                </a:solidFill>
                <a:highlight>
                  <a:srgbClr val="FFFFFF"/>
                </a:highlight>
              </a:rPr>
              <a:t>Figure 1: ColBERT's late interaction, efficiently scoring the fine-grained similarity between a queries and a passage.</a:t>
            </a:r>
            <a:endParaRPr sz="1200">
              <a:solidFill>
                <a:srgbClr val="1F2328"/>
              </a:solidFill>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 sz="1200">
                <a:solidFill>
                  <a:srgbClr val="1F2328"/>
                </a:solidFill>
                <a:highlight>
                  <a:srgbClr val="FFFFFF"/>
                </a:highlight>
              </a:rPr>
              <a:t>As Figure 1 illustrates, ColBERT relies on fine-grained contextual late interaction: it encodes each passage into a matrix of token-level embeddings (shown above in blue). Then at search time, it embeds every query into another matrix (shown in green) and efficiently finds passages that contextually match the query using scalable vector-similarity (</a:t>
            </a:r>
            <a:r>
              <a:rPr lang="en" sz="1000">
                <a:solidFill>
                  <a:srgbClr val="1F2328"/>
                </a:solidFill>
                <a:highlight>
                  <a:srgbClr val="FFFFFF"/>
                </a:highlight>
                <a:latin typeface="Roboto Mono"/>
                <a:ea typeface="Roboto Mono"/>
                <a:cs typeface="Roboto Mono"/>
                <a:sym typeface="Roboto Mono"/>
              </a:rPr>
              <a:t>MaxSim</a:t>
            </a:r>
            <a:r>
              <a:rPr lang="en" sz="1200">
                <a:solidFill>
                  <a:srgbClr val="1F2328"/>
                </a:solidFill>
                <a:highlight>
                  <a:srgbClr val="FFFFFF"/>
                </a:highlight>
              </a:rPr>
              <a:t>) operators.</a:t>
            </a:r>
            <a:endParaRPr sz="1200">
              <a:solidFill>
                <a:srgbClr val="1F2328"/>
              </a:solidFill>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 sz="1200">
                <a:solidFill>
                  <a:srgbClr val="1F2328"/>
                </a:solidFill>
                <a:highlight>
                  <a:srgbClr val="FFFFFF"/>
                </a:highlight>
              </a:rPr>
              <a:t>These rich interactions allow ColBERT to surpass the quality of </a:t>
            </a:r>
            <a:r>
              <a:rPr i="1" lang="en" sz="1200">
                <a:solidFill>
                  <a:srgbClr val="1F2328"/>
                </a:solidFill>
                <a:highlight>
                  <a:srgbClr val="FFFFFF"/>
                </a:highlight>
              </a:rPr>
              <a:t>single-vector</a:t>
            </a:r>
            <a:r>
              <a:rPr lang="en" sz="1200">
                <a:solidFill>
                  <a:srgbClr val="1F2328"/>
                </a:solidFill>
                <a:highlight>
                  <a:srgbClr val="FFFFFF"/>
                </a:highlight>
              </a:rPr>
              <a:t> representation models, while scaling efficiently to large corpora.</a:t>
            </a:r>
            <a:endParaRPr sz="1200">
              <a:solidFill>
                <a:srgbClr val="1F2328"/>
              </a:solidFill>
              <a:highlight>
                <a:srgbClr val="FFFFFF"/>
              </a:highlight>
            </a:endParaRPr>
          </a:p>
          <a:p>
            <a:pPr indent="0" lvl="0" marL="0" rtl="0" algn="l">
              <a:spcBef>
                <a:spcPts val="0"/>
              </a:spcBef>
              <a:spcAft>
                <a:spcPts val="0"/>
              </a:spcAft>
              <a:buNone/>
            </a:pPr>
            <a:r>
              <a:t/>
            </a:r>
            <a:endParaRPr sz="1800">
              <a:solidFill>
                <a:schemeClr val="dk1"/>
              </a:solidFill>
              <a:latin typeface="Inter"/>
              <a:ea typeface="Inter"/>
              <a:cs typeface="Inter"/>
              <a:sym typeface="Inter"/>
            </a:endParaRPr>
          </a:p>
        </p:txBody>
      </p:sp>
      <p:pic>
        <p:nvPicPr>
          <p:cNvPr id="507" name="Google Shape;507;p67" title="colbert.png"/>
          <p:cNvPicPr preferRelativeResize="0"/>
          <p:nvPr/>
        </p:nvPicPr>
        <p:blipFill rotWithShape="1">
          <a:blip r:embed="rId3">
            <a:alphaModFix/>
          </a:blip>
          <a:srcRect b="20162" l="36392" r="14580" t="6173"/>
          <a:stretch/>
        </p:blipFill>
        <p:spPr>
          <a:xfrm>
            <a:off x="2474575" y="677275"/>
            <a:ext cx="4483099" cy="3788951"/>
          </a:xfrm>
          <a:prstGeom prst="rect">
            <a:avLst/>
          </a:prstGeom>
          <a:noFill/>
          <a:ln>
            <a:noFill/>
          </a:ln>
        </p:spPr>
      </p:pic>
      <p:sp>
        <p:nvSpPr>
          <p:cNvPr id="508" name="Google Shape;508;p67"/>
          <p:cNvSpPr txBox="1"/>
          <p:nvPr/>
        </p:nvSpPr>
        <p:spPr>
          <a:xfrm>
            <a:off x="3089100" y="4604613"/>
            <a:ext cx="29658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chemeClr val="dk1"/>
                </a:solidFill>
                <a:latin typeface="Inter"/>
                <a:ea typeface="Inter"/>
                <a:cs typeface="Inter"/>
                <a:sym typeface="Inter"/>
              </a:rPr>
              <a:t>“Late Interaction”</a:t>
            </a:r>
            <a:endParaRPr sz="1800">
              <a:solidFill>
                <a:schemeClr val="dk1"/>
              </a:solidFill>
              <a:latin typeface="Inter"/>
              <a:ea typeface="Inter"/>
              <a:cs typeface="Inter"/>
              <a:sym typeface="Inte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68"/>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RAG IS</a:t>
            </a:r>
            <a:endParaRPr/>
          </a:p>
        </p:txBody>
      </p:sp>
      <p:sp>
        <p:nvSpPr>
          <p:cNvPr id="514" name="Google Shape;514;p68"/>
          <p:cNvSpPr txBox="1"/>
          <p:nvPr>
            <p:ph idx="4" type="title"/>
          </p:nvPr>
        </p:nvSpPr>
        <p:spPr>
          <a:xfrm>
            <a:off x="7229125" y="164380"/>
            <a:ext cx="1647300" cy="2382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STILL NOT ENOUGH??</a:t>
            </a:r>
            <a:endParaRPr/>
          </a:p>
        </p:txBody>
      </p:sp>
      <p:sp>
        <p:nvSpPr>
          <p:cNvPr id="515" name="Google Shape;515;p68"/>
          <p:cNvSpPr txBox="1"/>
          <p:nvPr>
            <p:ph type="title"/>
          </p:nvPr>
        </p:nvSpPr>
        <p:spPr>
          <a:xfrm>
            <a:off x="302725" y="133351"/>
            <a:ext cx="4119000" cy="1421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2500"/>
              <a:t>ColPali</a:t>
            </a:r>
            <a:endParaRPr b="1" sz="2500"/>
          </a:p>
        </p:txBody>
      </p:sp>
      <p:pic>
        <p:nvPicPr>
          <p:cNvPr id="516" name="Google Shape;516;p68"/>
          <p:cNvPicPr preferRelativeResize="0"/>
          <p:nvPr/>
        </p:nvPicPr>
        <p:blipFill>
          <a:blip r:embed="rId3">
            <a:alphaModFix/>
          </a:blip>
          <a:stretch>
            <a:fillRect/>
          </a:stretch>
        </p:blipFill>
        <p:spPr>
          <a:xfrm>
            <a:off x="260225" y="1108450"/>
            <a:ext cx="6383599" cy="3882725"/>
          </a:xfrm>
          <a:prstGeom prst="rect">
            <a:avLst/>
          </a:prstGeom>
          <a:noFill/>
          <a:ln>
            <a:noFill/>
          </a:ln>
        </p:spPr>
      </p:pic>
      <p:pic>
        <p:nvPicPr>
          <p:cNvPr id="517" name="Google Shape;517;p68" title="colpali.png"/>
          <p:cNvPicPr preferRelativeResize="0"/>
          <p:nvPr/>
        </p:nvPicPr>
        <p:blipFill rotWithShape="1">
          <a:blip r:embed="rId4">
            <a:alphaModFix/>
          </a:blip>
          <a:srcRect b="12478" l="50177" r="-3225" t="12032"/>
          <a:stretch/>
        </p:blipFill>
        <p:spPr>
          <a:xfrm>
            <a:off x="508000" y="5270500"/>
            <a:ext cx="4698998" cy="388272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69"/>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RAG IS</a:t>
            </a:r>
            <a:endParaRPr/>
          </a:p>
        </p:txBody>
      </p:sp>
      <p:sp>
        <p:nvSpPr>
          <p:cNvPr id="523" name="Google Shape;523;p69"/>
          <p:cNvSpPr txBox="1"/>
          <p:nvPr>
            <p:ph idx="4" type="title"/>
          </p:nvPr>
        </p:nvSpPr>
        <p:spPr>
          <a:xfrm>
            <a:off x="7229125" y="164380"/>
            <a:ext cx="1647300" cy="2382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STILL NOT ENOUGH??</a:t>
            </a:r>
            <a:endParaRPr/>
          </a:p>
        </p:txBody>
      </p:sp>
      <p:sp>
        <p:nvSpPr>
          <p:cNvPr id="524" name="Google Shape;524;p69"/>
          <p:cNvSpPr txBox="1"/>
          <p:nvPr>
            <p:ph type="title"/>
          </p:nvPr>
        </p:nvSpPr>
        <p:spPr>
          <a:xfrm>
            <a:off x="302725" y="133351"/>
            <a:ext cx="4119000" cy="1421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2500"/>
              <a:t>ColPali</a:t>
            </a:r>
            <a:endParaRPr b="1" sz="2500"/>
          </a:p>
        </p:txBody>
      </p:sp>
      <p:pic>
        <p:nvPicPr>
          <p:cNvPr id="525" name="Google Shape;525;p69" title="colpali.png"/>
          <p:cNvPicPr preferRelativeResize="0"/>
          <p:nvPr/>
        </p:nvPicPr>
        <p:blipFill rotWithShape="1">
          <a:blip r:embed="rId3">
            <a:alphaModFix/>
          </a:blip>
          <a:srcRect b="12478" l="48456" r="3322" t="12032"/>
          <a:stretch/>
        </p:blipFill>
        <p:spPr>
          <a:xfrm>
            <a:off x="2436300" y="630388"/>
            <a:ext cx="4271400" cy="388272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sp>
        <p:nvSpPr>
          <p:cNvPr id="530" name="Google Shape;530;p70"/>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RAG IS</a:t>
            </a:r>
            <a:endParaRPr/>
          </a:p>
        </p:txBody>
      </p:sp>
      <p:sp>
        <p:nvSpPr>
          <p:cNvPr id="531" name="Google Shape;531;p70"/>
          <p:cNvSpPr txBox="1"/>
          <p:nvPr>
            <p:ph idx="4" type="title"/>
          </p:nvPr>
        </p:nvSpPr>
        <p:spPr>
          <a:xfrm>
            <a:off x="7305325" y="164380"/>
            <a:ext cx="1647300" cy="2382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ENOUGH... PHEW</a:t>
            </a:r>
            <a:endParaRPr/>
          </a:p>
        </p:txBody>
      </p:sp>
      <p:sp>
        <p:nvSpPr>
          <p:cNvPr id="532" name="Google Shape;532;p70"/>
          <p:cNvSpPr txBox="1"/>
          <p:nvPr>
            <p:ph type="title"/>
          </p:nvPr>
        </p:nvSpPr>
        <p:spPr>
          <a:xfrm>
            <a:off x="302725" y="133350"/>
            <a:ext cx="6865500" cy="1421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2500"/>
              <a:t>vanilla</a:t>
            </a:r>
            <a:r>
              <a:rPr b="1" lang="en" sz="2500"/>
              <a:t> deep dive: TF-IDF</a:t>
            </a:r>
            <a:endParaRPr b="1" sz="2500"/>
          </a:p>
        </p:txBody>
      </p:sp>
      <p:sp>
        <p:nvSpPr>
          <p:cNvPr id="533" name="Google Shape;533;p70"/>
          <p:cNvSpPr txBox="1"/>
          <p:nvPr/>
        </p:nvSpPr>
        <p:spPr>
          <a:xfrm>
            <a:off x="453675" y="1295500"/>
            <a:ext cx="7244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1"/>
              </a:solidFill>
              <a:latin typeface="Inter"/>
              <a:ea typeface="Inter"/>
              <a:cs typeface="Inter"/>
              <a:sym typeface="Inter"/>
            </a:endParaRPr>
          </a:p>
        </p:txBody>
      </p:sp>
      <p:sp>
        <p:nvSpPr>
          <p:cNvPr id="534" name="Google Shape;534;p70"/>
          <p:cNvSpPr txBox="1"/>
          <p:nvPr/>
        </p:nvSpPr>
        <p:spPr>
          <a:xfrm>
            <a:off x="453675" y="1369600"/>
            <a:ext cx="6263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Inter"/>
                <a:ea typeface="Inter"/>
                <a:cs typeface="Inter"/>
                <a:sym typeface="Inter"/>
              </a:rPr>
              <a:t>TF: </a:t>
            </a:r>
            <a:endParaRPr sz="1800">
              <a:solidFill>
                <a:schemeClr val="dk1"/>
              </a:solidFill>
              <a:latin typeface="Inter"/>
              <a:ea typeface="Inter"/>
              <a:cs typeface="Inter"/>
              <a:sym typeface="Inter"/>
            </a:endParaRPr>
          </a:p>
        </p:txBody>
      </p:sp>
      <p:pic>
        <p:nvPicPr>
          <p:cNvPr id="535" name="Google Shape;535;p70"/>
          <p:cNvPicPr preferRelativeResize="0"/>
          <p:nvPr/>
        </p:nvPicPr>
        <p:blipFill>
          <a:blip r:embed="rId3">
            <a:alphaModFix/>
          </a:blip>
          <a:stretch>
            <a:fillRect/>
          </a:stretch>
        </p:blipFill>
        <p:spPr>
          <a:xfrm>
            <a:off x="993025" y="1088725"/>
            <a:ext cx="6962775" cy="1895475"/>
          </a:xfrm>
          <a:prstGeom prst="rect">
            <a:avLst/>
          </a:prstGeom>
          <a:noFill/>
          <a:ln>
            <a:noFill/>
          </a:ln>
        </p:spPr>
      </p:pic>
      <p:sp>
        <p:nvSpPr>
          <p:cNvPr id="536" name="Google Shape;536;p70"/>
          <p:cNvSpPr txBox="1"/>
          <p:nvPr/>
        </p:nvSpPr>
        <p:spPr>
          <a:xfrm>
            <a:off x="301275" y="3655600"/>
            <a:ext cx="6263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Inter"/>
                <a:ea typeface="Inter"/>
                <a:cs typeface="Inter"/>
                <a:sym typeface="Inter"/>
              </a:rPr>
              <a:t>IDF:</a:t>
            </a:r>
            <a:endParaRPr sz="1800">
              <a:solidFill>
                <a:schemeClr val="dk1"/>
              </a:solidFill>
              <a:latin typeface="Inter"/>
              <a:ea typeface="Inter"/>
              <a:cs typeface="Inter"/>
              <a:sym typeface="Inter"/>
            </a:endParaRPr>
          </a:p>
        </p:txBody>
      </p:sp>
      <p:pic>
        <p:nvPicPr>
          <p:cNvPr id="537" name="Google Shape;537;p70"/>
          <p:cNvPicPr preferRelativeResize="0"/>
          <p:nvPr/>
        </p:nvPicPr>
        <p:blipFill>
          <a:blip r:embed="rId4">
            <a:alphaModFix/>
          </a:blip>
          <a:stretch>
            <a:fillRect/>
          </a:stretch>
        </p:blipFill>
        <p:spPr>
          <a:xfrm>
            <a:off x="989800" y="3314750"/>
            <a:ext cx="5191125" cy="1581150"/>
          </a:xfrm>
          <a:prstGeom prst="rect">
            <a:avLst/>
          </a:prstGeom>
          <a:noFill/>
          <a:ln>
            <a:noFill/>
          </a:ln>
        </p:spPr>
      </p:pic>
      <p:pic>
        <p:nvPicPr>
          <p:cNvPr id="538" name="Google Shape;538;p70"/>
          <p:cNvPicPr preferRelativeResize="0"/>
          <p:nvPr/>
        </p:nvPicPr>
        <p:blipFill>
          <a:blip r:embed="rId5">
            <a:alphaModFix/>
          </a:blip>
          <a:stretch>
            <a:fillRect/>
          </a:stretch>
        </p:blipFill>
        <p:spPr>
          <a:xfrm>
            <a:off x="179475" y="1178838"/>
            <a:ext cx="8589877" cy="329789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71"/>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RAG IS</a:t>
            </a:r>
            <a:endParaRPr/>
          </a:p>
        </p:txBody>
      </p:sp>
      <p:sp>
        <p:nvSpPr>
          <p:cNvPr id="544" name="Google Shape;544;p71"/>
          <p:cNvSpPr txBox="1"/>
          <p:nvPr>
            <p:ph idx="4" type="title"/>
          </p:nvPr>
        </p:nvSpPr>
        <p:spPr>
          <a:xfrm>
            <a:off x="7305325" y="164380"/>
            <a:ext cx="1647300" cy="2382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ENOUGH... PHEW</a:t>
            </a:r>
            <a:endParaRPr/>
          </a:p>
        </p:txBody>
      </p:sp>
      <p:sp>
        <p:nvSpPr>
          <p:cNvPr id="545" name="Google Shape;545;p71"/>
          <p:cNvSpPr txBox="1"/>
          <p:nvPr>
            <p:ph type="title"/>
          </p:nvPr>
        </p:nvSpPr>
        <p:spPr>
          <a:xfrm>
            <a:off x="302725" y="133350"/>
            <a:ext cx="7244700" cy="1421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2500"/>
              <a:t>vanilla deep dive: cosine similarity</a:t>
            </a:r>
            <a:endParaRPr b="1" sz="2500"/>
          </a:p>
        </p:txBody>
      </p:sp>
      <p:sp>
        <p:nvSpPr>
          <p:cNvPr id="546" name="Google Shape;546;p71"/>
          <p:cNvSpPr txBox="1"/>
          <p:nvPr/>
        </p:nvSpPr>
        <p:spPr>
          <a:xfrm>
            <a:off x="453675" y="1295500"/>
            <a:ext cx="7244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1"/>
              </a:solidFill>
              <a:latin typeface="Inter"/>
              <a:ea typeface="Inter"/>
              <a:cs typeface="Inter"/>
              <a:sym typeface="Inter"/>
            </a:endParaRPr>
          </a:p>
        </p:txBody>
      </p:sp>
      <p:pic>
        <p:nvPicPr>
          <p:cNvPr id="547" name="Google Shape;547;p71"/>
          <p:cNvPicPr preferRelativeResize="0"/>
          <p:nvPr/>
        </p:nvPicPr>
        <p:blipFill>
          <a:blip r:embed="rId3">
            <a:alphaModFix/>
          </a:blip>
          <a:stretch>
            <a:fillRect/>
          </a:stretch>
        </p:blipFill>
        <p:spPr>
          <a:xfrm>
            <a:off x="453675" y="1162625"/>
            <a:ext cx="4786676" cy="3404374"/>
          </a:xfrm>
          <a:prstGeom prst="rect">
            <a:avLst/>
          </a:prstGeom>
          <a:noFill/>
          <a:ln>
            <a:noFill/>
          </a:ln>
        </p:spPr>
      </p:pic>
      <p:sp>
        <p:nvSpPr>
          <p:cNvPr id="548" name="Google Shape;548;p71"/>
          <p:cNvSpPr txBox="1"/>
          <p:nvPr/>
        </p:nvSpPr>
        <p:spPr>
          <a:xfrm>
            <a:off x="453675" y="4621525"/>
            <a:ext cx="5841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u="sng">
                <a:solidFill>
                  <a:schemeClr val="hlink"/>
                </a:solidFill>
                <a:hlinkClick r:id="rId4"/>
              </a:rPr>
              <a:t>https://businessanalytics.substack.com/p/cosine-similarity-explained</a:t>
            </a:r>
            <a:endParaRPr sz="12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72"/>
          <p:cNvSpPr txBox="1"/>
          <p:nvPr>
            <p:ph type="title"/>
          </p:nvPr>
        </p:nvSpPr>
        <p:spPr>
          <a:xfrm>
            <a:off x="311700" y="327000"/>
            <a:ext cx="2808000" cy="755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Results</a:t>
            </a:r>
            <a:endParaRPr/>
          </a:p>
        </p:txBody>
      </p:sp>
      <p:sp>
        <p:nvSpPr>
          <p:cNvPr id="554" name="Google Shape;554;p72"/>
          <p:cNvSpPr txBox="1"/>
          <p:nvPr>
            <p:ph idx="1" type="body"/>
          </p:nvPr>
        </p:nvSpPr>
        <p:spPr>
          <a:xfrm>
            <a:off x="431325" y="2382750"/>
            <a:ext cx="1682400" cy="3780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1200"/>
              </a:spcAft>
              <a:buNone/>
            </a:pPr>
            <a:r>
              <a:rPr lang="en" sz="1600"/>
              <a:t>TF-IDF</a:t>
            </a:r>
            <a:endParaRPr sz="1600"/>
          </a:p>
        </p:txBody>
      </p:sp>
      <p:pic>
        <p:nvPicPr>
          <p:cNvPr id="555" name="Google Shape;555;p72"/>
          <p:cNvPicPr preferRelativeResize="0"/>
          <p:nvPr/>
        </p:nvPicPr>
        <p:blipFill>
          <a:blip r:embed="rId3">
            <a:alphaModFix/>
          </a:blip>
          <a:stretch>
            <a:fillRect/>
          </a:stretch>
        </p:blipFill>
        <p:spPr>
          <a:xfrm>
            <a:off x="2369625" y="580413"/>
            <a:ext cx="5719499" cy="3719266"/>
          </a:xfrm>
          <a:prstGeom prst="rect">
            <a:avLst/>
          </a:prstGeom>
          <a:noFill/>
          <a:ln>
            <a:noFill/>
          </a:ln>
        </p:spPr>
      </p:pic>
      <p:cxnSp>
        <p:nvCxnSpPr>
          <p:cNvPr id="556" name="Google Shape;556;p72"/>
          <p:cNvCxnSpPr/>
          <p:nvPr/>
        </p:nvCxnSpPr>
        <p:spPr>
          <a:xfrm>
            <a:off x="687250" y="2875150"/>
            <a:ext cx="1682400" cy="119400"/>
          </a:xfrm>
          <a:prstGeom prst="straightConnector1">
            <a:avLst/>
          </a:prstGeom>
          <a:noFill/>
          <a:ln cap="flat" cmpd="sng" w="76200">
            <a:solidFill>
              <a:schemeClr val="accent4"/>
            </a:solidFill>
            <a:prstDash val="solid"/>
            <a:round/>
            <a:headEnd len="med" w="med" type="none"/>
            <a:tailEnd len="med" w="med" type="triangle"/>
          </a:ln>
        </p:spPr>
      </p:cxnSp>
      <p:sp>
        <p:nvSpPr>
          <p:cNvPr id="557" name="Google Shape;557;p72"/>
          <p:cNvSpPr/>
          <p:nvPr/>
        </p:nvSpPr>
        <p:spPr>
          <a:xfrm>
            <a:off x="2391373" y="2896723"/>
            <a:ext cx="757800" cy="163200"/>
          </a:xfrm>
          <a:prstGeom prst="rect">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p73"/>
          <p:cNvSpPr txBox="1"/>
          <p:nvPr>
            <p:ph idx="4" type="title"/>
          </p:nvPr>
        </p:nvSpPr>
        <p:spPr>
          <a:xfrm>
            <a:off x="1226100" y="2273150"/>
            <a:ext cx="6691800" cy="2088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THANK YOU</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sp>
        <p:nvSpPr>
          <p:cNvPr id="567" name="Google Shape;567;p74"/>
          <p:cNvSpPr txBox="1"/>
          <p:nvPr/>
        </p:nvSpPr>
        <p:spPr>
          <a:xfrm>
            <a:off x="448000" y="1054800"/>
            <a:ext cx="78099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u="sng">
                <a:solidFill>
                  <a:schemeClr val="hlink"/>
                </a:solidFill>
                <a:hlinkClick r:id="rId3"/>
              </a:rPr>
              <a:t>https://docs.datastax.com/en/ragstack/colbert/index.html</a:t>
            </a:r>
            <a:endParaRPr sz="1200"/>
          </a:p>
          <a:p>
            <a:pPr indent="0" lvl="0" marL="0" rtl="0" algn="l">
              <a:spcBef>
                <a:spcPts val="0"/>
              </a:spcBef>
              <a:spcAft>
                <a:spcPts val="0"/>
              </a:spcAft>
              <a:buNone/>
            </a:pPr>
            <a:r>
              <a:rPr lang="en" sz="1200" u="sng">
                <a:solidFill>
                  <a:schemeClr val="hlink"/>
                </a:solidFill>
                <a:hlinkClick r:id="rId4"/>
              </a:rPr>
              <a:t>https://huggingface.co/blog/manu/colpali</a:t>
            </a:r>
            <a:endParaRPr sz="1200"/>
          </a:p>
          <a:p>
            <a:pPr indent="0" lvl="0" marL="0" rtl="0" algn="l">
              <a:spcBef>
                <a:spcPts val="0"/>
              </a:spcBef>
              <a:spcAft>
                <a:spcPts val="0"/>
              </a:spcAft>
              <a:buNone/>
            </a:pPr>
            <a:r>
              <a:rPr lang="en" sz="1200" u="sng">
                <a:solidFill>
                  <a:schemeClr val="hlink"/>
                </a:solidFill>
                <a:hlinkClick r:id="rId5"/>
              </a:rPr>
              <a:t>https://www.kaggle.com/competitions/multimodal-document-retrieval-challenge</a:t>
            </a:r>
            <a:endParaRPr sz="1200"/>
          </a:p>
          <a:p>
            <a:pPr indent="0" lvl="0" marL="0" rtl="0" algn="l">
              <a:spcBef>
                <a:spcPts val="0"/>
              </a:spcBef>
              <a:spcAft>
                <a:spcPts val="0"/>
              </a:spcAft>
              <a:buNone/>
            </a:pPr>
            <a:r>
              <a:t/>
            </a:r>
            <a:endParaRPr sz="1200"/>
          </a:p>
        </p:txBody>
      </p:sp>
      <p:sp>
        <p:nvSpPr>
          <p:cNvPr id="568" name="Google Shape;568;p74"/>
          <p:cNvSpPr txBox="1"/>
          <p:nvPr/>
        </p:nvSpPr>
        <p:spPr>
          <a:xfrm>
            <a:off x="448000" y="593100"/>
            <a:ext cx="6263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Inter"/>
                <a:ea typeface="Inter"/>
                <a:cs typeface="Inter"/>
                <a:sym typeface="Inter"/>
              </a:rPr>
              <a:t>Sources</a:t>
            </a:r>
            <a:endParaRPr sz="1800">
              <a:solidFill>
                <a:schemeClr val="dk1"/>
              </a:solidFill>
              <a:latin typeface="Inter"/>
              <a:ea typeface="Inter"/>
              <a:cs typeface="Inter"/>
              <a:sym typeface="Inte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roduct / Service Offering Overview #2">
  <a:themeElements>
    <a:clrScheme name="Simple Light">
      <a:dk1>
        <a:srgbClr val="000000"/>
      </a:dk1>
      <a:lt1>
        <a:srgbClr val="E2DFD2"/>
      </a:lt1>
      <a:dk2>
        <a:srgbClr val="FFFCE9"/>
      </a:dk2>
      <a:lt2>
        <a:srgbClr val="C9C3A7"/>
      </a:lt2>
      <a:accent1>
        <a:srgbClr val="FFEDCF"/>
      </a:accent1>
      <a:accent2>
        <a:srgbClr val="595959"/>
      </a:accent2>
      <a:accent3>
        <a:srgbClr val="D56F3E"/>
      </a:accent3>
      <a:accent4>
        <a:srgbClr val="FF7D00"/>
      </a:accent4>
      <a:accent5>
        <a:srgbClr val="78290F"/>
      </a:accent5>
      <a:accent6>
        <a:srgbClr val="D05353"/>
      </a:accent6>
      <a:hlink>
        <a:srgbClr val="DF2935"/>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Coral">
  <a:themeElements>
    <a:clrScheme name="Coral">
      <a:dk1>
        <a:srgbClr val="F55E61"/>
      </a:dk1>
      <a:lt1>
        <a:srgbClr val="FFFFFF"/>
      </a:lt1>
      <a:dk2>
        <a:srgbClr val="5E696C"/>
      </a:dk2>
      <a:lt2>
        <a:srgbClr val="BFC7CA"/>
      </a:lt2>
      <a:accent1>
        <a:srgbClr val="1E2D31"/>
      </a:accent1>
      <a:accent2>
        <a:srgbClr val="273C42"/>
      </a:accent2>
      <a:accent3>
        <a:srgbClr val="83D061"/>
      </a:accent3>
      <a:accent4>
        <a:srgbClr val="F6CD4C"/>
      </a:accent4>
      <a:accent5>
        <a:srgbClr val="AF4345"/>
      </a:accent5>
      <a:accent6>
        <a:srgbClr val="F58F8F"/>
      </a:accent6>
      <a:hlink>
        <a:srgbClr val="AF4345"/>
      </a:hlink>
      <a:folHlink>
        <a:srgbClr val="AF434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